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40"/>
  </p:notesMasterIdLst>
  <p:handoutMasterIdLst>
    <p:handoutMasterId r:id="rId41"/>
  </p:handoutMasterIdLst>
  <p:sldIdLst>
    <p:sldId id="308" r:id="rId2"/>
    <p:sldId id="275" r:id="rId3"/>
    <p:sldId id="276" r:id="rId4"/>
    <p:sldId id="277" r:id="rId5"/>
    <p:sldId id="278" r:id="rId6"/>
    <p:sldId id="279" r:id="rId7"/>
    <p:sldId id="280" r:id="rId8"/>
    <p:sldId id="282" r:id="rId9"/>
    <p:sldId id="281" r:id="rId10"/>
    <p:sldId id="283" r:id="rId11"/>
    <p:sldId id="284" r:id="rId12"/>
    <p:sldId id="285" r:id="rId13"/>
    <p:sldId id="286" r:id="rId14"/>
    <p:sldId id="287" r:id="rId15"/>
    <p:sldId id="288" r:id="rId16"/>
    <p:sldId id="289" r:id="rId17"/>
    <p:sldId id="290" r:id="rId18"/>
    <p:sldId id="310" r:id="rId19"/>
    <p:sldId id="291" r:id="rId20"/>
    <p:sldId id="292" r:id="rId21"/>
    <p:sldId id="293" r:id="rId22"/>
    <p:sldId id="311" r:id="rId23"/>
    <p:sldId id="312" r:id="rId24"/>
    <p:sldId id="313" r:id="rId25"/>
    <p:sldId id="316" r:id="rId26"/>
    <p:sldId id="314" r:id="rId27"/>
    <p:sldId id="315" r:id="rId28"/>
    <p:sldId id="295" r:id="rId29"/>
    <p:sldId id="294" r:id="rId30"/>
    <p:sldId id="296" r:id="rId31"/>
    <p:sldId id="297" r:id="rId32"/>
    <p:sldId id="298" r:id="rId33"/>
    <p:sldId id="300" r:id="rId34"/>
    <p:sldId id="302" r:id="rId35"/>
    <p:sldId id="303" r:id="rId36"/>
    <p:sldId id="306" r:id="rId37"/>
    <p:sldId id="305" r:id="rId38"/>
    <p:sldId id="309" r:id="rId39"/>
  </p:sldIdLst>
  <p:sldSz cx="13817600" cy="7772400"/>
  <p:notesSz cx="10058400" cy="7772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5C9252C-3D76-4937-8929-2485CB2A2A06}">
          <p14:sldIdLst>
            <p14:sldId id="308"/>
            <p14:sldId id="275"/>
            <p14:sldId id="276"/>
          </p14:sldIdLst>
        </p14:section>
        <p14:section name="CONOPS" id="{AA6FCD95-CA99-4484-A9B2-4BD1AE42D8B3}">
          <p14:sldIdLst>
            <p14:sldId id="277"/>
            <p14:sldId id="278"/>
            <p14:sldId id="279"/>
            <p14:sldId id="280"/>
          </p14:sldIdLst>
        </p14:section>
        <p14:section name="UR" id="{6A6CF69C-018C-4934-BE8A-FF81E3926E65}">
          <p14:sldIdLst>
            <p14:sldId id="282"/>
            <p14:sldId id="281"/>
            <p14:sldId id="283"/>
            <p14:sldId id="284"/>
          </p14:sldIdLst>
        </p14:section>
        <p14:section name="SR" id="{053B719B-0C51-4374-AFF8-D9E6EF2EF53A}">
          <p14:sldIdLst>
            <p14:sldId id="285"/>
            <p14:sldId id="286"/>
            <p14:sldId id="287"/>
            <p14:sldId id="288"/>
            <p14:sldId id="289"/>
            <p14:sldId id="290"/>
            <p14:sldId id="310"/>
          </p14:sldIdLst>
        </p14:section>
        <p14:section name="TRM" id="{35EB9729-1F59-4C2C-B270-6E8596956A2F}">
          <p14:sldIdLst>
            <p14:sldId id="291"/>
            <p14:sldId id="292"/>
            <p14:sldId id="293"/>
          </p14:sldIdLst>
        </p14:section>
        <p14:section name="TEST" id="{F7547462-0199-4C1C-9416-53803E83C61D}">
          <p14:sldIdLst>
            <p14:sldId id="311"/>
            <p14:sldId id="312"/>
            <p14:sldId id="313"/>
            <p14:sldId id="316"/>
            <p14:sldId id="314"/>
            <p14:sldId id="315"/>
          </p14:sldIdLst>
        </p14:section>
        <p14:section name="RISK" id="{D0EEC01A-7868-4373-9447-238880A1A616}">
          <p14:sldIdLst>
            <p14:sldId id="295"/>
            <p14:sldId id="294"/>
            <p14:sldId id="296"/>
            <p14:sldId id="297"/>
            <p14:sldId id="298"/>
          </p14:sldIdLst>
        </p14:section>
        <p14:section name="COST" id="{38F64357-71F5-41DD-AFC1-47C980068173}">
          <p14:sldIdLst>
            <p14:sldId id="300"/>
            <p14:sldId id="302"/>
          </p14:sldIdLst>
        </p14:section>
        <p14:section name="NEXT" id="{63714CA0-BEE5-461D-850D-A6838DDBCFF1}">
          <p14:sldIdLst>
            <p14:sldId id="303"/>
            <p14:sldId id="306"/>
            <p14:sldId id="305"/>
            <p14:sldId id="309"/>
          </p14:sldIdLst>
        </p14:section>
      </p14:sectionLst>
    </p:ext>
    <p:ext uri="{EFAFB233-063F-42B5-8137-9DF3F51BA10A}">
      <p15:sldGuideLst xmlns:p15="http://schemas.microsoft.com/office/powerpoint/2012/main">
        <p15:guide id="1" orient="horz" pos="2880" userDrawn="1">
          <p15:clr>
            <a:srgbClr val="A4A3A4"/>
          </p15:clr>
        </p15:guide>
        <p15:guide id="2" pos="296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7" autoAdjust="0"/>
    <p:restoredTop sz="74069" autoAdjust="0"/>
  </p:normalViewPr>
  <p:slideViewPr>
    <p:cSldViewPr>
      <p:cViewPr varScale="1">
        <p:scale>
          <a:sx n="41" d="100"/>
          <a:sy n="41" d="100"/>
        </p:scale>
        <p:origin x="1256" y="36"/>
      </p:cViewPr>
      <p:guideLst>
        <p:guide orient="horz" pos="2880"/>
        <p:guide pos="296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02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EDEF88-6BA8-40C5-ACAB-AA00D7847D06}"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s-CL"/>
        </a:p>
      </dgm:t>
    </dgm:pt>
    <dgm:pt modelId="{61176B72-5FA7-45F9-AA00-11CE7EC15BB8}">
      <dgm:prSet custT="1"/>
      <dgm:spPr/>
      <dgm:t>
        <a:bodyPr/>
        <a:lstStyle/>
        <a:p>
          <a:r>
            <a:rPr lang="es-CL" sz="2400" dirty="0"/>
            <a:t>Resumen técnico de CONOPS</a:t>
          </a:r>
        </a:p>
      </dgm:t>
    </dgm:pt>
    <dgm:pt modelId="{DB8EA579-0DE1-4086-8C73-77D9FD270CD2}" type="parTrans" cxnId="{8C7A916F-2782-43FD-B17C-E3D19CCF1F6E}">
      <dgm:prSet/>
      <dgm:spPr/>
      <dgm:t>
        <a:bodyPr/>
        <a:lstStyle/>
        <a:p>
          <a:endParaRPr lang="es-CL"/>
        </a:p>
      </dgm:t>
    </dgm:pt>
    <dgm:pt modelId="{91E36602-6531-4EE5-9FB9-7B34B0E57375}" type="sibTrans" cxnId="{8C7A916F-2782-43FD-B17C-E3D19CCF1F6E}">
      <dgm:prSet/>
      <dgm:spPr/>
      <dgm:t>
        <a:bodyPr/>
        <a:lstStyle/>
        <a:p>
          <a:endParaRPr lang="es-CL"/>
        </a:p>
      </dgm:t>
    </dgm:pt>
    <dgm:pt modelId="{81389E48-5691-4D7D-A9ED-59F5E4659F7A}">
      <dgm:prSet custT="1"/>
      <dgm:spPr/>
      <dgm:t>
        <a:bodyPr/>
        <a:lstStyle/>
        <a:p>
          <a:r>
            <a:rPr lang="es-CL" sz="1800" dirty="0"/>
            <a:t>Descripción general del sistema</a:t>
          </a:r>
        </a:p>
      </dgm:t>
    </dgm:pt>
    <dgm:pt modelId="{E8FE42F7-9B7D-4724-B281-DCDD4504C959}" type="parTrans" cxnId="{94708303-AD18-4B93-AAD7-F6D45823B048}">
      <dgm:prSet/>
      <dgm:spPr/>
      <dgm:t>
        <a:bodyPr/>
        <a:lstStyle/>
        <a:p>
          <a:endParaRPr lang="es-CL"/>
        </a:p>
      </dgm:t>
    </dgm:pt>
    <dgm:pt modelId="{73A42532-2DEE-4530-BD4E-5445284567F1}" type="sibTrans" cxnId="{94708303-AD18-4B93-AAD7-F6D45823B048}">
      <dgm:prSet/>
      <dgm:spPr/>
      <dgm:t>
        <a:bodyPr/>
        <a:lstStyle/>
        <a:p>
          <a:endParaRPr lang="es-CL"/>
        </a:p>
      </dgm:t>
    </dgm:pt>
    <dgm:pt modelId="{A7D5C914-D85E-4599-A45A-5C6009C5A2FB}">
      <dgm:prSet custT="1"/>
      <dgm:spPr/>
      <dgm:t>
        <a:bodyPr/>
        <a:lstStyle/>
        <a:p>
          <a:r>
            <a:rPr lang="es-CL" sz="1800" dirty="0"/>
            <a:t>Escenario operacional nominal</a:t>
          </a:r>
        </a:p>
      </dgm:t>
    </dgm:pt>
    <dgm:pt modelId="{8A38C0A4-627F-45D7-BE85-61BD6CE1A457}" type="parTrans" cxnId="{C6C3793A-B2DB-42B3-9D5C-9F802F7A4518}">
      <dgm:prSet/>
      <dgm:spPr/>
      <dgm:t>
        <a:bodyPr/>
        <a:lstStyle/>
        <a:p>
          <a:endParaRPr lang="es-CL"/>
        </a:p>
      </dgm:t>
    </dgm:pt>
    <dgm:pt modelId="{A412705A-BD9C-46B5-A325-6BDDC35E1CC6}" type="sibTrans" cxnId="{C6C3793A-B2DB-42B3-9D5C-9F802F7A4518}">
      <dgm:prSet/>
      <dgm:spPr/>
      <dgm:t>
        <a:bodyPr/>
        <a:lstStyle/>
        <a:p>
          <a:endParaRPr lang="es-CL"/>
        </a:p>
      </dgm:t>
    </dgm:pt>
    <dgm:pt modelId="{95B6F66D-ECE5-40DD-B11D-5A51BC7B7966}">
      <dgm:prSet custT="1"/>
      <dgm:spPr/>
      <dgm:t>
        <a:bodyPr/>
        <a:lstStyle/>
        <a:p>
          <a:r>
            <a:rPr lang="es-CL" sz="2400" dirty="0"/>
            <a:t>Requerimientos</a:t>
          </a:r>
          <a:endParaRPr lang="es-CL" sz="2500" dirty="0"/>
        </a:p>
      </dgm:t>
    </dgm:pt>
    <dgm:pt modelId="{C6DB299A-3F52-40E8-8848-751A53728EB0}" type="parTrans" cxnId="{499A27D1-EBF2-4A30-B367-3A0DA2FB541D}">
      <dgm:prSet/>
      <dgm:spPr/>
      <dgm:t>
        <a:bodyPr/>
        <a:lstStyle/>
        <a:p>
          <a:endParaRPr lang="es-CL"/>
        </a:p>
      </dgm:t>
    </dgm:pt>
    <dgm:pt modelId="{E5B8CDFC-026A-49A9-B2A2-67CB5B036FF0}" type="sibTrans" cxnId="{499A27D1-EBF2-4A30-B367-3A0DA2FB541D}">
      <dgm:prSet/>
      <dgm:spPr/>
      <dgm:t>
        <a:bodyPr/>
        <a:lstStyle/>
        <a:p>
          <a:endParaRPr lang="es-CL"/>
        </a:p>
      </dgm:t>
    </dgm:pt>
    <dgm:pt modelId="{DB427926-2E8F-4DA4-A6CE-FDC603E3247C}">
      <dgm:prSet custT="1"/>
      <dgm:spPr/>
      <dgm:t>
        <a:bodyPr/>
        <a:lstStyle/>
        <a:p>
          <a:r>
            <a:rPr lang="es-CL" sz="1800" dirty="0"/>
            <a:t>Requerimientos de usuario</a:t>
          </a:r>
        </a:p>
      </dgm:t>
    </dgm:pt>
    <dgm:pt modelId="{8043DC1F-3DDD-41A3-AE05-73D936650CA9}" type="parTrans" cxnId="{B4CCA165-100C-4742-BCD1-C87FDDFBCF36}">
      <dgm:prSet/>
      <dgm:spPr/>
      <dgm:t>
        <a:bodyPr/>
        <a:lstStyle/>
        <a:p>
          <a:endParaRPr lang="es-CL"/>
        </a:p>
      </dgm:t>
    </dgm:pt>
    <dgm:pt modelId="{361F925C-688B-4D64-BAF3-324DD96D2A8D}" type="sibTrans" cxnId="{B4CCA165-100C-4742-BCD1-C87FDDFBCF36}">
      <dgm:prSet/>
      <dgm:spPr/>
      <dgm:t>
        <a:bodyPr/>
        <a:lstStyle/>
        <a:p>
          <a:endParaRPr lang="es-CL"/>
        </a:p>
      </dgm:t>
    </dgm:pt>
    <dgm:pt modelId="{94633F19-F191-40D9-A201-A9C6CD340925}">
      <dgm:prSet custT="1"/>
      <dgm:spPr/>
      <dgm:t>
        <a:bodyPr/>
        <a:lstStyle/>
        <a:p>
          <a:r>
            <a:rPr lang="es-CL" sz="1800" dirty="0"/>
            <a:t>Requerimientos de sistema</a:t>
          </a:r>
        </a:p>
      </dgm:t>
    </dgm:pt>
    <dgm:pt modelId="{B10D90CE-1FDA-48F1-A0A8-FB1FE0262E5E}" type="parTrans" cxnId="{0BB3EFA6-56E6-472A-A11D-BC9490D92104}">
      <dgm:prSet/>
      <dgm:spPr/>
      <dgm:t>
        <a:bodyPr/>
        <a:lstStyle/>
        <a:p>
          <a:endParaRPr lang="es-CL"/>
        </a:p>
      </dgm:t>
    </dgm:pt>
    <dgm:pt modelId="{8906F551-6DF5-4BA7-A93E-770B9CE00AD2}" type="sibTrans" cxnId="{0BB3EFA6-56E6-472A-A11D-BC9490D92104}">
      <dgm:prSet/>
      <dgm:spPr/>
      <dgm:t>
        <a:bodyPr/>
        <a:lstStyle/>
        <a:p>
          <a:endParaRPr lang="es-CL"/>
        </a:p>
      </dgm:t>
    </dgm:pt>
    <dgm:pt modelId="{B771B215-C1CC-47D0-A42D-BB0BF49EE9CC}">
      <dgm:prSet custT="1"/>
      <dgm:spPr/>
      <dgm:t>
        <a:bodyPr/>
        <a:lstStyle/>
        <a:p>
          <a:r>
            <a:rPr lang="es-CL" sz="1800" dirty="0"/>
            <a:t>Matriz de trazabilidad</a:t>
          </a:r>
        </a:p>
      </dgm:t>
    </dgm:pt>
    <dgm:pt modelId="{546FCA37-1A82-4480-BEF9-EA185FE35016}" type="parTrans" cxnId="{3C56109F-8CD6-4F0F-9577-2877277FCB54}">
      <dgm:prSet/>
      <dgm:spPr/>
      <dgm:t>
        <a:bodyPr/>
        <a:lstStyle/>
        <a:p>
          <a:endParaRPr lang="es-CL"/>
        </a:p>
      </dgm:t>
    </dgm:pt>
    <dgm:pt modelId="{DBAAEBD3-194F-472D-8EF3-6B55EFC0A3DA}" type="sibTrans" cxnId="{3C56109F-8CD6-4F0F-9577-2877277FCB54}">
      <dgm:prSet/>
      <dgm:spPr/>
      <dgm:t>
        <a:bodyPr/>
        <a:lstStyle/>
        <a:p>
          <a:endParaRPr lang="es-CL"/>
        </a:p>
      </dgm:t>
    </dgm:pt>
    <dgm:pt modelId="{20EC466D-6792-4E6C-AB7E-62151224ABE4}">
      <dgm:prSet custT="1"/>
      <dgm:spPr/>
      <dgm:t>
        <a:bodyPr/>
        <a:lstStyle/>
        <a:p>
          <a:r>
            <a:rPr lang="es-CL" sz="2400" dirty="0"/>
            <a:t>Evaluación de riesgos</a:t>
          </a:r>
        </a:p>
      </dgm:t>
    </dgm:pt>
    <dgm:pt modelId="{313C2266-7F78-49BD-9084-DF56DF449367}" type="parTrans" cxnId="{3D8978BD-85E7-4120-A79C-402E75A7F3F7}">
      <dgm:prSet/>
      <dgm:spPr/>
      <dgm:t>
        <a:bodyPr/>
        <a:lstStyle/>
        <a:p>
          <a:endParaRPr lang="es-CL"/>
        </a:p>
      </dgm:t>
    </dgm:pt>
    <dgm:pt modelId="{19FDA7E7-ECFC-4118-8E01-D138DC20FF92}" type="sibTrans" cxnId="{3D8978BD-85E7-4120-A79C-402E75A7F3F7}">
      <dgm:prSet/>
      <dgm:spPr/>
      <dgm:t>
        <a:bodyPr/>
        <a:lstStyle/>
        <a:p>
          <a:endParaRPr lang="es-CL"/>
        </a:p>
      </dgm:t>
    </dgm:pt>
    <dgm:pt modelId="{6BD64EF6-B071-4CB8-B8BE-270A97669293}">
      <dgm:prSet custT="1"/>
      <dgm:spPr/>
      <dgm:t>
        <a:bodyPr/>
        <a:lstStyle/>
        <a:p>
          <a:r>
            <a:rPr lang="es-CL" sz="2400" dirty="0"/>
            <a:t>Pasos futuros</a:t>
          </a:r>
        </a:p>
      </dgm:t>
    </dgm:pt>
    <dgm:pt modelId="{625086AC-8625-4553-82C3-EDBE9D288F37}" type="parTrans" cxnId="{8B191757-00EB-427F-806A-0114C87B14B8}">
      <dgm:prSet/>
      <dgm:spPr/>
      <dgm:t>
        <a:bodyPr/>
        <a:lstStyle/>
        <a:p>
          <a:endParaRPr lang="es-CL"/>
        </a:p>
      </dgm:t>
    </dgm:pt>
    <dgm:pt modelId="{B3FE8783-1D79-4DFB-A51A-53F7EC2E4CB0}" type="sibTrans" cxnId="{8B191757-00EB-427F-806A-0114C87B14B8}">
      <dgm:prSet/>
      <dgm:spPr/>
      <dgm:t>
        <a:bodyPr/>
        <a:lstStyle/>
        <a:p>
          <a:endParaRPr lang="es-CL"/>
        </a:p>
      </dgm:t>
    </dgm:pt>
    <dgm:pt modelId="{263BBBC0-AF4D-467C-B275-A3D3D11165D3}">
      <dgm:prSet custT="1"/>
      <dgm:spPr/>
      <dgm:t>
        <a:bodyPr/>
        <a:lstStyle/>
        <a:p>
          <a:r>
            <a:rPr lang="es-CL" sz="1800" dirty="0"/>
            <a:t>Restricciones del sistema</a:t>
          </a:r>
        </a:p>
      </dgm:t>
    </dgm:pt>
    <dgm:pt modelId="{CFA44E95-D62D-4147-8F75-0B521B11A805}" type="parTrans" cxnId="{CD669627-8327-4B8A-A032-E46E0529A290}">
      <dgm:prSet/>
      <dgm:spPr/>
      <dgm:t>
        <a:bodyPr/>
        <a:lstStyle/>
        <a:p>
          <a:endParaRPr lang="es-CL"/>
        </a:p>
      </dgm:t>
    </dgm:pt>
    <dgm:pt modelId="{4D02C764-4623-4205-87DF-BEA742182B8A}" type="sibTrans" cxnId="{CD669627-8327-4B8A-A032-E46E0529A290}">
      <dgm:prSet/>
      <dgm:spPr/>
      <dgm:t>
        <a:bodyPr/>
        <a:lstStyle/>
        <a:p>
          <a:endParaRPr lang="es-CL"/>
        </a:p>
      </dgm:t>
    </dgm:pt>
    <dgm:pt modelId="{1CB71833-F21F-4A55-9269-97420C6601FF}">
      <dgm:prSet custT="1"/>
      <dgm:spPr/>
      <dgm:t>
        <a:bodyPr/>
        <a:lstStyle/>
        <a:p>
          <a:r>
            <a:rPr lang="es-CL" sz="2400" dirty="0"/>
            <a:t>Estimación de costos</a:t>
          </a:r>
        </a:p>
      </dgm:t>
    </dgm:pt>
    <dgm:pt modelId="{0BE0C8ED-5FBC-4AF2-A1D9-444696DFB310}" type="sibTrans" cxnId="{EB0BB1EC-8DC3-4B3D-9249-7122BFB18870}">
      <dgm:prSet/>
      <dgm:spPr/>
      <dgm:t>
        <a:bodyPr/>
        <a:lstStyle/>
        <a:p>
          <a:endParaRPr lang="es-CL"/>
        </a:p>
      </dgm:t>
    </dgm:pt>
    <dgm:pt modelId="{0B38C465-6868-4389-8126-097C637D339B}" type="parTrans" cxnId="{EB0BB1EC-8DC3-4B3D-9249-7122BFB18870}">
      <dgm:prSet/>
      <dgm:spPr/>
      <dgm:t>
        <a:bodyPr/>
        <a:lstStyle/>
        <a:p>
          <a:endParaRPr lang="es-CL"/>
        </a:p>
      </dgm:t>
    </dgm:pt>
    <dgm:pt modelId="{EDFC1630-3852-4F0B-BAB5-CFA919138AEE}">
      <dgm:prSet custT="1"/>
      <dgm:spPr/>
      <dgm:t>
        <a:bodyPr/>
        <a:lstStyle/>
        <a:p>
          <a:r>
            <a:rPr lang="es-CL" sz="2400" dirty="0"/>
            <a:t>Plan de ensayos</a:t>
          </a:r>
        </a:p>
      </dgm:t>
    </dgm:pt>
    <dgm:pt modelId="{4BB07F2B-9D93-4345-A611-79EEF0FFE32F}" type="parTrans" cxnId="{B2A7537F-4A8B-49FE-AFAA-C169513FA8AB}">
      <dgm:prSet/>
      <dgm:spPr/>
      <dgm:t>
        <a:bodyPr/>
        <a:lstStyle/>
        <a:p>
          <a:endParaRPr lang="es-CL"/>
        </a:p>
      </dgm:t>
    </dgm:pt>
    <dgm:pt modelId="{933410D0-17D4-47C2-A1A3-90C8A1FB428F}" type="sibTrans" cxnId="{B2A7537F-4A8B-49FE-AFAA-C169513FA8AB}">
      <dgm:prSet/>
      <dgm:spPr/>
      <dgm:t>
        <a:bodyPr/>
        <a:lstStyle/>
        <a:p>
          <a:endParaRPr lang="es-CL"/>
        </a:p>
      </dgm:t>
    </dgm:pt>
    <dgm:pt modelId="{517F708D-19B7-41F1-A8A4-66FFA514B8EC}" type="pres">
      <dgm:prSet presAssocID="{F9EDEF88-6BA8-40C5-ACAB-AA00D7847D06}" presName="linear" presStyleCnt="0">
        <dgm:presLayoutVars>
          <dgm:animLvl val="lvl"/>
          <dgm:resizeHandles val="exact"/>
        </dgm:presLayoutVars>
      </dgm:prSet>
      <dgm:spPr/>
    </dgm:pt>
    <dgm:pt modelId="{13397647-FAC0-4563-839E-02750E40AF7D}" type="pres">
      <dgm:prSet presAssocID="{61176B72-5FA7-45F9-AA00-11CE7EC15BB8}" presName="parentText" presStyleLbl="node1" presStyleIdx="0" presStyleCnt="6">
        <dgm:presLayoutVars>
          <dgm:chMax val="0"/>
          <dgm:bulletEnabled val="1"/>
        </dgm:presLayoutVars>
      </dgm:prSet>
      <dgm:spPr/>
    </dgm:pt>
    <dgm:pt modelId="{B5E1779D-C399-456E-A7B0-BDCB0B2FF68C}" type="pres">
      <dgm:prSet presAssocID="{61176B72-5FA7-45F9-AA00-11CE7EC15BB8}" presName="childText" presStyleLbl="revTx" presStyleIdx="0" presStyleCnt="2">
        <dgm:presLayoutVars>
          <dgm:bulletEnabled val="1"/>
        </dgm:presLayoutVars>
      </dgm:prSet>
      <dgm:spPr/>
    </dgm:pt>
    <dgm:pt modelId="{4F0B3CEB-9889-438E-A3D9-CDFE921C5014}" type="pres">
      <dgm:prSet presAssocID="{95B6F66D-ECE5-40DD-B11D-5A51BC7B7966}" presName="parentText" presStyleLbl="node1" presStyleIdx="1" presStyleCnt="6">
        <dgm:presLayoutVars>
          <dgm:chMax val="0"/>
          <dgm:bulletEnabled val="1"/>
        </dgm:presLayoutVars>
      </dgm:prSet>
      <dgm:spPr/>
    </dgm:pt>
    <dgm:pt modelId="{4EA6E360-C174-4979-A431-40D338BD4003}" type="pres">
      <dgm:prSet presAssocID="{95B6F66D-ECE5-40DD-B11D-5A51BC7B7966}" presName="childText" presStyleLbl="revTx" presStyleIdx="1" presStyleCnt="2">
        <dgm:presLayoutVars>
          <dgm:bulletEnabled val="1"/>
        </dgm:presLayoutVars>
      </dgm:prSet>
      <dgm:spPr/>
    </dgm:pt>
    <dgm:pt modelId="{AC224B12-8006-4C98-81B7-291F091CFCAF}" type="pres">
      <dgm:prSet presAssocID="{EDFC1630-3852-4F0B-BAB5-CFA919138AEE}" presName="parentText" presStyleLbl="node1" presStyleIdx="2" presStyleCnt="6">
        <dgm:presLayoutVars>
          <dgm:chMax val="0"/>
          <dgm:bulletEnabled val="1"/>
        </dgm:presLayoutVars>
      </dgm:prSet>
      <dgm:spPr/>
    </dgm:pt>
    <dgm:pt modelId="{3F6D97BF-1EB8-4BB5-9C45-E5C325E04063}" type="pres">
      <dgm:prSet presAssocID="{933410D0-17D4-47C2-A1A3-90C8A1FB428F}" presName="spacer" presStyleCnt="0"/>
      <dgm:spPr/>
    </dgm:pt>
    <dgm:pt modelId="{A473BF4A-38BB-4A3B-88EF-0F39EBB22CDF}" type="pres">
      <dgm:prSet presAssocID="{20EC466D-6792-4E6C-AB7E-62151224ABE4}" presName="parentText" presStyleLbl="node1" presStyleIdx="3" presStyleCnt="6">
        <dgm:presLayoutVars>
          <dgm:chMax val="0"/>
          <dgm:bulletEnabled val="1"/>
        </dgm:presLayoutVars>
      </dgm:prSet>
      <dgm:spPr/>
    </dgm:pt>
    <dgm:pt modelId="{F2C3300F-E0C9-4311-94E4-BBEAEF10FFEE}" type="pres">
      <dgm:prSet presAssocID="{19FDA7E7-ECFC-4118-8E01-D138DC20FF92}" presName="spacer" presStyleCnt="0"/>
      <dgm:spPr/>
    </dgm:pt>
    <dgm:pt modelId="{F9E9724D-90D6-463F-9D6A-E0998C5F73E9}" type="pres">
      <dgm:prSet presAssocID="{1CB71833-F21F-4A55-9269-97420C6601FF}" presName="parentText" presStyleLbl="node1" presStyleIdx="4" presStyleCnt="6">
        <dgm:presLayoutVars>
          <dgm:chMax val="0"/>
          <dgm:bulletEnabled val="1"/>
        </dgm:presLayoutVars>
      </dgm:prSet>
      <dgm:spPr/>
    </dgm:pt>
    <dgm:pt modelId="{24B2FF52-4BB8-47C7-BEEA-F379E9E3200B}" type="pres">
      <dgm:prSet presAssocID="{0BE0C8ED-5FBC-4AF2-A1D9-444696DFB310}" presName="spacer" presStyleCnt="0"/>
      <dgm:spPr/>
    </dgm:pt>
    <dgm:pt modelId="{5FFA0F5D-D80B-4095-B384-DB6EADAA14C1}" type="pres">
      <dgm:prSet presAssocID="{6BD64EF6-B071-4CB8-B8BE-270A97669293}" presName="parentText" presStyleLbl="node1" presStyleIdx="5" presStyleCnt="6">
        <dgm:presLayoutVars>
          <dgm:chMax val="0"/>
          <dgm:bulletEnabled val="1"/>
        </dgm:presLayoutVars>
      </dgm:prSet>
      <dgm:spPr/>
    </dgm:pt>
  </dgm:ptLst>
  <dgm:cxnLst>
    <dgm:cxn modelId="{94708303-AD18-4B93-AAD7-F6D45823B048}" srcId="{61176B72-5FA7-45F9-AA00-11CE7EC15BB8}" destId="{81389E48-5691-4D7D-A9ED-59F5E4659F7A}" srcOrd="0" destOrd="0" parTransId="{E8FE42F7-9B7D-4724-B281-DCDD4504C959}" sibTransId="{73A42532-2DEE-4530-BD4E-5445284567F1}"/>
    <dgm:cxn modelId="{FC483009-9A3F-4FEB-BB02-20A5475EC243}" type="presOf" srcId="{94633F19-F191-40D9-A201-A9C6CD340925}" destId="{4EA6E360-C174-4979-A431-40D338BD4003}" srcOrd="0" destOrd="1" presId="urn:microsoft.com/office/officeart/2005/8/layout/vList2"/>
    <dgm:cxn modelId="{CD669627-8327-4B8A-A032-E46E0529A290}" srcId="{61176B72-5FA7-45F9-AA00-11CE7EC15BB8}" destId="{263BBBC0-AF4D-467C-B275-A3D3D11165D3}" srcOrd="2" destOrd="0" parTransId="{CFA44E95-D62D-4147-8F75-0B521B11A805}" sibTransId="{4D02C764-4623-4205-87DF-BEA742182B8A}"/>
    <dgm:cxn modelId="{C80D5F29-1575-4261-BE6C-B3B80540B228}" type="presOf" srcId="{B771B215-C1CC-47D0-A42D-BB0BF49EE9CC}" destId="{4EA6E360-C174-4979-A431-40D338BD4003}" srcOrd="0" destOrd="2" presId="urn:microsoft.com/office/officeart/2005/8/layout/vList2"/>
    <dgm:cxn modelId="{C944483A-3281-452B-9481-184ABD8FAC6E}" type="presOf" srcId="{20EC466D-6792-4E6C-AB7E-62151224ABE4}" destId="{A473BF4A-38BB-4A3B-88EF-0F39EBB22CDF}" srcOrd="0" destOrd="0" presId="urn:microsoft.com/office/officeart/2005/8/layout/vList2"/>
    <dgm:cxn modelId="{C6C3793A-B2DB-42B3-9D5C-9F802F7A4518}" srcId="{61176B72-5FA7-45F9-AA00-11CE7EC15BB8}" destId="{A7D5C914-D85E-4599-A45A-5C6009C5A2FB}" srcOrd="1" destOrd="0" parTransId="{8A38C0A4-627F-45D7-BE85-61BD6CE1A457}" sibTransId="{A412705A-BD9C-46B5-A325-6BDDC35E1CC6}"/>
    <dgm:cxn modelId="{D1E3C85F-90BA-45F3-8F3D-604346BD227F}" type="presOf" srcId="{DB427926-2E8F-4DA4-A6CE-FDC603E3247C}" destId="{4EA6E360-C174-4979-A431-40D338BD4003}" srcOrd="0" destOrd="0" presId="urn:microsoft.com/office/officeart/2005/8/layout/vList2"/>
    <dgm:cxn modelId="{B4CCA165-100C-4742-BCD1-C87FDDFBCF36}" srcId="{95B6F66D-ECE5-40DD-B11D-5A51BC7B7966}" destId="{DB427926-2E8F-4DA4-A6CE-FDC603E3247C}" srcOrd="0" destOrd="0" parTransId="{8043DC1F-3DDD-41A3-AE05-73D936650CA9}" sibTransId="{361F925C-688B-4D64-BAF3-324DD96D2A8D}"/>
    <dgm:cxn modelId="{8C7A916F-2782-43FD-B17C-E3D19CCF1F6E}" srcId="{F9EDEF88-6BA8-40C5-ACAB-AA00D7847D06}" destId="{61176B72-5FA7-45F9-AA00-11CE7EC15BB8}" srcOrd="0" destOrd="0" parTransId="{DB8EA579-0DE1-4086-8C73-77D9FD270CD2}" sibTransId="{91E36602-6531-4EE5-9FB9-7B34B0E57375}"/>
    <dgm:cxn modelId="{1BC01C52-D4CC-48AD-B62B-3408C463A5E2}" type="presOf" srcId="{61176B72-5FA7-45F9-AA00-11CE7EC15BB8}" destId="{13397647-FAC0-4563-839E-02750E40AF7D}" srcOrd="0" destOrd="0" presId="urn:microsoft.com/office/officeart/2005/8/layout/vList2"/>
    <dgm:cxn modelId="{FDE50857-0B5A-4A81-AF02-D01423578DD0}" type="presOf" srcId="{6BD64EF6-B071-4CB8-B8BE-270A97669293}" destId="{5FFA0F5D-D80B-4095-B384-DB6EADAA14C1}" srcOrd="0" destOrd="0" presId="urn:microsoft.com/office/officeart/2005/8/layout/vList2"/>
    <dgm:cxn modelId="{8B191757-00EB-427F-806A-0114C87B14B8}" srcId="{F9EDEF88-6BA8-40C5-ACAB-AA00D7847D06}" destId="{6BD64EF6-B071-4CB8-B8BE-270A97669293}" srcOrd="5" destOrd="0" parTransId="{625086AC-8625-4553-82C3-EDBE9D288F37}" sibTransId="{B3FE8783-1D79-4DFB-A51A-53F7EC2E4CB0}"/>
    <dgm:cxn modelId="{B2A7537F-4A8B-49FE-AFAA-C169513FA8AB}" srcId="{F9EDEF88-6BA8-40C5-ACAB-AA00D7847D06}" destId="{EDFC1630-3852-4F0B-BAB5-CFA919138AEE}" srcOrd="2" destOrd="0" parTransId="{4BB07F2B-9D93-4345-A611-79EEF0FFE32F}" sibTransId="{933410D0-17D4-47C2-A1A3-90C8A1FB428F}"/>
    <dgm:cxn modelId="{00EACC89-304D-4BAB-8324-612D5F5C052B}" type="presOf" srcId="{EDFC1630-3852-4F0B-BAB5-CFA919138AEE}" destId="{AC224B12-8006-4C98-81B7-291F091CFCAF}" srcOrd="0" destOrd="0" presId="urn:microsoft.com/office/officeart/2005/8/layout/vList2"/>
    <dgm:cxn modelId="{5C7FE290-601F-4AF5-ACE2-A6077FEF5496}" type="presOf" srcId="{81389E48-5691-4D7D-A9ED-59F5E4659F7A}" destId="{B5E1779D-C399-456E-A7B0-BDCB0B2FF68C}" srcOrd="0" destOrd="0" presId="urn:microsoft.com/office/officeart/2005/8/layout/vList2"/>
    <dgm:cxn modelId="{3C56109F-8CD6-4F0F-9577-2877277FCB54}" srcId="{95B6F66D-ECE5-40DD-B11D-5A51BC7B7966}" destId="{B771B215-C1CC-47D0-A42D-BB0BF49EE9CC}" srcOrd="2" destOrd="0" parTransId="{546FCA37-1A82-4480-BEF9-EA185FE35016}" sibTransId="{DBAAEBD3-194F-472D-8EF3-6B55EFC0A3DA}"/>
    <dgm:cxn modelId="{0BB3EFA6-56E6-472A-A11D-BC9490D92104}" srcId="{95B6F66D-ECE5-40DD-B11D-5A51BC7B7966}" destId="{94633F19-F191-40D9-A201-A9C6CD340925}" srcOrd="1" destOrd="0" parTransId="{B10D90CE-1FDA-48F1-A0A8-FB1FE0262E5E}" sibTransId="{8906F551-6DF5-4BA7-A93E-770B9CE00AD2}"/>
    <dgm:cxn modelId="{141600A7-FACD-42DA-A587-E19E30A8E1E4}" type="presOf" srcId="{A7D5C914-D85E-4599-A45A-5C6009C5A2FB}" destId="{B5E1779D-C399-456E-A7B0-BDCB0B2FF68C}" srcOrd="0" destOrd="1" presId="urn:microsoft.com/office/officeart/2005/8/layout/vList2"/>
    <dgm:cxn modelId="{3B426FA9-331A-4B0E-8F9D-79B7C6B9E6B1}" type="presOf" srcId="{1CB71833-F21F-4A55-9269-97420C6601FF}" destId="{F9E9724D-90D6-463F-9D6A-E0998C5F73E9}" srcOrd="0" destOrd="0" presId="urn:microsoft.com/office/officeart/2005/8/layout/vList2"/>
    <dgm:cxn modelId="{3D8978BD-85E7-4120-A79C-402E75A7F3F7}" srcId="{F9EDEF88-6BA8-40C5-ACAB-AA00D7847D06}" destId="{20EC466D-6792-4E6C-AB7E-62151224ABE4}" srcOrd="3" destOrd="0" parTransId="{313C2266-7F78-49BD-9084-DF56DF449367}" sibTransId="{19FDA7E7-ECFC-4118-8E01-D138DC20FF92}"/>
    <dgm:cxn modelId="{AA6395C4-35B2-4185-8E51-0433C4D344DA}" type="presOf" srcId="{95B6F66D-ECE5-40DD-B11D-5A51BC7B7966}" destId="{4F0B3CEB-9889-438E-A3D9-CDFE921C5014}" srcOrd="0" destOrd="0" presId="urn:microsoft.com/office/officeart/2005/8/layout/vList2"/>
    <dgm:cxn modelId="{499A27D1-EBF2-4A30-B367-3A0DA2FB541D}" srcId="{F9EDEF88-6BA8-40C5-ACAB-AA00D7847D06}" destId="{95B6F66D-ECE5-40DD-B11D-5A51BC7B7966}" srcOrd="1" destOrd="0" parTransId="{C6DB299A-3F52-40E8-8848-751A53728EB0}" sibTransId="{E5B8CDFC-026A-49A9-B2A2-67CB5B036FF0}"/>
    <dgm:cxn modelId="{A5ADB6DF-B16F-4E49-A699-1D840750C5CD}" type="presOf" srcId="{F9EDEF88-6BA8-40C5-ACAB-AA00D7847D06}" destId="{517F708D-19B7-41F1-A8A4-66FFA514B8EC}" srcOrd="0" destOrd="0" presId="urn:microsoft.com/office/officeart/2005/8/layout/vList2"/>
    <dgm:cxn modelId="{AB7B47E7-C5CA-4342-A49D-402ADA3B8DE2}" type="presOf" srcId="{263BBBC0-AF4D-467C-B275-A3D3D11165D3}" destId="{B5E1779D-C399-456E-A7B0-BDCB0B2FF68C}" srcOrd="0" destOrd="2" presId="urn:microsoft.com/office/officeart/2005/8/layout/vList2"/>
    <dgm:cxn modelId="{EB0BB1EC-8DC3-4B3D-9249-7122BFB18870}" srcId="{F9EDEF88-6BA8-40C5-ACAB-AA00D7847D06}" destId="{1CB71833-F21F-4A55-9269-97420C6601FF}" srcOrd="4" destOrd="0" parTransId="{0B38C465-6868-4389-8126-097C637D339B}" sibTransId="{0BE0C8ED-5FBC-4AF2-A1D9-444696DFB310}"/>
    <dgm:cxn modelId="{2F4DA6A3-4812-4D10-B4DF-2D33ED6099CE}" type="presParOf" srcId="{517F708D-19B7-41F1-A8A4-66FFA514B8EC}" destId="{13397647-FAC0-4563-839E-02750E40AF7D}" srcOrd="0" destOrd="0" presId="urn:microsoft.com/office/officeart/2005/8/layout/vList2"/>
    <dgm:cxn modelId="{58320F60-C003-44BC-B18D-C009ECAEF52F}" type="presParOf" srcId="{517F708D-19B7-41F1-A8A4-66FFA514B8EC}" destId="{B5E1779D-C399-456E-A7B0-BDCB0B2FF68C}" srcOrd="1" destOrd="0" presId="urn:microsoft.com/office/officeart/2005/8/layout/vList2"/>
    <dgm:cxn modelId="{4373A203-C245-4EA8-BFAF-23622C9DF8D2}" type="presParOf" srcId="{517F708D-19B7-41F1-A8A4-66FFA514B8EC}" destId="{4F0B3CEB-9889-438E-A3D9-CDFE921C5014}" srcOrd="2" destOrd="0" presId="urn:microsoft.com/office/officeart/2005/8/layout/vList2"/>
    <dgm:cxn modelId="{C81FFBF1-E9D0-4574-87DB-9D1F72D5DE9F}" type="presParOf" srcId="{517F708D-19B7-41F1-A8A4-66FFA514B8EC}" destId="{4EA6E360-C174-4979-A431-40D338BD4003}" srcOrd="3" destOrd="0" presId="urn:microsoft.com/office/officeart/2005/8/layout/vList2"/>
    <dgm:cxn modelId="{C5999583-5313-4499-ACA7-DCCBFE4935E6}" type="presParOf" srcId="{517F708D-19B7-41F1-A8A4-66FFA514B8EC}" destId="{AC224B12-8006-4C98-81B7-291F091CFCAF}" srcOrd="4" destOrd="0" presId="urn:microsoft.com/office/officeart/2005/8/layout/vList2"/>
    <dgm:cxn modelId="{43795E09-E997-444C-B6BC-FA96379E6F99}" type="presParOf" srcId="{517F708D-19B7-41F1-A8A4-66FFA514B8EC}" destId="{3F6D97BF-1EB8-4BB5-9C45-E5C325E04063}" srcOrd="5" destOrd="0" presId="urn:microsoft.com/office/officeart/2005/8/layout/vList2"/>
    <dgm:cxn modelId="{952E7860-8664-4963-96AF-25736B344B07}" type="presParOf" srcId="{517F708D-19B7-41F1-A8A4-66FFA514B8EC}" destId="{A473BF4A-38BB-4A3B-88EF-0F39EBB22CDF}" srcOrd="6" destOrd="0" presId="urn:microsoft.com/office/officeart/2005/8/layout/vList2"/>
    <dgm:cxn modelId="{E54BF30E-DF2D-4F68-BEB8-34DD357A9ADE}" type="presParOf" srcId="{517F708D-19B7-41F1-A8A4-66FFA514B8EC}" destId="{F2C3300F-E0C9-4311-94E4-BBEAEF10FFEE}" srcOrd="7" destOrd="0" presId="urn:microsoft.com/office/officeart/2005/8/layout/vList2"/>
    <dgm:cxn modelId="{9F90A309-B374-423E-9089-3AA0C2E5DD9D}" type="presParOf" srcId="{517F708D-19B7-41F1-A8A4-66FFA514B8EC}" destId="{F9E9724D-90D6-463F-9D6A-E0998C5F73E9}" srcOrd="8" destOrd="0" presId="urn:microsoft.com/office/officeart/2005/8/layout/vList2"/>
    <dgm:cxn modelId="{746A4528-F939-4F56-BF99-7C068E88C875}" type="presParOf" srcId="{517F708D-19B7-41F1-A8A4-66FFA514B8EC}" destId="{24B2FF52-4BB8-47C7-BEEA-F379E9E3200B}" srcOrd="9" destOrd="0" presId="urn:microsoft.com/office/officeart/2005/8/layout/vList2"/>
    <dgm:cxn modelId="{213AB2CE-B202-4053-B535-81A5702FB3CA}" type="presParOf" srcId="{517F708D-19B7-41F1-A8A4-66FFA514B8EC}" destId="{5FFA0F5D-D80B-4095-B384-DB6EADAA14C1}"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26DFBE5C-CFA2-46FF-A7F8-DFA9804B1FA3}"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s-CL"/>
        </a:p>
      </dgm:t>
    </dgm:pt>
    <dgm:pt modelId="{CD320B0C-91CE-4C4B-8DB9-C3733426432A}">
      <dgm:prSet custT="1"/>
      <dgm:spPr/>
      <dgm:t>
        <a:bodyPr/>
        <a:lstStyle/>
        <a:p>
          <a:r>
            <a:rPr lang="es-CL" sz="3000" dirty="0"/>
            <a:t>Revisión del estado del proyecto</a:t>
          </a:r>
        </a:p>
      </dgm:t>
    </dgm:pt>
    <dgm:pt modelId="{4F6ABBA9-9D44-4543-9753-769B12F6C200}" type="parTrans" cxnId="{6B781FE9-686E-4160-9D21-5C0FA9379730}">
      <dgm:prSet/>
      <dgm:spPr/>
      <dgm:t>
        <a:bodyPr/>
        <a:lstStyle/>
        <a:p>
          <a:endParaRPr lang="es-CL"/>
        </a:p>
      </dgm:t>
    </dgm:pt>
    <dgm:pt modelId="{43518C5F-FAE2-49E9-99EB-FCAFAF8358BC}" type="sibTrans" cxnId="{6B781FE9-686E-4160-9D21-5C0FA9379730}">
      <dgm:prSet/>
      <dgm:spPr/>
      <dgm:t>
        <a:bodyPr/>
        <a:lstStyle/>
        <a:p>
          <a:endParaRPr lang="es-CL"/>
        </a:p>
      </dgm:t>
    </dgm:pt>
    <dgm:pt modelId="{3343BA7B-CD29-4098-8194-E85117C2BA82}">
      <dgm:prSet custT="1"/>
      <dgm:spPr/>
      <dgm:t>
        <a:bodyPr/>
        <a:lstStyle/>
        <a:p>
          <a:r>
            <a:rPr lang="es-CL" sz="3000" dirty="0"/>
            <a:t>Definición final de requerimientos</a:t>
          </a:r>
        </a:p>
      </dgm:t>
    </dgm:pt>
    <dgm:pt modelId="{9DA4263A-6056-4735-9495-B8B24A41C186}" type="parTrans" cxnId="{74D18DEF-592F-4343-9E8D-0A05FB5ED485}">
      <dgm:prSet/>
      <dgm:spPr/>
      <dgm:t>
        <a:bodyPr/>
        <a:lstStyle/>
        <a:p>
          <a:endParaRPr lang="es-CL"/>
        </a:p>
      </dgm:t>
    </dgm:pt>
    <dgm:pt modelId="{4576B3D3-FDA7-47E3-BB9E-613C614F320C}" type="sibTrans" cxnId="{74D18DEF-592F-4343-9E8D-0A05FB5ED485}">
      <dgm:prSet/>
      <dgm:spPr/>
      <dgm:t>
        <a:bodyPr/>
        <a:lstStyle/>
        <a:p>
          <a:endParaRPr lang="es-CL"/>
        </a:p>
      </dgm:t>
    </dgm:pt>
    <dgm:pt modelId="{E9CCAF29-50A1-4135-A2F5-1EB7DE019FCC}">
      <dgm:prSet custT="1"/>
      <dgm:spPr/>
      <dgm:t>
        <a:bodyPr/>
        <a:lstStyle/>
        <a:p>
          <a:r>
            <a:rPr lang="es-CL" sz="3000" dirty="0"/>
            <a:t>Establecer la línea de base del sistema</a:t>
          </a:r>
        </a:p>
      </dgm:t>
    </dgm:pt>
    <dgm:pt modelId="{23F5C564-D06C-4D22-B790-42B65CA82F11}" type="parTrans" cxnId="{56381F6D-79D6-48D9-9BBF-24781B8BB5D9}">
      <dgm:prSet/>
      <dgm:spPr/>
      <dgm:t>
        <a:bodyPr/>
        <a:lstStyle/>
        <a:p>
          <a:endParaRPr lang="es-CL"/>
        </a:p>
      </dgm:t>
    </dgm:pt>
    <dgm:pt modelId="{0F64E273-908A-4F28-AA85-ED7893EE2C08}" type="sibTrans" cxnId="{56381F6D-79D6-48D9-9BBF-24781B8BB5D9}">
      <dgm:prSet/>
      <dgm:spPr/>
      <dgm:t>
        <a:bodyPr/>
        <a:lstStyle/>
        <a:p>
          <a:endParaRPr lang="es-CL"/>
        </a:p>
      </dgm:t>
    </dgm:pt>
    <dgm:pt modelId="{8D54D6DD-3917-4C16-B4E6-70EDC2750F79}">
      <dgm:prSet custT="1"/>
      <dgm:spPr/>
      <dgm:t>
        <a:bodyPr/>
        <a:lstStyle/>
        <a:p>
          <a:r>
            <a:rPr lang="es-CL" sz="3000" dirty="0"/>
            <a:t>Habilitar el paso a la fase de Diseño Preliminar (PDR)</a:t>
          </a:r>
        </a:p>
      </dgm:t>
    </dgm:pt>
    <dgm:pt modelId="{D5DCB6B6-2BAB-42D3-8C40-7830B0AEFEBB}" type="parTrans" cxnId="{B1A7EF26-6293-4DA3-BE81-5AC17C02266E}">
      <dgm:prSet/>
      <dgm:spPr/>
      <dgm:t>
        <a:bodyPr/>
        <a:lstStyle/>
        <a:p>
          <a:endParaRPr lang="es-CL"/>
        </a:p>
      </dgm:t>
    </dgm:pt>
    <dgm:pt modelId="{523299E4-8830-4C07-8033-62012D9DB7B4}" type="sibTrans" cxnId="{B1A7EF26-6293-4DA3-BE81-5AC17C02266E}">
      <dgm:prSet/>
      <dgm:spPr/>
      <dgm:t>
        <a:bodyPr/>
        <a:lstStyle/>
        <a:p>
          <a:endParaRPr lang="es-CL"/>
        </a:p>
      </dgm:t>
    </dgm:pt>
    <dgm:pt modelId="{F3F3B8AA-ACBD-4EE9-A7D5-464DDD8278D2}" type="pres">
      <dgm:prSet presAssocID="{26DFBE5C-CFA2-46FF-A7F8-DFA9804B1FA3}" presName="linear" presStyleCnt="0">
        <dgm:presLayoutVars>
          <dgm:animLvl val="lvl"/>
          <dgm:resizeHandles val="exact"/>
        </dgm:presLayoutVars>
      </dgm:prSet>
      <dgm:spPr/>
    </dgm:pt>
    <dgm:pt modelId="{53F2ADC3-CA64-47B6-A12B-42A3A708375E}" type="pres">
      <dgm:prSet presAssocID="{CD320B0C-91CE-4C4B-8DB9-C3733426432A}" presName="parentText" presStyleLbl="node1" presStyleIdx="0" presStyleCnt="4">
        <dgm:presLayoutVars>
          <dgm:chMax val="0"/>
          <dgm:bulletEnabled val="1"/>
        </dgm:presLayoutVars>
      </dgm:prSet>
      <dgm:spPr/>
    </dgm:pt>
    <dgm:pt modelId="{4A0AA6F5-1641-46F7-9933-3534F8B2BBB6}" type="pres">
      <dgm:prSet presAssocID="{43518C5F-FAE2-49E9-99EB-FCAFAF8358BC}" presName="spacer" presStyleCnt="0"/>
      <dgm:spPr/>
    </dgm:pt>
    <dgm:pt modelId="{7C5837A2-B8F9-410E-A07F-EEDCBFA23D4B}" type="pres">
      <dgm:prSet presAssocID="{3343BA7B-CD29-4098-8194-E85117C2BA82}" presName="parentText" presStyleLbl="node1" presStyleIdx="1" presStyleCnt="4">
        <dgm:presLayoutVars>
          <dgm:chMax val="0"/>
          <dgm:bulletEnabled val="1"/>
        </dgm:presLayoutVars>
      </dgm:prSet>
      <dgm:spPr/>
    </dgm:pt>
    <dgm:pt modelId="{4C581574-2B8D-4480-A9E6-C45BE65D8385}" type="pres">
      <dgm:prSet presAssocID="{4576B3D3-FDA7-47E3-BB9E-613C614F320C}" presName="spacer" presStyleCnt="0"/>
      <dgm:spPr/>
    </dgm:pt>
    <dgm:pt modelId="{2EBBB2B4-2DE1-456F-BD31-8FDC44E23831}" type="pres">
      <dgm:prSet presAssocID="{E9CCAF29-50A1-4135-A2F5-1EB7DE019FCC}" presName="parentText" presStyleLbl="node1" presStyleIdx="2" presStyleCnt="4">
        <dgm:presLayoutVars>
          <dgm:chMax val="0"/>
          <dgm:bulletEnabled val="1"/>
        </dgm:presLayoutVars>
      </dgm:prSet>
      <dgm:spPr/>
    </dgm:pt>
    <dgm:pt modelId="{F29477FF-EB3E-43A5-88B1-00C22193AF31}" type="pres">
      <dgm:prSet presAssocID="{0F64E273-908A-4F28-AA85-ED7893EE2C08}" presName="spacer" presStyleCnt="0"/>
      <dgm:spPr/>
    </dgm:pt>
    <dgm:pt modelId="{2AB8EA05-3ECA-4AA9-A672-9FC030304EB9}" type="pres">
      <dgm:prSet presAssocID="{8D54D6DD-3917-4C16-B4E6-70EDC2750F79}" presName="parentText" presStyleLbl="node1" presStyleIdx="3" presStyleCnt="4">
        <dgm:presLayoutVars>
          <dgm:chMax val="0"/>
          <dgm:bulletEnabled val="1"/>
        </dgm:presLayoutVars>
      </dgm:prSet>
      <dgm:spPr/>
    </dgm:pt>
  </dgm:ptLst>
  <dgm:cxnLst>
    <dgm:cxn modelId="{B1A7EF26-6293-4DA3-BE81-5AC17C02266E}" srcId="{26DFBE5C-CFA2-46FF-A7F8-DFA9804B1FA3}" destId="{8D54D6DD-3917-4C16-B4E6-70EDC2750F79}" srcOrd="3" destOrd="0" parTransId="{D5DCB6B6-2BAB-42D3-8C40-7830B0AEFEBB}" sibTransId="{523299E4-8830-4C07-8033-62012D9DB7B4}"/>
    <dgm:cxn modelId="{63506560-935A-44C7-BD53-6072294F81FF}" type="presOf" srcId="{3343BA7B-CD29-4098-8194-E85117C2BA82}" destId="{7C5837A2-B8F9-410E-A07F-EEDCBFA23D4B}" srcOrd="0" destOrd="0" presId="urn:microsoft.com/office/officeart/2005/8/layout/vList2"/>
    <dgm:cxn modelId="{8638C668-94CB-4E99-A045-47E55FEDEB19}" type="presOf" srcId="{CD320B0C-91CE-4C4B-8DB9-C3733426432A}" destId="{53F2ADC3-CA64-47B6-A12B-42A3A708375E}" srcOrd="0" destOrd="0" presId="urn:microsoft.com/office/officeart/2005/8/layout/vList2"/>
    <dgm:cxn modelId="{56381F6D-79D6-48D9-9BBF-24781B8BB5D9}" srcId="{26DFBE5C-CFA2-46FF-A7F8-DFA9804B1FA3}" destId="{E9CCAF29-50A1-4135-A2F5-1EB7DE019FCC}" srcOrd="2" destOrd="0" parTransId="{23F5C564-D06C-4D22-B790-42B65CA82F11}" sibTransId="{0F64E273-908A-4F28-AA85-ED7893EE2C08}"/>
    <dgm:cxn modelId="{C18F4271-FD30-4C51-AFA9-4452D443B4C7}" type="presOf" srcId="{8D54D6DD-3917-4C16-B4E6-70EDC2750F79}" destId="{2AB8EA05-3ECA-4AA9-A672-9FC030304EB9}" srcOrd="0" destOrd="0" presId="urn:microsoft.com/office/officeart/2005/8/layout/vList2"/>
    <dgm:cxn modelId="{A8E58874-6D33-4D04-949F-BC273CCADDA4}" type="presOf" srcId="{26DFBE5C-CFA2-46FF-A7F8-DFA9804B1FA3}" destId="{F3F3B8AA-ACBD-4EE9-A7D5-464DDD8278D2}" srcOrd="0" destOrd="0" presId="urn:microsoft.com/office/officeart/2005/8/layout/vList2"/>
    <dgm:cxn modelId="{4295B5B7-4209-4037-B82A-DD95DB5853D8}" type="presOf" srcId="{E9CCAF29-50A1-4135-A2F5-1EB7DE019FCC}" destId="{2EBBB2B4-2DE1-456F-BD31-8FDC44E23831}" srcOrd="0" destOrd="0" presId="urn:microsoft.com/office/officeart/2005/8/layout/vList2"/>
    <dgm:cxn modelId="{6B781FE9-686E-4160-9D21-5C0FA9379730}" srcId="{26DFBE5C-CFA2-46FF-A7F8-DFA9804B1FA3}" destId="{CD320B0C-91CE-4C4B-8DB9-C3733426432A}" srcOrd="0" destOrd="0" parTransId="{4F6ABBA9-9D44-4543-9753-769B12F6C200}" sibTransId="{43518C5F-FAE2-49E9-99EB-FCAFAF8358BC}"/>
    <dgm:cxn modelId="{74D18DEF-592F-4343-9E8D-0A05FB5ED485}" srcId="{26DFBE5C-CFA2-46FF-A7F8-DFA9804B1FA3}" destId="{3343BA7B-CD29-4098-8194-E85117C2BA82}" srcOrd="1" destOrd="0" parTransId="{9DA4263A-6056-4735-9495-B8B24A41C186}" sibTransId="{4576B3D3-FDA7-47E3-BB9E-613C614F320C}"/>
    <dgm:cxn modelId="{54436E4A-ED4E-4115-AE43-787BFF6545C3}" type="presParOf" srcId="{F3F3B8AA-ACBD-4EE9-A7D5-464DDD8278D2}" destId="{53F2ADC3-CA64-47B6-A12B-42A3A708375E}" srcOrd="0" destOrd="0" presId="urn:microsoft.com/office/officeart/2005/8/layout/vList2"/>
    <dgm:cxn modelId="{19C94D4B-FE7B-4E1C-96A9-2FAB1EE80F47}" type="presParOf" srcId="{F3F3B8AA-ACBD-4EE9-A7D5-464DDD8278D2}" destId="{4A0AA6F5-1641-46F7-9933-3534F8B2BBB6}" srcOrd="1" destOrd="0" presId="urn:microsoft.com/office/officeart/2005/8/layout/vList2"/>
    <dgm:cxn modelId="{4DE17232-4FDE-48CD-8F1C-285330BACE49}" type="presParOf" srcId="{F3F3B8AA-ACBD-4EE9-A7D5-464DDD8278D2}" destId="{7C5837A2-B8F9-410E-A07F-EEDCBFA23D4B}" srcOrd="2" destOrd="0" presId="urn:microsoft.com/office/officeart/2005/8/layout/vList2"/>
    <dgm:cxn modelId="{11217069-7884-405A-8E18-526FD7ABFD5B}" type="presParOf" srcId="{F3F3B8AA-ACBD-4EE9-A7D5-464DDD8278D2}" destId="{4C581574-2B8D-4480-A9E6-C45BE65D8385}" srcOrd="3" destOrd="0" presId="urn:microsoft.com/office/officeart/2005/8/layout/vList2"/>
    <dgm:cxn modelId="{531F8F7D-2ADB-4296-96D5-627D184B59B2}" type="presParOf" srcId="{F3F3B8AA-ACBD-4EE9-A7D5-464DDD8278D2}" destId="{2EBBB2B4-2DE1-456F-BD31-8FDC44E23831}" srcOrd="4" destOrd="0" presId="urn:microsoft.com/office/officeart/2005/8/layout/vList2"/>
    <dgm:cxn modelId="{74FDC61A-B53B-493C-BC81-7DF41A408D57}" type="presParOf" srcId="{F3F3B8AA-ACBD-4EE9-A7D5-464DDD8278D2}" destId="{F29477FF-EB3E-43A5-88B1-00C22193AF31}" srcOrd="5" destOrd="0" presId="urn:microsoft.com/office/officeart/2005/8/layout/vList2"/>
    <dgm:cxn modelId="{6809E2D2-3D14-4986-A332-47C7B388A354}" type="presParOf" srcId="{F3F3B8AA-ACBD-4EE9-A7D5-464DDD8278D2}" destId="{2AB8EA05-3ECA-4AA9-A672-9FC030304EB9}"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BFA453-4CBF-46A0-B5F2-28F44C1CF41A}"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s-CL"/>
        </a:p>
      </dgm:t>
    </dgm:pt>
    <dgm:pt modelId="{30A610AA-4B79-48F3-947C-F069D06A4D57}">
      <dgm:prSet/>
      <dgm:spPr>
        <a:solidFill>
          <a:srgbClr val="00B050"/>
        </a:solidFill>
      </dgm:spPr>
      <dgm:t>
        <a:bodyPr/>
        <a:lstStyle/>
        <a:p>
          <a:r>
            <a:rPr lang="es-MX" dirty="0"/>
            <a:t>Carga útil de comunicaciones tipo Store &amp; Forward</a:t>
          </a:r>
          <a:endParaRPr lang="es-CL" dirty="0"/>
        </a:p>
      </dgm:t>
    </dgm:pt>
    <dgm:pt modelId="{564AED18-3D4A-44E8-84DC-38E72018B0D9}" type="parTrans" cxnId="{FAA8A5E7-2FE6-48C6-84B9-C57CC664BB0B}">
      <dgm:prSet/>
      <dgm:spPr/>
      <dgm:t>
        <a:bodyPr/>
        <a:lstStyle/>
        <a:p>
          <a:endParaRPr lang="es-CL"/>
        </a:p>
      </dgm:t>
    </dgm:pt>
    <dgm:pt modelId="{14ADA6FA-7585-426F-8082-4757D66EFC0D}" type="sibTrans" cxnId="{FAA8A5E7-2FE6-48C6-84B9-C57CC664BB0B}">
      <dgm:prSet/>
      <dgm:spPr/>
      <dgm:t>
        <a:bodyPr/>
        <a:lstStyle/>
        <a:p>
          <a:endParaRPr lang="es-CL"/>
        </a:p>
      </dgm:t>
    </dgm:pt>
    <dgm:pt modelId="{02F0156B-4070-4074-8EA7-06159128017E}">
      <dgm:prSet/>
      <dgm:spPr>
        <a:solidFill>
          <a:srgbClr val="00B050"/>
        </a:solidFill>
      </dgm:spPr>
      <dgm:t>
        <a:bodyPr/>
        <a:lstStyle/>
        <a:p>
          <a:r>
            <a:rPr lang="es-MX"/>
            <a:t>Integrada en plataforma CubeSat 12U</a:t>
          </a:r>
          <a:endParaRPr lang="es-CL"/>
        </a:p>
      </dgm:t>
    </dgm:pt>
    <dgm:pt modelId="{52C73A42-605F-496C-BBC7-AA6CA328870F}" type="parTrans" cxnId="{188AB48C-A793-4B2A-8204-B99250A9F3CA}">
      <dgm:prSet/>
      <dgm:spPr/>
      <dgm:t>
        <a:bodyPr/>
        <a:lstStyle/>
        <a:p>
          <a:endParaRPr lang="es-CL"/>
        </a:p>
      </dgm:t>
    </dgm:pt>
    <dgm:pt modelId="{36F2DA58-DE54-49F2-9F1D-53294B6725BB}" type="sibTrans" cxnId="{188AB48C-A793-4B2A-8204-B99250A9F3CA}">
      <dgm:prSet/>
      <dgm:spPr/>
      <dgm:t>
        <a:bodyPr/>
        <a:lstStyle/>
        <a:p>
          <a:endParaRPr lang="es-CL"/>
        </a:p>
      </dgm:t>
    </dgm:pt>
    <dgm:pt modelId="{3E2F535C-C3ED-499F-AD1B-5BEF6DEED627}">
      <dgm:prSet/>
      <dgm:spPr>
        <a:solidFill>
          <a:srgbClr val="00B050"/>
        </a:solidFill>
      </dgm:spPr>
      <dgm:t>
        <a:bodyPr/>
        <a:lstStyle/>
        <a:p>
          <a:r>
            <a:rPr lang="es-MX" dirty="0"/>
            <a:t>Recepción UHF desde estaciones remotas</a:t>
          </a:r>
          <a:endParaRPr lang="es-CL" dirty="0"/>
        </a:p>
      </dgm:t>
    </dgm:pt>
    <dgm:pt modelId="{69BE06CE-CDEF-4085-A3FF-01808E04F955}" type="parTrans" cxnId="{5EAAE126-0CD7-4A57-9202-11602D0E2905}">
      <dgm:prSet/>
      <dgm:spPr/>
      <dgm:t>
        <a:bodyPr/>
        <a:lstStyle/>
        <a:p>
          <a:endParaRPr lang="es-CL"/>
        </a:p>
      </dgm:t>
    </dgm:pt>
    <dgm:pt modelId="{6C7D1FA0-140A-435B-A13A-A73E2A48FE29}" type="sibTrans" cxnId="{5EAAE126-0CD7-4A57-9202-11602D0E2905}">
      <dgm:prSet/>
      <dgm:spPr/>
      <dgm:t>
        <a:bodyPr/>
        <a:lstStyle/>
        <a:p>
          <a:endParaRPr lang="es-CL"/>
        </a:p>
      </dgm:t>
    </dgm:pt>
    <dgm:pt modelId="{FCD2BF78-2BE2-4F21-BF80-4A76840106CE}">
      <dgm:prSet/>
      <dgm:spPr>
        <a:solidFill>
          <a:srgbClr val="00B050"/>
        </a:solidFill>
      </dgm:spPr>
      <dgm:t>
        <a:bodyPr/>
        <a:lstStyle/>
        <a:p>
          <a:r>
            <a:rPr lang="es-MX" dirty="0"/>
            <a:t>Almacenamiento temporal de datos a bordo</a:t>
          </a:r>
          <a:endParaRPr lang="es-CL" dirty="0"/>
        </a:p>
      </dgm:t>
    </dgm:pt>
    <dgm:pt modelId="{89E3F76A-F2B3-4A06-BB04-7514E1B2BBFA}" type="parTrans" cxnId="{5DFB292E-449C-436A-BC06-768182D3D3C2}">
      <dgm:prSet/>
      <dgm:spPr/>
      <dgm:t>
        <a:bodyPr/>
        <a:lstStyle/>
        <a:p>
          <a:endParaRPr lang="es-CL"/>
        </a:p>
      </dgm:t>
    </dgm:pt>
    <dgm:pt modelId="{20FDB301-8D92-4AD5-80AB-C8397536458C}" type="sibTrans" cxnId="{5DFB292E-449C-436A-BC06-768182D3D3C2}">
      <dgm:prSet/>
      <dgm:spPr/>
      <dgm:t>
        <a:bodyPr/>
        <a:lstStyle/>
        <a:p>
          <a:endParaRPr lang="es-CL"/>
        </a:p>
      </dgm:t>
    </dgm:pt>
    <dgm:pt modelId="{70D873B2-429D-4A44-A43B-581723AC14E8}">
      <dgm:prSet/>
      <dgm:spPr>
        <a:solidFill>
          <a:srgbClr val="00B050"/>
        </a:solidFill>
      </dgm:spPr>
      <dgm:t>
        <a:bodyPr/>
        <a:lstStyle/>
        <a:p>
          <a:r>
            <a:rPr lang="es-MX" dirty="0"/>
            <a:t>Descarga diferida a estaciones terrenas vía Banda S</a:t>
          </a:r>
          <a:endParaRPr lang="es-CL" dirty="0"/>
        </a:p>
      </dgm:t>
    </dgm:pt>
    <dgm:pt modelId="{493DE0B9-17B2-4DAA-97EE-A82E47143318}" type="parTrans" cxnId="{DF6920AE-FA29-489F-82F6-20815C62FB64}">
      <dgm:prSet/>
      <dgm:spPr/>
      <dgm:t>
        <a:bodyPr/>
        <a:lstStyle/>
        <a:p>
          <a:endParaRPr lang="es-CL"/>
        </a:p>
      </dgm:t>
    </dgm:pt>
    <dgm:pt modelId="{58CC0E02-C7B8-4709-9DC4-9E2704254D13}" type="sibTrans" cxnId="{DF6920AE-FA29-489F-82F6-20815C62FB64}">
      <dgm:prSet/>
      <dgm:spPr/>
      <dgm:t>
        <a:bodyPr/>
        <a:lstStyle/>
        <a:p>
          <a:endParaRPr lang="es-CL"/>
        </a:p>
      </dgm:t>
    </dgm:pt>
    <dgm:pt modelId="{F875D66D-F82D-4B75-9AB3-79D2C2727D87}" type="pres">
      <dgm:prSet presAssocID="{E4BFA453-4CBF-46A0-B5F2-28F44C1CF41A}" presName="linear" presStyleCnt="0">
        <dgm:presLayoutVars>
          <dgm:animLvl val="lvl"/>
          <dgm:resizeHandles val="exact"/>
        </dgm:presLayoutVars>
      </dgm:prSet>
      <dgm:spPr/>
    </dgm:pt>
    <dgm:pt modelId="{FD6C7263-7A8B-4D8B-B925-D1D8936DBAFB}" type="pres">
      <dgm:prSet presAssocID="{30A610AA-4B79-48F3-947C-F069D06A4D57}" presName="parentText" presStyleLbl="node1" presStyleIdx="0" presStyleCnt="5">
        <dgm:presLayoutVars>
          <dgm:chMax val="0"/>
          <dgm:bulletEnabled val="1"/>
        </dgm:presLayoutVars>
      </dgm:prSet>
      <dgm:spPr/>
    </dgm:pt>
    <dgm:pt modelId="{7A97E32B-4ECA-4987-B646-B745F7907B77}" type="pres">
      <dgm:prSet presAssocID="{14ADA6FA-7585-426F-8082-4757D66EFC0D}" presName="spacer" presStyleCnt="0"/>
      <dgm:spPr/>
    </dgm:pt>
    <dgm:pt modelId="{919C8DD7-05A6-4E2E-A3BA-60113BF7D6ED}" type="pres">
      <dgm:prSet presAssocID="{02F0156B-4070-4074-8EA7-06159128017E}" presName="parentText" presStyleLbl="node1" presStyleIdx="1" presStyleCnt="5">
        <dgm:presLayoutVars>
          <dgm:chMax val="0"/>
          <dgm:bulletEnabled val="1"/>
        </dgm:presLayoutVars>
      </dgm:prSet>
      <dgm:spPr/>
    </dgm:pt>
    <dgm:pt modelId="{C2981EF3-4239-41E5-B700-C0799F7D2BF1}" type="pres">
      <dgm:prSet presAssocID="{36F2DA58-DE54-49F2-9F1D-53294B6725BB}" presName="spacer" presStyleCnt="0"/>
      <dgm:spPr/>
    </dgm:pt>
    <dgm:pt modelId="{DBC281D6-960F-46CB-9AA4-7BFD71F0531A}" type="pres">
      <dgm:prSet presAssocID="{3E2F535C-C3ED-499F-AD1B-5BEF6DEED627}" presName="parentText" presStyleLbl="node1" presStyleIdx="2" presStyleCnt="5">
        <dgm:presLayoutVars>
          <dgm:chMax val="0"/>
          <dgm:bulletEnabled val="1"/>
        </dgm:presLayoutVars>
      </dgm:prSet>
      <dgm:spPr/>
    </dgm:pt>
    <dgm:pt modelId="{F704EEDB-EA4A-45D2-9A42-AE446BDD83F5}" type="pres">
      <dgm:prSet presAssocID="{6C7D1FA0-140A-435B-A13A-A73E2A48FE29}" presName="spacer" presStyleCnt="0"/>
      <dgm:spPr/>
    </dgm:pt>
    <dgm:pt modelId="{C7377544-CDDC-4AAF-889D-9A42336A4261}" type="pres">
      <dgm:prSet presAssocID="{FCD2BF78-2BE2-4F21-BF80-4A76840106CE}" presName="parentText" presStyleLbl="node1" presStyleIdx="3" presStyleCnt="5">
        <dgm:presLayoutVars>
          <dgm:chMax val="0"/>
          <dgm:bulletEnabled val="1"/>
        </dgm:presLayoutVars>
      </dgm:prSet>
      <dgm:spPr/>
    </dgm:pt>
    <dgm:pt modelId="{C7568B04-DA4C-4778-98D0-F8F5081A649A}" type="pres">
      <dgm:prSet presAssocID="{20FDB301-8D92-4AD5-80AB-C8397536458C}" presName="spacer" presStyleCnt="0"/>
      <dgm:spPr/>
    </dgm:pt>
    <dgm:pt modelId="{8EB70756-4359-4843-A592-3610035871D0}" type="pres">
      <dgm:prSet presAssocID="{70D873B2-429D-4A44-A43B-581723AC14E8}" presName="parentText" presStyleLbl="node1" presStyleIdx="4" presStyleCnt="5">
        <dgm:presLayoutVars>
          <dgm:chMax val="0"/>
          <dgm:bulletEnabled val="1"/>
        </dgm:presLayoutVars>
      </dgm:prSet>
      <dgm:spPr/>
    </dgm:pt>
  </dgm:ptLst>
  <dgm:cxnLst>
    <dgm:cxn modelId="{7CAB1901-7036-4077-92EE-4E926D5A7DD1}" type="presOf" srcId="{30A610AA-4B79-48F3-947C-F069D06A4D57}" destId="{FD6C7263-7A8B-4D8B-B925-D1D8936DBAFB}" srcOrd="0" destOrd="0" presId="urn:microsoft.com/office/officeart/2005/8/layout/vList2"/>
    <dgm:cxn modelId="{5EAAE126-0CD7-4A57-9202-11602D0E2905}" srcId="{E4BFA453-4CBF-46A0-B5F2-28F44C1CF41A}" destId="{3E2F535C-C3ED-499F-AD1B-5BEF6DEED627}" srcOrd="2" destOrd="0" parTransId="{69BE06CE-CDEF-4085-A3FF-01808E04F955}" sibTransId="{6C7D1FA0-140A-435B-A13A-A73E2A48FE29}"/>
    <dgm:cxn modelId="{5DFB292E-449C-436A-BC06-768182D3D3C2}" srcId="{E4BFA453-4CBF-46A0-B5F2-28F44C1CF41A}" destId="{FCD2BF78-2BE2-4F21-BF80-4A76840106CE}" srcOrd="3" destOrd="0" parTransId="{89E3F76A-F2B3-4A06-BB04-7514E1B2BBFA}" sibTransId="{20FDB301-8D92-4AD5-80AB-C8397536458C}"/>
    <dgm:cxn modelId="{5BC01138-0951-4DE3-97AB-0952F1EA5872}" type="presOf" srcId="{E4BFA453-4CBF-46A0-B5F2-28F44C1CF41A}" destId="{F875D66D-F82D-4B75-9AB3-79D2C2727D87}" srcOrd="0" destOrd="0" presId="urn:microsoft.com/office/officeart/2005/8/layout/vList2"/>
    <dgm:cxn modelId="{D050F34E-D0E0-4ED8-8709-DFC1029493B6}" type="presOf" srcId="{70D873B2-429D-4A44-A43B-581723AC14E8}" destId="{8EB70756-4359-4843-A592-3610035871D0}" srcOrd="0" destOrd="0" presId="urn:microsoft.com/office/officeart/2005/8/layout/vList2"/>
    <dgm:cxn modelId="{E105B075-A068-428E-A917-BF7D2C477091}" type="presOf" srcId="{3E2F535C-C3ED-499F-AD1B-5BEF6DEED627}" destId="{DBC281D6-960F-46CB-9AA4-7BFD71F0531A}" srcOrd="0" destOrd="0" presId="urn:microsoft.com/office/officeart/2005/8/layout/vList2"/>
    <dgm:cxn modelId="{188AB48C-A793-4B2A-8204-B99250A9F3CA}" srcId="{E4BFA453-4CBF-46A0-B5F2-28F44C1CF41A}" destId="{02F0156B-4070-4074-8EA7-06159128017E}" srcOrd="1" destOrd="0" parTransId="{52C73A42-605F-496C-BBC7-AA6CA328870F}" sibTransId="{36F2DA58-DE54-49F2-9F1D-53294B6725BB}"/>
    <dgm:cxn modelId="{69E6FE9D-E122-4544-8C8C-BEE9C06A31AC}" type="presOf" srcId="{FCD2BF78-2BE2-4F21-BF80-4A76840106CE}" destId="{C7377544-CDDC-4AAF-889D-9A42336A4261}" srcOrd="0" destOrd="0" presId="urn:microsoft.com/office/officeart/2005/8/layout/vList2"/>
    <dgm:cxn modelId="{DF6920AE-FA29-489F-82F6-20815C62FB64}" srcId="{E4BFA453-4CBF-46A0-B5F2-28F44C1CF41A}" destId="{70D873B2-429D-4A44-A43B-581723AC14E8}" srcOrd="4" destOrd="0" parTransId="{493DE0B9-17B2-4DAA-97EE-A82E47143318}" sibTransId="{58CC0E02-C7B8-4709-9DC4-9E2704254D13}"/>
    <dgm:cxn modelId="{AC751DBE-FA68-44AB-A753-376557D5C512}" type="presOf" srcId="{02F0156B-4070-4074-8EA7-06159128017E}" destId="{919C8DD7-05A6-4E2E-A3BA-60113BF7D6ED}" srcOrd="0" destOrd="0" presId="urn:microsoft.com/office/officeart/2005/8/layout/vList2"/>
    <dgm:cxn modelId="{FAA8A5E7-2FE6-48C6-84B9-C57CC664BB0B}" srcId="{E4BFA453-4CBF-46A0-B5F2-28F44C1CF41A}" destId="{30A610AA-4B79-48F3-947C-F069D06A4D57}" srcOrd="0" destOrd="0" parTransId="{564AED18-3D4A-44E8-84DC-38E72018B0D9}" sibTransId="{14ADA6FA-7585-426F-8082-4757D66EFC0D}"/>
    <dgm:cxn modelId="{B8AC0E31-81B4-442E-8228-4079B4DED125}" type="presParOf" srcId="{F875D66D-F82D-4B75-9AB3-79D2C2727D87}" destId="{FD6C7263-7A8B-4D8B-B925-D1D8936DBAFB}" srcOrd="0" destOrd="0" presId="urn:microsoft.com/office/officeart/2005/8/layout/vList2"/>
    <dgm:cxn modelId="{3A2B5E1D-D959-429C-931B-B731C3E81262}" type="presParOf" srcId="{F875D66D-F82D-4B75-9AB3-79D2C2727D87}" destId="{7A97E32B-4ECA-4987-B646-B745F7907B77}" srcOrd="1" destOrd="0" presId="urn:microsoft.com/office/officeart/2005/8/layout/vList2"/>
    <dgm:cxn modelId="{8F1E83EC-74FA-42E2-9C19-0119AA2B8253}" type="presParOf" srcId="{F875D66D-F82D-4B75-9AB3-79D2C2727D87}" destId="{919C8DD7-05A6-4E2E-A3BA-60113BF7D6ED}" srcOrd="2" destOrd="0" presId="urn:microsoft.com/office/officeart/2005/8/layout/vList2"/>
    <dgm:cxn modelId="{BE62E6BD-B3A4-4F5A-B385-DB7C1DA4D409}" type="presParOf" srcId="{F875D66D-F82D-4B75-9AB3-79D2C2727D87}" destId="{C2981EF3-4239-41E5-B700-C0799F7D2BF1}" srcOrd="3" destOrd="0" presId="urn:microsoft.com/office/officeart/2005/8/layout/vList2"/>
    <dgm:cxn modelId="{E20D19B9-C88C-4D88-B527-1F1366BA0EBE}" type="presParOf" srcId="{F875D66D-F82D-4B75-9AB3-79D2C2727D87}" destId="{DBC281D6-960F-46CB-9AA4-7BFD71F0531A}" srcOrd="4" destOrd="0" presId="urn:microsoft.com/office/officeart/2005/8/layout/vList2"/>
    <dgm:cxn modelId="{044CF8D8-F7B9-4722-B91F-4A7EEA028431}" type="presParOf" srcId="{F875D66D-F82D-4B75-9AB3-79D2C2727D87}" destId="{F704EEDB-EA4A-45D2-9A42-AE446BDD83F5}" srcOrd="5" destOrd="0" presId="urn:microsoft.com/office/officeart/2005/8/layout/vList2"/>
    <dgm:cxn modelId="{7565EB06-A28B-4CDE-903B-BDD1133B9DBF}" type="presParOf" srcId="{F875D66D-F82D-4B75-9AB3-79D2C2727D87}" destId="{C7377544-CDDC-4AAF-889D-9A42336A4261}" srcOrd="6" destOrd="0" presId="urn:microsoft.com/office/officeart/2005/8/layout/vList2"/>
    <dgm:cxn modelId="{C577A5C0-3708-41E2-B971-DF0C1AB1C119}" type="presParOf" srcId="{F875D66D-F82D-4B75-9AB3-79D2C2727D87}" destId="{C7568B04-DA4C-4778-98D0-F8F5081A649A}" srcOrd="7" destOrd="0" presId="urn:microsoft.com/office/officeart/2005/8/layout/vList2"/>
    <dgm:cxn modelId="{3351877C-CE94-460A-9E44-A48C8282D232}" type="presParOf" srcId="{F875D66D-F82D-4B75-9AB3-79D2C2727D87}" destId="{8EB70756-4359-4843-A592-3610035871D0}"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4BFA453-4CBF-46A0-B5F2-28F44C1CF41A}"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s-CL"/>
        </a:p>
      </dgm:t>
    </dgm:pt>
    <dgm:pt modelId="{52461C26-C076-4F23-A530-0762767D072B}">
      <dgm:prSet/>
      <dgm:spPr>
        <a:solidFill>
          <a:srgbClr val="00B050"/>
        </a:solidFill>
      </dgm:spPr>
      <dgm:t>
        <a:bodyPr/>
        <a:lstStyle/>
        <a:p>
          <a:r>
            <a:rPr lang="es-CL" dirty="0"/>
            <a:t>Recepción de datos en 401 - 403 MHz</a:t>
          </a:r>
        </a:p>
      </dgm:t>
    </dgm:pt>
    <dgm:pt modelId="{FF90FA86-C01F-466D-8D2F-8EAE213E4DC1}" type="parTrans" cxnId="{5CBA876D-315D-473F-B3A8-1626CB81FBF9}">
      <dgm:prSet/>
      <dgm:spPr/>
      <dgm:t>
        <a:bodyPr/>
        <a:lstStyle/>
        <a:p>
          <a:endParaRPr lang="es-CL"/>
        </a:p>
      </dgm:t>
    </dgm:pt>
    <dgm:pt modelId="{1C991FE6-4906-44F4-B19A-9271D2B9F863}" type="sibTrans" cxnId="{5CBA876D-315D-473F-B3A8-1626CB81FBF9}">
      <dgm:prSet/>
      <dgm:spPr/>
      <dgm:t>
        <a:bodyPr/>
        <a:lstStyle/>
        <a:p>
          <a:endParaRPr lang="es-CL"/>
        </a:p>
      </dgm:t>
    </dgm:pt>
    <dgm:pt modelId="{A27F25EF-043B-4A6E-A0FC-036337C39A2B}">
      <dgm:prSet/>
      <dgm:spPr>
        <a:solidFill>
          <a:srgbClr val="00B050"/>
        </a:solidFill>
      </dgm:spPr>
      <dgm:t>
        <a:bodyPr/>
        <a:lstStyle/>
        <a:p>
          <a:r>
            <a:rPr lang="es-CL" dirty="0"/>
            <a:t>Identificación del mensaje y decodificación</a:t>
          </a:r>
        </a:p>
      </dgm:t>
    </dgm:pt>
    <dgm:pt modelId="{0686EA33-41AC-466E-BE7D-844315B721FC}" type="parTrans" cxnId="{478EAEF6-987C-4190-BAA2-FA08624CBEBE}">
      <dgm:prSet/>
      <dgm:spPr/>
      <dgm:t>
        <a:bodyPr/>
        <a:lstStyle/>
        <a:p>
          <a:endParaRPr lang="es-CL"/>
        </a:p>
      </dgm:t>
    </dgm:pt>
    <dgm:pt modelId="{63D20B5D-1ABD-477E-B7C0-EA92BE774028}" type="sibTrans" cxnId="{478EAEF6-987C-4190-BAA2-FA08624CBEBE}">
      <dgm:prSet/>
      <dgm:spPr/>
      <dgm:t>
        <a:bodyPr/>
        <a:lstStyle/>
        <a:p>
          <a:endParaRPr lang="es-CL"/>
        </a:p>
      </dgm:t>
    </dgm:pt>
    <dgm:pt modelId="{CBA4F4A2-F3A6-4DCA-A777-5DE6C71DAD40}">
      <dgm:prSet/>
      <dgm:spPr>
        <a:solidFill>
          <a:srgbClr val="00B050"/>
        </a:solidFill>
      </dgm:spPr>
      <dgm:t>
        <a:bodyPr/>
        <a:lstStyle/>
        <a:p>
          <a:r>
            <a:rPr lang="es-CL" dirty="0"/>
            <a:t>Almacenamiento de datos de 16 GB</a:t>
          </a:r>
        </a:p>
      </dgm:t>
    </dgm:pt>
    <dgm:pt modelId="{E32AD5D5-4E8D-4841-A904-9EC1CF092A21}" type="parTrans" cxnId="{03D1562B-32D9-479E-AF34-E742BCF08F10}">
      <dgm:prSet/>
      <dgm:spPr/>
      <dgm:t>
        <a:bodyPr/>
        <a:lstStyle/>
        <a:p>
          <a:endParaRPr lang="es-CL"/>
        </a:p>
      </dgm:t>
    </dgm:pt>
    <dgm:pt modelId="{1F90362B-2643-43A2-A740-7F7603C1223E}" type="sibTrans" cxnId="{03D1562B-32D9-479E-AF34-E742BCF08F10}">
      <dgm:prSet/>
      <dgm:spPr/>
      <dgm:t>
        <a:bodyPr/>
        <a:lstStyle/>
        <a:p>
          <a:endParaRPr lang="es-CL"/>
        </a:p>
      </dgm:t>
    </dgm:pt>
    <dgm:pt modelId="{D2E22111-80E2-409C-A8E8-48DC4578D553}">
      <dgm:prSet/>
      <dgm:spPr>
        <a:solidFill>
          <a:srgbClr val="00B050"/>
        </a:solidFill>
      </dgm:spPr>
      <dgm:t>
        <a:bodyPr/>
        <a:lstStyle/>
        <a:p>
          <a:r>
            <a:rPr lang="es-CL" dirty="0"/>
            <a:t>Control de zona definida para recepción y descarga de mensajes</a:t>
          </a:r>
        </a:p>
      </dgm:t>
    </dgm:pt>
    <dgm:pt modelId="{5DAEF8BD-8223-4420-BE1D-E53217F960F8}" type="parTrans" cxnId="{3FBC8262-9CCD-42F8-ACDD-0E965140CEAE}">
      <dgm:prSet/>
      <dgm:spPr/>
      <dgm:t>
        <a:bodyPr/>
        <a:lstStyle/>
        <a:p>
          <a:endParaRPr lang="es-CL"/>
        </a:p>
      </dgm:t>
    </dgm:pt>
    <dgm:pt modelId="{80614B13-472F-42F8-9E11-2D889295E9CC}" type="sibTrans" cxnId="{3FBC8262-9CCD-42F8-ACDD-0E965140CEAE}">
      <dgm:prSet/>
      <dgm:spPr/>
      <dgm:t>
        <a:bodyPr/>
        <a:lstStyle/>
        <a:p>
          <a:endParaRPr lang="es-CL"/>
        </a:p>
      </dgm:t>
    </dgm:pt>
    <dgm:pt modelId="{8D44CDA5-D010-4756-BD9A-5F176E9169F3}">
      <dgm:prSet/>
      <dgm:spPr>
        <a:solidFill>
          <a:srgbClr val="00B050"/>
        </a:solidFill>
      </dgm:spPr>
      <dgm:t>
        <a:bodyPr/>
        <a:lstStyle/>
        <a:p>
          <a:r>
            <a:rPr lang="es-CL" dirty="0"/>
            <a:t>Transmisión de datos por banda S (2200 MHz)</a:t>
          </a:r>
        </a:p>
      </dgm:t>
    </dgm:pt>
    <dgm:pt modelId="{409F6F34-B257-4B8E-A15F-D510670BBC4C}" type="sibTrans" cxnId="{796265B8-1DF7-4950-B140-D7DEC19D7D39}">
      <dgm:prSet/>
      <dgm:spPr/>
      <dgm:t>
        <a:bodyPr/>
        <a:lstStyle/>
        <a:p>
          <a:endParaRPr lang="es-CL"/>
        </a:p>
      </dgm:t>
    </dgm:pt>
    <dgm:pt modelId="{81C54DE2-ED50-421D-B327-C6CBE919F797}" type="parTrans" cxnId="{796265B8-1DF7-4950-B140-D7DEC19D7D39}">
      <dgm:prSet/>
      <dgm:spPr/>
      <dgm:t>
        <a:bodyPr/>
        <a:lstStyle/>
        <a:p>
          <a:endParaRPr lang="es-CL"/>
        </a:p>
      </dgm:t>
    </dgm:pt>
    <dgm:pt modelId="{F875D66D-F82D-4B75-9AB3-79D2C2727D87}" type="pres">
      <dgm:prSet presAssocID="{E4BFA453-4CBF-46A0-B5F2-28F44C1CF41A}" presName="linear" presStyleCnt="0">
        <dgm:presLayoutVars>
          <dgm:animLvl val="lvl"/>
          <dgm:resizeHandles val="exact"/>
        </dgm:presLayoutVars>
      </dgm:prSet>
      <dgm:spPr/>
    </dgm:pt>
    <dgm:pt modelId="{94BAC9D8-7D4A-4290-93B1-D07AF1120AA6}" type="pres">
      <dgm:prSet presAssocID="{52461C26-C076-4F23-A530-0762767D072B}" presName="parentText" presStyleLbl="node1" presStyleIdx="0" presStyleCnt="5">
        <dgm:presLayoutVars>
          <dgm:chMax val="0"/>
          <dgm:bulletEnabled val="1"/>
        </dgm:presLayoutVars>
      </dgm:prSet>
      <dgm:spPr/>
    </dgm:pt>
    <dgm:pt modelId="{649EF9DE-5681-4B6A-B970-F4A06AD9A0B1}" type="pres">
      <dgm:prSet presAssocID="{1C991FE6-4906-44F4-B19A-9271D2B9F863}" presName="spacer" presStyleCnt="0"/>
      <dgm:spPr/>
    </dgm:pt>
    <dgm:pt modelId="{7FA2B494-074B-4EF1-B137-889D2540148C}" type="pres">
      <dgm:prSet presAssocID="{A27F25EF-043B-4A6E-A0FC-036337C39A2B}" presName="parentText" presStyleLbl="node1" presStyleIdx="1" presStyleCnt="5">
        <dgm:presLayoutVars>
          <dgm:chMax val="0"/>
          <dgm:bulletEnabled val="1"/>
        </dgm:presLayoutVars>
      </dgm:prSet>
      <dgm:spPr/>
    </dgm:pt>
    <dgm:pt modelId="{CDBA0D31-A552-4FFF-A1B7-51A8C3E23501}" type="pres">
      <dgm:prSet presAssocID="{63D20B5D-1ABD-477E-B7C0-EA92BE774028}" presName="spacer" presStyleCnt="0"/>
      <dgm:spPr/>
    </dgm:pt>
    <dgm:pt modelId="{B5A995D0-F34E-4E8F-908D-9DEA20D6D605}" type="pres">
      <dgm:prSet presAssocID="{CBA4F4A2-F3A6-4DCA-A777-5DE6C71DAD40}" presName="parentText" presStyleLbl="node1" presStyleIdx="2" presStyleCnt="5">
        <dgm:presLayoutVars>
          <dgm:chMax val="0"/>
          <dgm:bulletEnabled val="1"/>
        </dgm:presLayoutVars>
      </dgm:prSet>
      <dgm:spPr/>
    </dgm:pt>
    <dgm:pt modelId="{5F14D1CD-6C7A-4960-B87B-BA6B107A6813}" type="pres">
      <dgm:prSet presAssocID="{1F90362B-2643-43A2-A740-7F7603C1223E}" presName="spacer" presStyleCnt="0"/>
      <dgm:spPr/>
    </dgm:pt>
    <dgm:pt modelId="{926CAF54-015F-4879-80BB-C1C7E44CC31D}" type="pres">
      <dgm:prSet presAssocID="{D2E22111-80E2-409C-A8E8-48DC4578D553}" presName="parentText" presStyleLbl="node1" presStyleIdx="3" presStyleCnt="5">
        <dgm:presLayoutVars>
          <dgm:chMax val="0"/>
          <dgm:bulletEnabled val="1"/>
        </dgm:presLayoutVars>
      </dgm:prSet>
      <dgm:spPr/>
    </dgm:pt>
    <dgm:pt modelId="{CFCE1AA0-CDAB-4DC2-810F-9407D572A815}" type="pres">
      <dgm:prSet presAssocID="{80614B13-472F-42F8-9E11-2D889295E9CC}" presName="spacer" presStyleCnt="0"/>
      <dgm:spPr/>
    </dgm:pt>
    <dgm:pt modelId="{B193BCB7-9B3E-44D2-AF80-18D89DF40891}" type="pres">
      <dgm:prSet presAssocID="{8D44CDA5-D010-4756-BD9A-5F176E9169F3}" presName="parentText" presStyleLbl="node1" presStyleIdx="4" presStyleCnt="5">
        <dgm:presLayoutVars>
          <dgm:chMax val="0"/>
          <dgm:bulletEnabled val="1"/>
        </dgm:presLayoutVars>
      </dgm:prSet>
      <dgm:spPr/>
    </dgm:pt>
  </dgm:ptLst>
  <dgm:cxnLst>
    <dgm:cxn modelId="{7DE2B50A-D6F3-4049-96E4-A7754E2679D7}" type="presOf" srcId="{CBA4F4A2-F3A6-4DCA-A777-5DE6C71DAD40}" destId="{B5A995D0-F34E-4E8F-908D-9DEA20D6D605}" srcOrd="0" destOrd="0" presId="urn:microsoft.com/office/officeart/2005/8/layout/vList2"/>
    <dgm:cxn modelId="{03D1562B-32D9-479E-AF34-E742BCF08F10}" srcId="{E4BFA453-4CBF-46A0-B5F2-28F44C1CF41A}" destId="{CBA4F4A2-F3A6-4DCA-A777-5DE6C71DAD40}" srcOrd="2" destOrd="0" parTransId="{E32AD5D5-4E8D-4841-A904-9EC1CF092A21}" sibTransId="{1F90362B-2643-43A2-A740-7F7603C1223E}"/>
    <dgm:cxn modelId="{5BC01138-0951-4DE3-97AB-0952F1EA5872}" type="presOf" srcId="{E4BFA453-4CBF-46A0-B5F2-28F44C1CF41A}" destId="{F875D66D-F82D-4B75-9AB3-79D2C2727D87}" srcOrd="0" destOrd="0" presId="urn:microsoft.com/office/officeart/2005/8/layout/vList2"/>
    <dgm:cxn modelId="{3FBC8262-9CCD-42F8-ACDD-0E965140CEAE}" srcId="{E4BFA453-4CBF-46A0-B5F2-28F44C1CF41A}" destId="{D2E22111-80E2-409C-A8E8-48DC4578D553}" srcOrd="3" destOrd="0" parTransId="{5DAEF8BD-8223-4420-BE1D-E53217F960F8}" sibTransId="{80614B13-472F-42F8-9E11-2D889295E9CC}"/>
    <dgm:cxn modelId="{5CBA876D-315D-473F-B3A8-1626CB81FBF9}" srcId="{E4BFA453-4CBF-46A0-B5F2-28F44C1CF41A}" destId="{52461C26-C076-4F23-A530-0762767D072B}" srcOrd="0" destOrd="0" parTransId="{FF90FA86-C01F-466D-8D2F-8EAE213E4DC1}" sibTransId="{1C991FE6-4906-44F4-B19A-9271D2B9F863}"/>
    <dgm:cxn modelId="{C7B99DA1-99A6-4E30-92AE-112B33FF6EED}" type="presOf" srcId="{A27F25EF-043B-4A6E-A0FC-036337C39A2B}" destId="{7FA2B494-074B-4EF1-B137-889D2540148C}" srcOrd="0" destOrd="0" presId="urn:microsoft.com/office/officeart/2005/8/layout/vList2"/>
    <dgm:cxn modelId="{796265B8-1DF7-4950-B140-D7DEC19D7D39}" srcId="{E4BFA453-4CBF-46A0-B5F2-28F44C1CF41A}" destId="{8D44CDA5-D010-4756-BD9A-5F176E9169F3}" srcOrd="4" destOrd="0" parTransId="{81C54DE2-ED50-421D-B327-C6CBE919F797}" sibTransId="{409F6F34-B257-4B8E-A15F-D510670BBC4C}"/>
    <dgm:cxn modelId="{7190FAC7-675B-4E7B-ADA6-118F876C73E9}" type="presOf" srcId="{D2E22111-80E2-409C-A8E8-48DC4578D553}" destId="{926CAF54-015F-4879-80BB-C1C7E44CC31D}" srcOrd="0" destOrd="0" presId="urn:microsoft.com/office/officeart/2005/8/layout/vList2"/>
    <dgm:cxn modelId="{11CE77E5-9C73-4CBD-A357-35F58848EAEE}" type="presOf" srcId="{8D44CDA5-D010-4756-BD9A-5F176E9169F3}" destId="{B193BCB7-9B3E-44D2-AF80-18D89DF40891}" srcOrd="0" destOrd="0" presId="urn:microsoft.com/office/officeart/2005/8/layout/vList2"/>
    <dgm:cxn modelId="{24DD5CF0-8CD2-4158-B530-1AF93EF847A0}" type="presOf" srcId="{52461C26-C076-4F23-A530-0762767D072B}" destId="{94BAC9D8-7D4A-4290-93B1-D07AF1120AA6}" srcOrd="0" destOrd="0" presId="urn:microsoft.com/office/officeart/2005/8/layout/vList2"/>
    <dgm:cxn modelId="{478EAEF6-987C-4190-BAA2-FA08624CBEBE}" srcId="{E4BFA453-4CBF-46A0-B5F2-28F44C1CF41A}" destId="{A27F25EF-043B-4A6E-A0FC-036337C39A2B}" srcOrd="1" destOrd="0" parTransId="{0686EA33-41AC-466E-BE7D-844315B721FC}" sibTransId="{63D20B5D-1ABD-477E-B7C0-EA92BE774028}"/>
    <dgm:cxn modelId="{D04D3808-1F99-40F4-9797-5B13B32B84A1}" type="presParOf" srcId="{F875D66D-F82D-4B75-9AB3-79D2C2727D87}" destId="{94BAC9D8-7D4A-4290-93B1-D07AF1120AA6}" srcOrd="0" destOrd="0" presId="urn:microsoft.com/office/officeart/2005/8/layout/vList2"/>
    <dgm:cxn modelId="{846D97C1-E5B2-42D7-BF46-6DD2EA6F6DFB}" type="presParOf" srcId="{F875D66D-F82D-4B75-9AB3-79D2C2727D87}" destId="{649EF9DE-5681-4B6A-B970-F4A06AD9A0B1}" srcOrd="1" destOrd="0" presId="urn:microsoft.com/office/officeart/2005/8/layout/vList2"/>
    <dgm:cxn modelId="{1376FFBC-7278-49DF-99A2-7B992B68E77F}" type="presParOf" srcId="{F875D66D-F82D-4B75-9AB3-79D2C2727D87}" destId="{7FA2B494-074B-4EF1-B137-889D2540148C}" srcOrd="2" destOrd="0" presId="urn:microsoft.com/office/officeart/2005/8/layout/vList2"/>
    <dgm:cxn modelId="{5F9F72D8-A3E5-4864-88D4-2E19BCE60424}" type="presParOf" srcId="{F875D66D-F82D-4B75-9AB3-79D2C2727D87}" destId="{CDBA0D31-A552-4FFF-A1B7-51A8C3E23501}" srcOrd="3" destOrd="0" presId="urn:microsoft.com/office/officeart/2005/8/layout/vList2"/>
    <dgm:cxn modelId="{9B55AEA4-026E-4436-84F3-EE660AA56619}" type="presParOf" srcId="{F875D66D-F82D-4B75-9AB3-79D2C2727D87}" destId="{B5A995D0-F34E-4E8F-908D-9DEA20D6D605}" srcOrd="4" destOrd="0" presId="urn:microsoft.com/office/officeart/2005/8/layout/vList2"/>
    <dgm:cxn modelId="{B1292994-A5A0-4238-8440-C4582FD30386}" type="presParOf" srcId="{F875D66D-F82D-4B75-9AB3-79D2C2727D87}" destId="{5F14D1CD-6C7A-4960-B87B-BA6B107A6813}" srcOrd="5" destOrd="0" presId="urn:microsoft.com/office/officeart/2005/8/layout/vList2"/>
    <dgm:cxn modelId="{E090C78B-26D4-4581-AED5-282B10E7BB85}" type="presParOf" srcId="{F875D66D-F82D-4B75-9AB3-79D2C2727D87}" destId="{926CAF54-015F-4879-80BB-C1C7E44CC31D}" srcOrd="6" destOrd="0" presId="urn:microsoft.com/office/officeart/2005/8/layout/vList2"/>
    <dgm:cxn modelId="{DC31536C-FD8D-493F-A1F7-F6ADA640A8D7}" type="presParOf" srcId="{F875D66D-F82D-4B75-9AB3-79D2C2727D87}" destId="{CFCE1AA0-CDAB-4DC2-810F-9407D572A815}" srcOrd="7" destOrd="0" presId="urn:microsoft.com/office/officeart/2005/8/layout/vList2"/>
    <dgm:cxn modelId="{7E18FC1D-B22A-4F18-915C-7D649F1931FE}" type="presParOf" srcId="{F875D66D-F82D-4B75-9AB3-79D2C2727D87}" destId="{B193BCB7-9B3E-44D2-AF80-18D89DF4089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4BFA453-4CBF-46A0-B5F2-28F44C1CF41A}"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s-CL"/>
        </a:p>
      </dgm:t>
    </dgm:pt>
    <dgm:pt modelId="{52461C26-C076-4F23-A530-0762767D072B}">
      <dgm:prSet custT="1"/>
      <dgm:spPr>
        <a:solidFill>
          <a:srgbClr val="00B050"/>
        </a:solidFill>
      </dgm:spPr>
      <dgm:t>
        <a:bodyPr/>
        <a:lstStyle/>
        <a:p>
          <a:r>
            <a:rPr lang="es-CL" sz="3000" dirty="0"/>
            <a:t>Restricciones de plataforma:</a:t>
          </a:r>
        </a:p>
      </dgm:t>
    </dgm:pt>
    <dgm:pt modelId="{FF90FA86-C01F-466D-8D2F-8EAE213E4DC1}" type="parTrans" cxnId="{5CBA876D-315D-473F-B3A8-1626CB81FBF9}">
      <dgm:prSet/>
      <dgm:spPr/>
      <dgm:t>
        <a:bodyPr/>
        <a:lstStyle/>
        <a:p>
          <a:endParaRPr lang="es-CL"/>
        </a:p>
      </dgm:t>
    </dgm:pt>
    <dgm:pt modelId="{1C991FE6-4906-44F4-B19A-9271D2B9F863}" type="sibTrans" cxnId="{5CBA876D-315D-473F-B3A8-1626CB81FBF9}">
      <dgm:prSet/>
      <dgm:spPr/>
      <dgm:t>
        <a:bodyPr/>
        <a:lstStyle/>
        <a:p>
          <a:endParaRPr lang="es-CL"/>
        </a:p>
      </dgm:t>
    </dgm:pt>
    <dgm:pt modelId="{3BABF288-00ED-4CF1-A2E7-FBA5A60E4924}">
      <dgm:prSet custT="1"/>
      <dgm:spPr/>
      <dgm:t>
        <a:bodyPr/>
        <a:lstStyle/>
        <a:p>
          <a:pPr>
            <a:buFont typeface="Arial" panose="020B0604020202020204" pitchFamily="34" charset="0"/>
            <a:buChar char="•"/>
          </a:pPr>
          <a:r>
            <a:rPr lang="es-CL" sz="2400" dirty="0"/>
            <a:t>Potencia ≤ 10 W</a:t>
          </a:r>
        </a:p>
      </dgm:t>
    </dgm:pt>
    <dgm:pt modelId="{19B46DB9-29DB-4C8D-B8E7-F821441BDA2C}" type="parTrans" cxnId="{E3F06DB1-EA29-4FA3-BC11-364746B889D7}">
      <dgm:prSet/>
      <dgm:spPr/>
      <dgm:t>
        <a:bodyPr/>
        <a:lstStyle/>
        <a:p>
          <a:endParaRPr lang="es-CL"/>
        </a:p>
      </dgm:t>
    </dgm:pt>
    <dgm:pt modelId="{5D4BA6C5-41E9-4B9F-8DAD-B6D1ACAF97DC}" type="sibTrans" cxnId="{E3F06DB1-EA29-4FA3-BC11-364746B889D7}">
      <dgm:prSet/>
      <dgm:spPr/>
      <dgm:t>
        <a:bodyPr/>
        <a:lstStyle/>
        <a:p>
          <a:endParaRPr lang="es-CL"/>
        </a:p>
      </dgm:t>
    </dgm:pt>
    <dgm:pt modelId="{C5BCD304-F6DE-4DF6-BC5B-5D5D30278150}">
      <dgm:prSet custT="1"/>
      <dgm:spPr/>
      <dgm:t>
        <a:bodyPr/>
        <a:lstStyle/>
        <a:p>
          <a:pPr>
            <a:buFont typeface="Arial" panose="020B0604020202020204" pitchFamily="34" charset="0"/>
            <a:buChar char="•"/>
          </a:pPr>
          <a:r>
            <a:rPr lang="es-CL" sz="2400" dirty="0"/>
            <a:t>Masa ≤ 3 kg</a:t>
          </a:r>
        </a:p>
      </dgm:t>
    </dgm:pt>
    <dgm:pt modelId="{7CD717E3-09F4-4764-8ED2-AB87596D81C9}" type="parTrans" cxnId="{01A8ADBC-4DEC-4743-9905-DFF805B05D37}">
      <dgm:prSet/>
      <dgm:spPr/>
      <dgm:t>
        <a:bodyPr/>
        <a:lstStyle/>
        <a:p>
          <a:endParaRPr lang="es-CL"/>
        </a:p>
      </dgm:t>
    </dgm:pt>
    <dgm:pt modelId="{3550B27C-F8DA-4613-A477-BA19F47275FF}" type="sibTrans" cxnId="{01A8ADBC-4DEC-4743-9905-DFF805B05D37}">
      <dgm:prSet/>
      <dgm:spPr/>
      <dgm:t>
        <a:bodyPr/>
        <a:lstStyle/>
        <a:p>
          <a:endParaRPr lang="es-CL"/>
        </a:p>
      </dgm:t>
    </dgm:pt>
    <dgm:pt modelId="{15CD8CD0-CB61-44B8-A5D9-7D0F8527AE5A}">
      <dgm:prSet custT="1"/>
      <dgm:spPr/>
      <dgm:t>
        <a:bodyPr/>
        <a:lstStyle/>
        <a:p>
          <a:pPr>
            <a:buFont typeface="Arial" panose="020B0604020202020204" pitchFamily="34" charset="0"/>
            <a:buChar char="•"/>
          </a:pPr>
          <a:r>
            <a:rPr lang="nl-NL" sz="2400" dirty="0"/>
            <a:t>Volumen ≤ 20 × 20 × 10 cm</a:t>
          </a:r>
        </a:p>
      </dgm:t>
    </dgm:pt>
    <dgm:pt modelId="{978050DD-4010-4A6F-A2F7-D312865AF184}" type="parTrans" cxnId="{7DA31BC9-ACC8-488F-9503-E0AB061E2729}">
      <dgm:prSet/>
      <dgm:spPr/>
      <dgm:t>
        <a:bodyPr/>
        <a:lstStyle/>
        <a:p>
          <a:endParaRPr lang="es-CL"/>
        </a:p>
      </dgm:t>
    </dgm:pt>
    <dgm:pt modelId="{8B4C3F19-ED16-4C12-B613-A5B7D4D7CD8C}" type="sibTrans" cxnId="{7DA31BC9-ACC8-488F-9503-E0AB061E2729}">
      <dgm:prSet/>
      <dgm:spPr/>
      <dgm:t>
        <a:bodyPr/>
        <a:lstStyle/>
        <a:p>
          <a:endParaRPr lang="es-CL"/>
        </a:p>
      </dgm:t>
    </dgm:pt>
    <dgm:pt modelId="{F7CB4846-8500-4891-9F03-0513850346B0}">
      <dgm:prSet custT="1"/>
      <dgm:spPr>
        <a:solidFill>
          <a:srgbClr val="00B050"/>
        </a:solidFill>
      </dgm:spPr>
      <dgm:t>
        <a:bodyPr/>
        <a:lstStyle/>
        <a:p>
          <a:pPr>
            <a:buNone/>
          </a:pPr>
          <a:r>
            <a:rPr lang="es-CL" sz="3000" dirty="0"/>
            <a:t>Restricciones del entorno:</a:t>
          </a:r>
        </a:p>
      </dgm:t>
    </dgm:pt>
    <dgm:pt modelId="{534ADE97-3B61-4813-A694-0BACEF7B02AD}" type="parTrans" cxnId="{CE1D0BB6-D2B1-4B91-B43D-1D47779C1869}">
      <dgm:prSet/>
      <dgm:spPr/>
      <dgm:t>
        <a:bodyPr/>
        <a:lstStyle/>
        <a:p>
          <a:endParaRPr lang="es-CL"/>
        </a:p>
      </dgm:t>
    </dgm:pt>
    <dgm:pt modelId="{C0F4F599-3D17-418D-93D1-3D2F2AE2D9F2}" type="sibTrans" cxnId="{CE1D0BB6-D2B1-4B91-B43D-1D47779C1869}">
      <dgm:prSet/>
      <dgm:spPr/>
      <dgm:t>
        <a:bodyPr/>
        <a:lstStyle/>
        <a:p>
          <a:endParaRPr lang="es-CL"/>
        </a:p>
      </dgm:t>
    </dgm:pt>
    <dgm:pt modelId="{9902F9F2-9F41-4084-B58E-193D3E92F046}">
      <dgm:prSet custT="1"/>
      <dgm:spPr/>
      <dgm:t>
        <a:bodyPr/>
        <a:lstStyle/>
        <a:p>
          <a:pPr>
            <a:buFont typeface="Arial" panose="020B0604020202020204" pitchFamily="34" charset="0"/>
            <a:buChar char="•"/>
          </a:pPr>
          <a:r>
            <a:rPr lang="es-CL" sz="2400" dirty="0"/>
            <a:t>Órbita LEO (~650 km)</a:t>
          </a:r>
        </a:p>
      </dgm:t>
    </dgm:pt>
    <dgm:pt modelId="{23E9C5FF-053A-4100-B90D-F4644F635F7C}" type="parTrans" cxnId="{9026DBF9-E1B7-4E8E-9BAB-5EE464EDBB81}">
      <dgm:prSet/>
      <dgm:spPr/>
      <dgm:t>
        <a:bodyPr/>
        <a:lstStyle/>
        <a:p>
          <a:endParaRPr lang="es-CL"/>
        </a:p>
      </dgm:t>
    </dgm:pt>
    <dgm:pt modelId="{E22F96A0-35E0-4546-B3FA-E47C2F896098}" type="sibTrans" cxnId="{9026DBF9-E1B7-4E8E-9BAB-5EE464EDBB81}">
      <dgm:prSet/>
      <dgm:spPr/>
      <dgm:t>
        <a:bodyPr/>
        <a:lstStyle/>
        <a:p>
          <a:endParaRPr lang="es-CL"/>
        </a:p>
      </dgm:t>
    </dgm:pt>
    <dgm:pt modelId="{348B667B-6367-4251-811C-EA0A6EDC9259}">
      <dgm:prSet custT="1"/>
      <dgm:spPr/>
      <dgm:t>
        <a:bodyPr/>
        <a:lstStyle/>
        <a:p>
          <a:pPr>
            <a:buFont typeface="Arial" panose="020B0604020202020204" pitchFamily="34" charset="0"/>
            <a:buChar char="•"/>
          </a:pPr>
          <a:r>
            <a:rPr lang="es-CL" sz="2400" dirty="0"/>
            <a:t>Ambiente </a:t>
          </a:r>
          <a:r>
            <a:rPr lang="es-CL" sz="2400" dirty="0" err="1"/>
            <a:t>radiativo</a:t>
          </a:r>
          <a:endParaRPr lang="es-CL" sz="2400" dirty="0"/>
        </a:p>
      </dgm:t>
    </dgm:pt>
    <dgm:pt modelId="{386F68A9-F447-4EF9-97BF-F135C470CA4F}" type="parTrans" cxnId="{53B86452-60A3-4E56-A3DE-F5887E5781F9}">
      <dgm:prSet/>
      <dgm:spPr/>
      <dgm:t>
        <a:bodyPr/>
        <a:lstStyle/>
        <a:p>
          <a:endParaRPr lang="es-CL"/>
        </a:p>
      </dgm:t>
    </dgm:pt>
    <dgm:pt modelId="{D1B3306F-B378-4173-B0FA-633683854E46}" type="sibTrans" cxnId="{53B86452-60A3-4E56-A3DE-F5887E5781F9}">
      <dgm:prSet/>
      <dgm:spPr/>
      <dgm:t>
        <a:bodyPr/>
        <a:lstStyle/>
        <a:p>
          <a:endParaRPr lang="es-CL"/>
        </a:p>
      </dgm:t>
    </dgm:pt>
    <dgm:pt modelId="{ED35D12A-43D1-4AF5-ABA0-C4A8C588A675}">
      <dgm:prSet custT="1"/>
      <dgm:spPr/>
      <dgm:t>
        <a:bodyPr/>
        <a:lstStyle/>
        <a:p>
          <a:pPr>
            <a:buFont typeface="Arial" panose="020B0604020202020204" pitchFamily="34" charset="0"/>
            <a:buChar char="•"/>
          </a:pPr>
          <a:r>
            <a:rPr lang="es-CL" sz="2400" dirty="0"/>
            <a:t>Efecto Doppler</a:t>
          </a:r>
        </a:p>
      </dgm:t>
    </dgm:pt>
    <dgm:pt modelId="{4E4ADC3C-1B72-4547-A649-9DC1FA9E9B39}" type="parTrans" cxnId="{1353B4D3-5A41-4F52-8177-239B037D9012}">
      <dgm:prSet/>
      <dgm:spPr/>
      <dgm:t>
        <a:bodyPr/>
        <a:lstStyle/>
        <a:p>
          <a:endParaRPr lang="es-CL"/>
        </a:p>
      </dgm:t>
    </dgm:pt>
    <dgm:pt modelId="{B9C29C68-4DAB-4247-9EA4-95E5C448BFDA}" type="sibTrans" cxnId="{1353B4D3-5A41-4F52-8177-239B037D9012}">
      <dgm:prSet/>
      <dgm:spPr/>
      <dgm:t>
        <a:bodyPr/>
        <a:lstStyle/>
        <a:p>
          <a:endParaRPr lang="es-CL"/>
        </a:p>
      </dgm:t>
    </dgm:pt>
    <dgm:pt modelId="{F875D66D-F82D-4B75-9AB3-79D2C2727D87}" type="pres">
      <dgm:prSet presAssocID="{E4BFA453-4CBF-46A0-B5F2-28F44C1CF41A}" presName="linear" presStyleCnt="0">
        <dgm:presLayoutVars>
          <dgm:animLvl val="lvl"/>
          <dgm:resizeHandles val="exact"/>
        </dgm:presLayoutVars>
      </dgm:prSet>
      <dgm:spPr/>
    </dgm:pt>
    <dgm:pt modelId="{94BAC9D8-7D4A-4290-93B1-D07AF1120AA6}" type="pres">
      <dgm:prSet presAssocID="{52461C26-C076-4F23-A530-0762767D072B}" presName="parentText" presStyleLbl="node1" presStyleIdx="0" presStyleCnt="2">
        <dgm:presLayoutVars>
          <dgm:chMax val="0"/>
          <dgm:bulletEnabled val="1"/>
        </dgm:presLayoutVars>
      </dgm:prSet>
      <dgm:spPr/>
    </dgm:pt>
    <dgm:pt modelId="{803D3F9D-4EE6-4F05-AC71-9E68F6412EB2}" type="pres">
      <dgm:prSet presAssocID="{52461C26-C076-4F23-A530-0762767D072B}" presName="childText" presStyleLbl="revTx" presStyleIdx="0" presStyleCnt="2">
        <dgm:presLayoutVars>
          <dgm:bulletEnabled val="1"/>
        </dgm:presLayoutVars>
      </dgm:prSet>
      <dgm:spPr/>
    </dgm:pt>
    <dgm:pt modelId="{BCC1CDB3-ECC4-4005-AC00-BB270428C499}" type="pres">
      <dgm:prSet presAssocID="{F7CB4846-8500-4891-9F03-0513850346B0}" presName="parentText" presStyleLbl="node1" presStyleIdx="1" presStyleCnt="2">
        <dgm:presLayoutVars>
          <dgm:chMax val="0"/>
          <dgm:bulletEnabled val="1"/>
        </dgm:presLayoutVars>
      </dgm:prSet>
      <dgm:spPr/>
    </dgm:pt>
    <dgm:pt modelId="{0600DBF4-DA40-4CCF-8A0A-C4DC3EE89A4D}" type="pres">
      <dgm:prSet presAssocID="{F7CB4846-8500-4891-9F03-0513850346B0}" presName="childText" presStyleLbl="revTx" presStyleIdx="1" presStyleCnt="2">
        <dgm:presLayoutVars>
          <dgm:bulletEnabled val="1"/>
        </dgm:presLayoutVars>
      </dgm:prSet>
      <dgm:spPr/>
    </dgm:pt>
  </dgm:ptLst>
  <dgm:cxnLst>
    <dgm:cxn modelId="{2865AC08-27BC-4CD3-8110-C633E99A4044}" type="presOf" srcId="{9902F9F2-9F41-4084-B58E-193D3E92F046}" destId="{0600DBF4-DA40-4CCF-8A0A-C4DC3EE89A4D}" srcOrd="0" destOrd="0" presId="urn:microsoft.com/office/officeart/2005/8/layout/vList2"/>
    <dgm:cxn modelId="{347AD727-D1C3-43D0-B445-1F4BA1D7260F}" type="presOf" srcId="{52461C26-C076-4F23-A530-0762767D072B}" destId="{94BAC9D8-7D4A-4290-93B1-D07AF1120AA6}" srcOrd="0" destOrd="0" presId="urn:microsoft.com/office/officeart/2005/8/layout/vList2"/>
    <dgm:cxn modelId="{5BC01138-0951-4DE3-97AB-0952F1EA5872}" type="presOf" srcId="{E4BFA453-4CBF-46A0-B5F2-28F44C1CF41A}" destId="{F875D66D-F82D-4B75-9AB3-79D2C2727D87}" srcOrd="0" destOrd="0" presId="urn:microsoft.com/office/officeart/2005/8/layout/vList2"/>
    <dgm:cxn modelId="{5CBA876D-315D-473F-B3A8-1626CB81FBF9}" srcId="{E4BFA453-4CBF-46A0-B5F2-28F44C1CF41A}" destId="{52461C26-C076-4F23-A530-0762767D072B}" srcOrd="0" destOrd="0" parTransId="{FF90FA86-C01F-466D-8D2F-8EAE213E4DC1}" sibTransId="{1C991FE6-4906-44F4-B19A-9271D2B9F863}"/>
    <dgm:cxn modelId="{53B86452-60A3-4E56-A3DE-F5887E5781F9}" srcId="{F7CB4846-8500-4891-9F03-0513850346B0}" destId="{348B667B-6367-4251-811C-EA0A6EDC9259}" srcOrd="1" destOrd="0" parTransId="{386F68A9-F447-4EF9-97BF-F135C470CA4F}" sibTransId="{D1B3306F-B378-4173-B0FA-633683854E46}"/>
    <dgm:cxn modelId="{095D0353-C156-4358-ABB2-FE7614FE5098}" type="presOf" srcId="{F7CB4846-8500-4891-9F03-0513850346B0}" destId="{BCC1CDB3-ECC4-4005-AC00-BB270428C499}" srcOrd="0" destOrd="0" presId="urn:microsoft.com/office/officeart/2005/8/layout/vList2"/>
    <dgm:cxn modelId="{8893239B-5CA6-4F8C-B4DB-4174B65D46FA}" type="presOf" srcId="{15CD8CD0-CB61-44B8-A5D9-7D0F8527AE5A}" destId="{803D3F9D-4EE6-4F05-AC71-9E68F6412EB2}" srcOrd="0" destOrd="2" presId="urn:microsoft.com/office/officeart/2005/8/layout/vList2"/>
    <dgm:cxn modelId="{E604A59C-BFDE-420B-BFF7-3FFA72BE2B7B}" type="presOf" srcId="{ED35D12A-43D1-4AF5-ABA0-C4A8C588A675}" destId="{0600DBF4-DA40-4CCF-8A0A-C4DC3EE89A4D}" srcOrd="0" destOrd="2" presId="urn:microsoft.com/office/officeart/2005/8/layout/vList2"/>
    <dgm:cxn modelId="{D43DAAA0-2948-4D10-897D-DD1E42326568}" type="presOf" srcId="{C5BCD304-F6DE-4DF6-BC5B-5D5D30278150}" destId="{803D3F9D-4EE6-4F05-AC71-9E68F6412EB2}" srcOrd="0" destOrd="1" presId="urn:microsoft.com/office/officeart/2005/8/layout/vList2"/>
    <dgm:cxn modelId="{E3F06DB1-EA29-4FA3-BC11-364746B889D7}" srcId="{52461C26-C076-4F23-A530-0762767D072B}" destId="{3BABF288-00ED-4CF1-A2E7-FBA5A60E4924}" srcOrd="0" destOrd="0" parTransId="{19B46DB9-29DB-4C8D-B8E7-F821441BDA2C}" sibTransId="{5D4BA6C5-41E9-4B9F-8DAD-B6D1ACAF97DC}"/>
    <dgm:cxn modelId="{CE1D0BB6-D2B1-4B91-B43D-1D47779C1869}" srcId="{E4BFA453-4CBF-46A0-B5F2-28F44C1CF41A}" destId="{F7CB4846-8500-4891-9F03-0513850346B0}" srcOrd="1" destOrd="0" parTransId="{534ADE97-3B61-4813-A694-0BACEF7B02AD}" sibTransId="{C0F4F599-3D17-418D-93D1-3D2F2AE2D9F2}"/>
    <dgm:cxn modelId="{01A8ADBC-4DEC-4743-9905-DFF805B05D37}" srcId="{52461C26-C076-4F23-A530-0762767D072B}" destId="{C5BCD304-F6DE-4DF6-BC5B-5D5D30278150}" srcOrd="1" destOrd="0" parTransId="{7CD717E3-09F4-4764-8ED2-AB87596D81C9}" sibTransId="{3550B27C-F8DA-4613-A477-BA19F47275FF}"/>
    <dgm:cxn modelId="{7DA31BC9-ACC8-488F-9503-E0AB061E2729}" srcId="{52461C26-C076-4F23-A530-0762767D072B}" destId="{15CD8CD0-CB61-44B8-A5D9-7D0F8527AE5A}" srcOrd="2" destOrd="0" parTransId="{978050DD-4010-4A6F-A2F7-D312865AF184}" sibTransId="{8B4C3F19-ED16-4C12-B613-A5B7D4D7CD8C}"/>
    <dgm:cxn modelId="{1353B4D3-5A41-4F52-8177-239B037D9012}" srcId="{F7CB4846-8500-4891-9F03-0513850346B0}" destId="{ED35D12A-43D1-4AF5-ABA0-C4A8C588A675}" srcOrd="2" destOrd="0" parTransId="{4E4ADC3C-1B72-4547-A649-9DC1FA9E9B39}" sibTransId="{B9C29C68-4DAB-4247-9EA4-95E5C448BFDA}"/>
    <dgm:cxn modelId="{50E0C0ED-8852-466D-A029-BD975B3D9859}" type="presOf" srcId="{348B667B-6367-4251-811C-EA0A6EDC9259}" destId="{0600DBF4-DA40-4CCF-8A0A-C4DC3EE89A4D}" srcOrd="0" destOrd="1" presId="urn:microsoft.com/office/officeart/2005/8/layout/vList2"/>
    <dgm:cxn modelId="{085DC3F4-A4FB-494A-835F-9F68C630DF3D}" type="presOf" srcId="{3BABF288-00ED-4CF1-A2E7-FBA5A60E4924}" destId="{803D3F9D-4EE6-4F05-AC71-9E68F6412EB2}" srcOrd="0" destOrd="0" presId="urn:microsoft.com/office/officeart/2005/8/layout/vList2"/>
    <dgm:cxn modelId="{9026DBF9-E1B7-4E8E-9BAB-5EE464EDBB81}" srcId="{F7CB4846-8500-4891-9F03-0513850346B0}" destId="{9902F9F2-9F41-4084-B58E-193D3E92F046}" srcOrd="0" destOrd="0" parTransId="{23E9C5FF-053A-4100-B90D-F4644F635F7C}" sibTransId="{E22F96A0-35E0-4546-B3FA-E47C2F896098}"/>
    <dgm:cxn modelId="{B259B1E5-6F0B-4976-AC70-D84EAC646297}" type="presParOf" srcId="{F875D66D-F82D-4B75-9AB3-79D2C2727D87}" destId="{94BAC9D8-7D4A-4290-93B1-D07AF1120AA6}" srcOrd="0" destOrd="0" presId="urn:microsoft.com/office/officeart/2005/8/layout/vList2"/>
    <dgm:cxn modelId="{E29F5973-63FA-4126-820D-D8526A6B6C69}" type="presParOf" srcId="{F875D66D-F82D-4B75-9AB3-79D2C2727D87}" destId="{803D3F9D-4EE6-4F05-AC71-9E68F6412EB2}" srcOrd="1" destOrd="0" presId="urn:microsoft.com/office/officeart/2005/8/layout/vList2"/>
    <dgm:cxn modelId="{B9D48961-D82F-41C3-A05C-B5F896F3FC95}" type="presParOf" srcId="{F875D66D-F82D-4B75-9AB3-79D2C2727D87}" destId="{BCC1CDB3-ECC4-4005-AC00-BB270428C499}" srcOrd="2" destOrd="0" presId="urn:microsoft.com/office/officeart/2005/8/layout/vList2"/>
    <dgm:cxn modelId="{0924DA5A-7905-4357-B262-676C8289E2EE}" type="presParOf" srcId="{F875D66D-F82D-4B75-9AB3-79D2C2727D87}" destId="{0600DBF4-DA40-4CCF-8A0A-C4DC3EE89A4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4BFA453-4CBF-46A0-B5F2-28F44C1CF41A}"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s-CL"/>
        </a:p>
      </dgm:t>
    </dgm:pt>
    <dgm:pt modelId="{52461C26-C076-4F23-A530-0762767D072B}">
      <dgm:prSet custT="1"/>
      <dgm:spPr>
        <a:solidFill>
          <a:srgbClr val="00B050"/>
        </a:solidFill>
      </dgm:spPr>
      <dgm:t>
        <a:bodyPr/>
        <a:lstStyle/>
        <a:p>
          <a:r>
            <a:rPr lang="es-CL" sz="3000" dirty="0"/>
            <a:t>Total de requerimientos de usuario y sistema acotados</a:t>
          </a:r>
        </a:p>
      </dgm:t>
    </dgm:pt>
    <dgm:pt modelId="{FF90FA86-C01F-466D-8D2F-8EAE213E4DC1}" type="parTrans" cxnId="{5CBA876D-315D-473F-B3A8-1626CB81FBF9}">
      <dgm:prSet/>
      <dgm:spPr/>
      <dgm:t>
        <a:bodyPr/>
        <a:lstStyle/>
        <a:p>
          <a:endParaRPr lang="es-CL"/>
        </a:p>
      </dgm:t>
    </dgm:pt>
    <dgm:pt modelId="{1C991FE6-4906-44F4-B19A-9271D2B9F863}" type="sibTrans" cxnId="{5CBA876D-315D-473F-B3A8-1626CB81FBF9}">
      <dgm:prSet/>
      <dgm:spPr/>
      <dgm:t>
        <a:bodyPr/>
        <a:lstStyle/>
        <a:p>
          <a:endParaRPr lang="es-CL"/>
        </a:p>
      </dgm:t>
    </dgm:pt>
    <dgm:pt modelId="{0FC6D57E-7AAE-4F1F-8FF5-EFEA32DEB476}">
      <dgm:prSet custT="1"/>
      <dgm:spPr>
        <a:solidFill>
          <a:srgbClr val="00B050"/>
        </a:solidFill>
      </dgm:spPr>
      <dgm:t>
        <a:bodyPr/>
        <a:lstStyle/>
        <a:p>
          <a:r>
            <a:rPr lang="es-MX" sz="3000" dirty="0"/>
            <a:t>Requerimientos alineados con la función Store &amp; Forward</a:t>
          </a:r>
          <a:endParaRPr lang="es-CL" sz="3000" dirty="0"/>
        </a:p>
      </dgm:t>
    </dgm:pt>
    <dgm:pt modelId="{51EABCFE-EBCA-4B8C-B870-ABBE7E4FCB42}" type="parTrans" cxnId="{56302BBE-A3AE-4EB3-AE75-8041607FED9B}">
      <dgm:prSet/>
      <dgm:spPr/>
      <dgm:t>
        <a:bodyPr/>
        <a:lstStyle/>
        <a:p>
          <a:endParaRPr lang="es-CL"/>
        </a:p>
      </dgm:t>
    </dgm:pt>
    <dgm:pt modelId="{A9D90FA6-8D0A-4C09-89B4-711B50BC59AC}" type="sibTrans" cxnId="{56302BBE-A3AE-4EB3-AE75-8041607FED9B}">
      <dgm:prSet/>
      <dgm:spPr/>
      <dgm:t>
        <a:bodyPr/>
        <a:lstStyle/>
        <a:p>
          <a:endParaRPr lang="es-CL"/>
        </a:p>
      </dgm:t>
    </dgm:pt>
    <dgm:pt modelId="{1095C84D-FC69-44AF-9C54-559742541621}">
      <dgm:prSet custT="1"/>
      <dgm:spPr>
        <a:solidFill>
          <a:srgbClr val="00B050"/>
        </a:solidFill>
      </dgm:spPr>
      <dgm:t>
        <a:bodyPr/>
        <a:lstStyle/>
        <a:p>
          <a:r>
            <a:rPr lang="es-MX" sz="3000" dirty="0"/>
            <a:t>Requerimientos de alto nivel a nivel sistema</a:t>
          </a:r>
          <a:endParaRPr lang="es-CL" sz="3000" dirty="0"/>
        </a:p>
      </dgm:t>
    </dgm:pt>
    <dgm:pt modelId="{56F835F6-0F1F-4D73-9C62-69307AC2EDE5}" type="parTrans" cxnId="{80AAE5E8-D9EC-4474-976D-BF7F9CCB4861}">
      <dgm:prSet/>
      <dgm:spPr/>
      <dgm:t>
        <a:bodyPr/>
        <a:lstStyle/>
        <a:p>
          <a:endParaRPr lang="es-CL"/>
        </a:p>
      </dgm:t>
    </dgm:pt>
    <dgm:pt modelId="{C3DB0907-B696-42C5-9415-0FAD8F56A156}" type="sibTrans" cxnId="{80AAE5E8-D9EC-4474-976D-BF7F9CCB4861}">
      <dgm:prSet/>
      <dgm:spPr/>
      <dgm:t>
        <a:bodyPr/>
        <a:lstStyle/>
        <a:p>
          <a:endParaRPr lang="es-CL"/>
        </a:p>
      </dgm:t>
    </dgm:pt>
    <dgm:pt modelId="{92BAF52D-A30B-43BE-8891-F23993362A47}">
      <dgm:prSet custT="1"/>
      <dgm:spPr/>
      <dgm:t>
        <a:bodyPr/>
        <a:lstStyle/>
        <a:p>
          <a:r>
            <a:rPr lang="es-CL" sz="2400" dirty="0"/>
            <a:t>Funcionalidad</a:t>
          </a:r>
        </a:p>
      </dgm:t>
    </dgm:pt>
    <dgm:pt modelId="{545DAC68-CC72-4D1D-8EAC-408F7C753E49}" type="parTrans" cxnId="{C5170CC3-BC81-47AD-89B7-EC9C300CA2F8}">
      <dgm:prSet/>
      <dgm:spPr/>
      <dgm:t>
        <a:bodyPr/>
        <a:lstStyle/>
        <a:p>
          <a:endParaRPr lang="es-CL"/>
        </a:p>
      </dgm:t>
    </dgm:pt>
    <dgm:pt modelId="{58946A83-120C-47C2-BD3A-4091EA08E86D}" type="sibTrans" cxnId="{C5170CC3-BC81-47AD-89B7-EC9C300CA2F8}">
      <dgm:prSet/>
      <dgm:spPr/>
      <dgm:t>
        <a:bodyPr/>
        <a:lstStyle/>
        <a:p>
          <a:endParaRPr lang="es-CL"/>
        </a:p>
      </dgm:t>
    </dgm:pt>
    <dgm:pt modelId="{F9765C5A-3344-44E9-8DF3-27159EFFFD3B}">
      <dgm:prSet custT="1"/>
      <dgm:spPr/>
      <dgm:t>
        <a:bodyPr/>
        <a:lstStyle/>
        <a:p>
          <a:r>
            <a:rPr lang="es-CL" sz="2400" dirty="0"/>
            <a:t>Interfaces</a:t>
          </a:r>
        </a:p>
      </dgm:t>
    </dgm:pt>
    <dgm:pt modelId="{5DBED1EE-65F3-4669-8844-FD44572A6913}" type="parTrans" cxnId="{24C775E0-F926-467D-8E1E-634BC9A500B7}">
      <dgm:prSet/>
      <dgm:spPr/>
      <dgm:t>
        <a:bodyPr/>
        <a:lstStyle/>
        <a:p>
          <a:endParaRPr lang="es-CL"/>
        </a:p>
      </dgm:t>
    </dgm:pt>
    <dgm:pt modelId="{33F45202-8CF0-4AF4-8EF1-AF28E7316F47}" type="sibTrans" cxnId="{24C775E0-F926-467D-8E1E-634BC9A500B7}">
      <dgm:prSet/>
      <dgm:spPr/>
      <dgm:t>
        <a:bodyPr/>
        <a:lstStyle/>
        <a:p>
          <a:endParaRPr lang="es-CL"/>
        </a:p>
      </dgm:t>
    </dgm:pt>
    <dgm:pt modelId="{BB4AC525-281C-4EE2-8834-7229237FF08B}">
      <dgm:prSet custT="1"/>
      <dgm:spPr/>
      <dgm:t>
        <a:bodyPr/>
        <a:lstStyle/>
        <a:p>
          <a:r>
            <a:rPr lang="es-CL" sz="2400" dirty="0"/>
            <a:t>Restricciones físicas y operacionales</a:t>
          </a:r>
        </a:p>
      </dgm:t>
    </dgm:pt>
    <dgm:pt modelId="{B540510F-1802-466C-8E6C-A3F747596064}" type="parTrans" cxnId="{F8AF7E3D-2184-4188-A923-B03F8A5992E8}">
      <dgm:prSet/>
      <dgm:spPr/>
      <dgm:t>
        <a:bodyPr/>
        <a:lstStyle/>
        <a:p>
          <a:endParaRPr lang="es-CL"/>
        </a:p>
      </dgm:t>
    </dgm:pt>
    <dgm:pt modelId="{3717573B-A9E9-4E3A-AD31-D5D18B5D22CC}" type="sibTrans" cxnId="{F8AF7E3D-2184-4188-A923-B03F8A5992E8}">
      <dgm:prSet/>
      <dgm:spPr/>
      <dgm:t>
        <a:bodyPr/>
        <a:lstStyle/>
        <a:p>
          <a:endParaRPr lang="es-CL"/>
        </a:p>
      </dgm:t>
    </dgm:pt>
    <dgm:pt modelId="{7B8A74BB-1AA5-47EC-9DB6-3385F007C584}">
      <dgm:prSet custT="1"/>
      <dgm:spPr>
        <a:solidFill>
          <a:srgbClr val="00B050"/>
        </a:solidFill>
      </dgm:spPr>
      <dgm:t>
        <a:bodyPr/>
        <a:lstStyle/>
        <a:p>
          <a:r>
            <a:rPr lang="es-CL" sz="3000" dirty="0"/>
            <a:t>Trazabilidad completa desde CONOPS</a:t>
          </a:r>
        </a:p>
      </dgm:t>
    </dgm:pt>
    <dgm:pt modelId="{FAE6FEE5-BACF-49AE-A744-AB5D08667013}" type="parTrans" cxnId="{F828D2FF-AA3C-4BCC-B811-E6CF419C8ECD}">
      <dgm:prSet/>
      <dgm:spPr/>
      <dgm:t>
        <a:bodyPr/>
        <a:lstStyle/>
        <a:p>
          <a:endParaRPr lang="es-CL"/>
        </a:p>
      </dgm:t>
    </dgm:pt>
    <dgm:pt modelId="{DEDC52CE-04D6-4B32-A3AB-BDF63350568B}" type="sibTrans" cxnId="{F828D2FF-AA3C-4BCC-B811-E6CF419C8ECD}">
      <dgm:prSet/>
      <dgm:spPr/>
      <dgm:t>
        <a:bodyPr/>
        <a:lstStyle/>
        <a:p>
          <a:endParaRPr lang="es-CL"/>
        </a:p>
      </dgm:t>
    </dgm:pt>
    <dgm:pt modelId="{F875D66D-F82D-4B75-9AB3-79D2C2727D87}" type="pres">
      <dgm:prSet presAssocID="{E4BFA453-4CBF-46A0-B5F2-28F44C1CF41A}" presName="linear" presStyleCnt="0">
        <dgm:presLayoutVars>
          <dgm:animLvl val="lvl"/>
          <dgm:resizeHandles val="exact"/>
        </dgm:presLayoutVars>
      </dgm:prSet>
      <dgm:spPr/>
    </dgm:pt>
    <dgm:pt modelId="{94BAC9D8-7D4A-4290-93B1-D07AF1120AA6}" type="pres">
      <dgm:prSet presAssocID="{52461C26-C076-4F23-A530-0762767D072B}" presName="parentText" presStyleLbl="node1" presStyleIdx="0" presStyleCnt="4">
        <dgm:presLayoutVars>
          <dgm:chMax val="0"/>
          <dgm:bulletEnabled val="1"/>
        </dgm:presLayoutVars>
      </dgm:prSet>
      <dgm:spPr/>
    </dgm:pt>
    <dgm:pt modelId="{649EF9DE-5681-4B6A-B970-F4A06AD9A0B1}" type="pres">
      <dgm:prSet presAssocID="{1C991FE6-4906-44F4-B19A-9271D2B9F863}" presName="spacer" presStyleCnt="0"/>
      <dgm:spPr/>
    </dgm:pt>
    <dgm:pt modelId="{4DEC3E4E-E249-4615-8AB0-708C8B8C7F75}" type="pres">
      <dgm:prSet presAssocID="{0FC6D57E-7AAE-4F1F-8FF5-EFEA32DEB476}" presName="parentText" presStyleLbl="node1" presStyleIdx="1" presStyleCnt="4">
        <dgm:presLayoutVars>
          <dgm:chMax val="0"/>
          <dgm:bulletEnabled val="1"/>
        </dgm:presLayoutVars>
      </dgm:prSet>
      <dgm:spPr/>
    </dgm:pt>
    <dgm:pt modelId="{AD32EC7B-8516-4877-B4D6-BB109FAA829D}" type="pres">
      <dgm:prSet presAssocID="{A9D90FA6-8D0A-4C09-89B4-711B50BC59AC}" presName="spacer" presStyleCnt="0"/>
      <dgm:spPr/>
    </dgm:pt>
    <dgm:pt modelId="{826C0BD4-6FBC-4E84-8637-9190C8DA4664}" type="pres">
      <dgm:prSet presAssocID="{1095C84D-FC69-44AF-9C54-559742541621}" presName="parentText" presStyleLbl="node1" presStyleIdx="2" presStyleCnt="4">
        <dgm:presLayoutVars>
          <dgm:chMax val="0"/>
          <dgm:bulletEnabled val="1"/>
        </dgm:presLayoutVars>
      </dgm:prSet>
      <dgm:spPr/>
    </dgm:pt>
    <dgm:pt modelId="{19382C52-0802-410D-AB89-D7553A3BECF6}" type="pres">
      <dgm:prSet presAssocID="{1095C84D-FC69-44AF-9C54-559742541621}" presName="childText" presStyleLbl="revTx" presStyleIdx="0" presStyleCnt="1">
        <dgm:presLayoutVars>
          <dgm:bulletEnabled val="1"/>
        </dgm:presLayoutVars>
      </dgm:prSet>
      <dgm:spPr/>
    </dgm:pt>
    <dgm:pt modelId="{21289C82-FEB6-430F-88D0-EBAE00347030}" type="pres">
      <dgm:prSet presAssocID="{7B8A74BB-1AA5-47EC-9DB6-3385F007C584}" presName="parentText" presStyleLbl="node1" presStyleIdx="3" presStyleCnt="4">
        <dgm:presLayoutVars>
          <dgm:chMax val="0"/>
          <dgm:bulletEnabled val="1"/>
        </dgm:presLayoutVars>
      </dgm:prSet>
      <dgm:spPr/>
    </dgm:pt>
  </dgm:ptLst>
  <dgm:cxnLst>
    <dgm:cxn modelId="{7E020703-90E5-4169-B3E8-C5A2D2257FBB}" type="presOf" srcId="{F9765C5A-3344-44E9-8DF3-27159EFFFD3B}" destId="{19382C52-0802-410D-AB89-D7553A3BECF6}" srcOrd="0" destOrd="1" presId="urn:microsoft.com/office/officeart/2005/8/layout/vList2"/>
    <dgm:cxn modelId="{5BC01138-0951-4DE3-97AB-0952F1EA5872}" type="presOf" srcId="{E4BFA453-4CBF-46A0-B5F2-28F44C1CF41A}" destId="{F875D66D-F82D-4B75-9AB3-79D2C2727D87}" srcOrd="0" destOrd="0" presId="urn:microsoft.com/office/officeart/2005/8/layout/vList2"/>
    <dgm:cxn modelId="{F8AF7E3D-2184-4188-A923-B03F8A5992E8}" srcId="{1095C84D-FC69-44AF-9C54-559742541621}" destId="{BB4AC525-281C-4EE2-8834-7229237FF08B}" srcOrd="2" destOrd="0" parTransId="{B540510F-1802-466C-8E6C-A3F747596064}" sibTransId="{3717573B-A9E9-4E3A-AD31-D5D18B5D22CC}"/>
    <dgm:cxn modelId="{09A8C965-5639-4387-B57D-2CB4F42CE235}" type="presOf" srcId="{BB4AC525-281C-4EE2-8834-7229237FF08B}" destId="{19382C52-0802-410D-AB89-D7553A3BECF6}" srcOrd="0" destOrd="2" presId="urn:microsoft.com/office/officeart/2005/8/layout/vList2"/>
    <dgm:cxn modelId="{5CBA876D-315D-473F-B3A8-1626CB81FBF9}" srcId="{E4BFA453-4CBF-46A0-B5F2-28F44C1CF41A}" destId="{52461C26-C076-4F23-A530-0762767D072B}" srcOrd="0" destOrd="0" parTransId="{FF90FA86-C01F-466D-8D2F-8EAE213E4DC1}" sibTransId="{1C991FE6-4906-44F4-B19A-9271D2B9F863}"/>
    <dgm:cxn modelId="{8587CABD-CA77-425F-AAEE-7B0C686FEBF2}" type="presOf" srcId="{92BAF52D-A30B-43BE-8891-F23993362A47}" destId="{19382C52-0802-410D-AB89-D7553A3BECF6}" srcOrd="0" destOrd="0" presId="urn:microsoft.com/office/officeart/2005/8/layout/vList2"/>
    <dgm:cxn modelId="{56302BBE-A3AE-4EB3-AE75-8041607FED9B}" srcId="{E4BFA453-4CBF-46A0-B5F2-28F44C1CF41A}" destId="{0FC6D57E-7AAE-4F1F-8FF5-EFEA32DEB476}" srcOrd="1" destOrd="0" parTransId="{51EABCFE-EBCA-4B8C-B870-ABBE7E4FCB42}" sibTransId="{A9D90FA6-8D0A-4C09-89B4-711B50BC59AC}"/>
    <dgm:cxn modelId="{C5170CC3-BC81-47AD-89B7-EC9C300CA2F8}" srcId="{1095C84D-FC69-44AF-9C54-559742541621}" destId="{92BAF52D-A30B-43BE-8891-F23993362A47}" srcOrd="0" destOrd="0" parTransId="{545DAC68-CC72-4D1D-8EAC-408F7C753E49}" sibTransId="{58946A83-120C-47C2-BD3A-4091EA08E86D}"/>
    <dgm:cxn modelId="{B7C710CB-2801-47EA-8CA3-05C9BBB88675}" type="presOf" srcId="{0FC6D57E-7AAE-4F1F-8FF5-EFEA32DEB476}" destId="{4DEC3E4E-E249-4615-8AB0-708C8B8C7F75}" srcOrd="0" destOrd="0" presId="urn:microsoft.com/office/officeart/2005/8/layout/vList2"/>
    <dgm:cxn modelId="{261F64D4-248B-4922-B89F-CE0DDFB86200}" type="presOf" srcId="{7B8A74BB-1AA5-47EC-9DB6-3385F007C584}" destId="{21289C82-FEB6-430F-88D0-EBAE00347030}" srcOrd="0" destOrd="0" presId="urn:microsoft.com/office/officeart/2005/8/layout/vList2"/>
    <dgm:cxn modelId="{8FBECFD6-8D09-4D87-A0F0-49FD91ACDD0F}" type="presOf" srcId="{1095C84D-FC69-44AF-9C54-559742541621}" destId="{826C0BD4-6FBC-4E84-8637-9190C8DA4664}" srcOrd="0" destOrd="0" presId="urn:microsoft.com/office/officeart/2005/8/layout/vList2"/>
    <dgm:cxn modelId="{24C775E0-F926-467D-8E1E-634BC9A500B7}" srcId="{1095C84D-FC69-44AF-9C54-559742541621}" destId="{F9765C5A-3344-44E9-8DF3-27159EFFFD3B}" srcOrd="1" destOrd="0" parTransId="{5DBED1EE-65F3-4669-8844-FD44572A6913}" sibTransId="{33F45202-8CF0-4AF4-8EF1-AF28E7316F47}"/>
    <dgm:cxn modelId="{80AAE5E8-D9EC-4474-976D-BF7F9CCB4861}" srcId="{E4BFA453-4CBF-46A0-B5F2-28F44C1CF41A}" destId="{1095C84D-FC69-44AF-9C54-559742541621}" srcOrd="2" destOrd="0" parTransId="{56F835F6-0F1F-4D73-9C62-69307AC2EDE5}" sibTransId="{C3DB0907-B696-42C5-9415-0FAD8F56A156}"/>
    <dgm:cxn modelId="{24DD5CF0-8CD2-4158-B530-1AF93EF847A0}" type="presOf" srcId="{52461C26-C076-4F23-A530-0762767D072B}" destId="{94BAC9D8-7D4A-4290-93B1-D07AF1120AA6}" srcOrd="0" destOrd="0" presId="urn:microsoft.com/office/officeart/2005/8/layout/vList2"/>
    <dgm:cxn modelId="{F828D2FF-AA3C-4BCC-B811-E6CF419C8ECD}" srcId="{E4BFA453-4CBF-46A0-B5F2-28F44C1CF41A}" destId="{7B8A74BB-1AA5-47EC-9DB6-3385F007C584}" srcOrd="3" destOrd="0" parTransId="{FAE6FEE5-BACF-49AE-A744-AB5D08667013}" sibTransId="{DEDC52CE-04D6-4B32-A3AB-BDF63350568B}"/>
    <dgm:cxn modelId="{D04D3808-1F99-40F4-9797-5B13B32B84A1}" type="presParOf" srcId="{F875D66D-F82D-4B75-9AB3-79D2C2727D87}" destId="{94BAC9D8-7D4A-4290-93B1-D07AF1120AA6}" srcOrd="0" destOrd="0" presId="urn:microsoft.com/office/officeart/2005/8/layout/vList2"/>
    <dgm:cxn modelId="{846D97C1-E5B2-42D7-BF46-6DD2EA6F6DFB}" type="presParOf" srcId="{F875D66D-F82D-4B75-9AB3-79D2C2727D87}" destId="{649EF9DE-5681-4B6A-B970-F4A06AD9A0B1}" srcOrd="1" destOrd="0" presId="urn:microsoft.com/office/officeart/2005/8/layout/vList2"/>
    <dgm:cxn modelId="{B9FC8317-6C38-4004-ABB5-E4FA99FD4473}" type="presParOf" srcId="{F875D66D-F82D-4B75-9AB3-79D2C2727D87}" destId="{4DEC3E4E-E249-4615-8AB0-708C8B8C7F75}" srcOrd="2" destOrd="0" presId="urn:microsoft.com/office/officeart/2005/8/layout/vList2"/>
    <dgm:cxn modelId="{63EE7B4C-33FC-49C2-8017-0FDD69EA8A40}" type="presParOf" srcId="{F875D66D-F82D-4B75-9AB3-79D2C2727D87}" destId="{AD32EC7B-8516-4877-B4D6-BB109FAA829D}" srcOrd="3" destOrd="0" presId="urn:microsoft.com/office/officeart/2005/8/layout/vList2"/>
    <dgm:cxn modelId="{E7714134-EC00-4390-BEAA-518D253CEEB7}" type="presParOf" srcId="{F875D66D-F82D-4B75-9AB3-79D2C2727D87}" destId="{826C0BD4-6FBC-4E84-8637-9190C8DA4664}" srcOrd="4" destOrd="0" presId="urn:microsoft.com/office/officeart/2005/8/layout/vList2"/>
    <dgm:cxn modelId="{4B51F8C1-81B3-46A7-A520-F843A04DFF18}" type="presParOf" srcId="{F875D66D-F82D-4B75-9AB3-79D2C2727D87}" destId="{19382C52-0802-410D-AB89-D7553A3BECF6}" srcOrd="5" destOrd="0" presId="urn:microsoft.com/office/officeart/2005/8/layout/vList2"/>
    <dgm:cxn modelId="{313F8C96-E3A3-42EA-ADC7-2E5D943197C2}" type="presParOf" srcId="{F875D66D-F82D-4B75-9AB3-79D2C2727D87}" destId="{21289C82-FEB6-430F-88D0-EBAE0034703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1786E7A-5DD2-4C3A-96F1-D5856CD7C028}"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s-CL"/>
        </a:p>
      </dgm:t>
    </dgm:pt>
    <dgm:pt modelId="{EE25D3F5-D054-433D-BDE9-2F54456D8C0D}">
      <dgm:prSet/>
      <dgm:spPr/>
      <dgm:t>
        <a:bodyPr/>
        <a:lstStyle/>
        <a:p>
          <a:r>
            <a:rPr lang="es-MX" dirty="0"/>
            <a:t>Ensayos realizados en instalaciones del CEN</a:t>
          </a:r>
          <a:endParaRPr lang="es-CL" dirty="0"/>
        </a:p>
      </dgm:t>
    </dgm:pt>
    <dgm:pt modelId="{1D354A39-F769-4A63-B4BC-CC36D779DCB6}" type="parTrans" cxnId="{A08EE56F-95C5-4E2E-B855-20DA4D7A9E37}">
      <dgm:prSet/>
      <dgm:spPr/>
      <dgm:t>
        <a:bodyPr/>
        <a:lstStyle/>
        <a:p>
          <a:endParaRPr lang="es-CL"/>
        </a:p>
      </dgm:t>
    </dgm:pt>
    <dgm:pt modelId="{08A20A01-EE95-4E81-BA53-11DB4440777F}" type="sibTrans" cxnId="{A08EE56F-95C5-4E2E-B855-20DA4D7A9E37}">
      <dgm:prSet/>
      <dgm:spPr/>
      <dgm:t>
        <a:bodyPr/>
        <a:lstStyle/>
        <a:p>
          <a:endParaRPr lang="es-CL"/>
        </a:p>
      </dgm:t>
    </dgm:pt>
    <dgm:pt modelId="{53DB017B-D319-4F7D-A4C7-4794D09AC972}">
      <dgm:prSet/>
      <dgm:spPr/>
      <dgm:t>
        <a:bodyPr/>
        <a:lstStyle/>
        <a:p>
          <a:r>
            <a:rPr lang="es-MX" dirty="0"/>
            <a:t>Objetivo:</a:t>
          </a:r>
          <a:endParaRPr lang="es-CL" dirty="0"/>
        </a:p>
      </dgm:t>
    </dgm:pt>
    <dgm:pt modelId="{1924BEC6-0A81-4DF7-9CE3-E5D2E18E699F}" type="parTrans" cxnId="{1A88756B-2415-4264-A04E-ECB20B598CE8}">
      <dgm:prSet/>
      <dgm:spPr/>
      <dgm:t>
        <a:bodyPr/>
        <a:lstStyle/>
        <a:p>
          <a:endParaRPr lang="es-CL"/>
        </a:p>
      </dgm:t>
    </dgm:pt>
    <dgm:pt modelId="{12DA9FD9-9C8E-4135-BDC7-1EFB0D3A3FAA}" type="sibTrans" cxnId="{1A88756B-2415-4264-A04E-ECB20B598CE8}">
      <dgm:prSet/>
      <dgm:spPr/>
      <dgm:t>
        <a:bodyPr/>
        <a:lstStyle/>
        <a:p>
          <a:endParaRPr lang="es-CL"/>
        </a:p>
      </dgm:t>
    </dgm:pt>
    <dgm:pt modelId="{FCC33375-308F-4E27-B8BF-32E17A65ABD7}">
      <dgm:prSet/>
      <dgm:spPr/>
      <dgm:t>
        <a:bodyPr/>
        <a:lstStyle/>
        <a:p>
          <a:r>
            <a:rPr lang="es-MX" dirty="0"/>
            <a:t>Verificar desempeño funcional</a:t>
          </a:r>
          <a:endParaRPr lang="es-CL" dirty="0"/>
        </a:p>
      </dgm:t>
    </dgm:pt>
    <dgm:pt modelId="{D2A1C8A2-9F39-442E-B811-66550EA12896}" type="parTrans" cxnId="{48945768-A2A9-48F9-9E03-914F5060300A}">
      <dgm:prSet/>
      <dgm:spPr/>
      <dgm:t>
        <a:bodyPr/>
        <a:lstStyle/>
        <a:p>
          <a:endParaRPr lang="es-CL"/>
        </a:p>
      </dgm:t>
    </dgm:pt>
    <dgm:pt modelId="{ACB0C799-8E1B-41A1-939C-3A90756021FA}" type="sibTrans" cxnId="{48945768-A2A9-48F9-9E03-914F5060300A}">
      <dgm:prSet/>
      <dgm:spPr/>
      <dgm:t>
        <a:bodyPr/>
        <a:lstStyle/>
        <a:p>
          <a:endParaRPr lang="es-CL"/>
        </a:p>
      </dgm:t>
    </dgm:pt>
    <dgm:pt modelId="{82037D28-EEE9-45AB-80BE-790690E176D3}">
      <dgm:prSet/>
      <dgm:spPr/>
      <dgm:t>
        <a:bodyPr/>
        <a:lstStyle/>
        <a:p>
          <a:r>
            <a:rPr lang="es-MX" dirty="0"/>
            <a:t>Validar interfaces</a:t>
          </a:r>
          <a:endParaRPr lang="es-CL" dirty="0"/>
        </a:p>
      </dgm:t>
    </dgm:pt>
    <dgm:pt modelId="{63C3E558-1379-41B8-A1A8-8F5F6043B2EA}" type="parTrans" cxnId="{D978A61A-CFF2-4420-AED8-57C7EA3AFC3C}">
      <dgm:prSet/>
      <dgm:spPr/>
      <dgm:t>
        <a:bodyPr/>
        <a:lstStyle/>
        <a:p>
          <a:endParaRPr lang="es-CL"/>
        </a:p>
      </dgm:t>
    </dgm:pt>
    <dgm:pt modelId="{9975197F-1F69-4945-A5D7-1E0A107E2B8D}" type="sibTrans" cxnId="{D978A61A-CFF2-4420-AED8-57C7EA3AFC3C}">
      <dgm:prSet/>
      <dgm:spPr/>
      <dgm:t>
        <a:bodyPr/>
        <a:lstStyle/>
        <a:p>
          <a:endParaRPr lang="es-CL"/>
        </a:p>
      </dgm:t>
    </dgm:pt>
    <dgm:pt modelId="{8462BDF0-D6CE-43CB-9341-D3BD3C985A17}">
      <dgm:prSet/>
      <dgm:spPr/>
      <dgm:t>
        <a:bodyPr/>
        <a:lstStyle/>
        <a:p>
          <a:r>
            <a:rPr lang="es-MX" dirty="0"/>
            <a:t>Asegurar robustez ambiental</a:t>
          </a:r>
          <a:endParaRPr lang="es-CL" dirty="0"/>
        </a:p>
      </dgm:t>
    </dgm:pt>
    <dgm:pt modelId="{98027DF2-71D6-414D-BE54-AB74FBAC69AD}" type="parTrans" cxnId="{C5F64029-78E0-465D-B0FC-3D537FCBB5A2}">
      <dgm:prSet/>
      <dgm:spPr/>
      <dgm:t>
        <a:bodyPr/>
        <a:lstStyle/>
        <a:p>
          <a:endParaRPr lang="es-CL"/>
        </a:p>
      </dgm:t>
    </dgm:pt>
    <dgm:pt modelId="{DFF5EDC6-30DC-4138-A043-A7CBC6B99E75}" type="sibTrans" cxnId="{C5F64029-78E0-465D-B0FC-3D537FCBB5A2}">
      <dgm:prSet/>
      <dgm:spPr/>
      <dgm:t>
        <a:bodyPr/>
        <a:lstStyle/>
        <a:p>
          <a:endParaRPr lang="es-CL"/>
        </a:p>
      </dgm:t>
    </dgm:pt>
    <dgm:pt modelId="{C62C15A9-65A1-4FC7-88F3-2E03DF797657}">
      <dgm:prSet/>
      <dgm:spPr/>
      <dgm:t>
        <a:bodyPr/>
        <a:lstStyle/>
        <a:p>
          <a:r>
            <a:rPr lang="es-MX"/>
            <a:t>Tipos de ensayos:</a:t>
          </a:r>
          <a:endParaRPr lang="es-CL"/>
        </a:p>
      </dgm:t>
    </dgm:pt>
    <dgm:pt modelId="{E696A673-FA17-4502-B7D1-0CEA673947E8}" type="parTrans" cxnId="{04EA165D-9D3D-4228-882A-C2BD5447C35C}">
      <dgm:prSet/>
      <dgm:spPr/>
      <dgm:t>
        <a:bodyPr/>
        <a:lstStyle/>
        <a:p>
          <a:endParaRPr lang="es-CL"/>
        </a:p>
      </dgm:t>
    </dgm:pt>
    <dgm:pt modelId="{1B4DF33B-C0F4-4FBF-91A9-72FF0C29CE95}" type="sibTrans" cxnId="{04EA165D-9D3D-4228-882A-C2BD5447C35C}">
      <dgm:prSet/>
      <dgm:spPr/>
      <dgm:t>
        <a:bodyPr/>
        <a:lstStyle/>
        <a:p>
          <a:endParaRPr lang="es-CL"/>
        </a:p>
      </dgm:t>
    </dgm:pt>
    <dgm:pt modelId="{2B88D3AA-D947-4C58-86A6-8ADF070697C1}">
      <dgm:prSet/>
      <dgm:spPr/>
      <dgm:t>
        <a:bodyPr/>
        <a:lstStyle/>
        <a:p>
          <a:r>
            <a:rPr lang="es-MX"/>
            <a:t>Funcionales y eléctricos</a:t>
          </a:r>
          <a:endParaRPr lang="es-CL"/>
        </a:p>
      </dgm:t>
    </dgm:pt>
    <dgm:pt modelId="{6CA8D233-8B83-4B60-9CEE-826A86E95AA6}" type="parTrans" cxnId="{B4538265-EEF2-425F-954A-108010742ACF}">
      <dgm:prSet/>
      <dgm:spPr/>
      <dgm:t>
        <a:bodyPr/>
        <a:lstStyle/>
        <a:p>
          <a:endParaRPr lang="es-CL"/>
        </a:p>
      </dgm:t>
    </dgm:pt>
    <dgm:pt modelId="{31414944-F791-4110-8001-6B12E16CBA0D}" type="sibTrans" cxnId="{B4538265-EEF2-425F-954A-108010742ACF}">
      <dgm:prSet/>
      <dgm:spPr/>
      <dgm:t>
        <a:bodyPr/>
        <a:lstStyle/>
        <a:p>
          <a:endParaRPr lang="es-CL"/>
        </a:p>
      </dgm:t>
    </dgm:pt>
    <dgm:pt modelId="{64FE569D-CF9E-4CCF-977D-91425A531CD8}">
      <dgm:prSet/>
      <dgm:spPr/>
      <dgm:t>
        <a:bodyPr/>
        <a:lstStyle/>
        <a:p>
          <a:r>
            <a:rPr lang="es-MX" dirty="0"/>
            <a:t>Ambientales térmicos</a:t>
          </a:r>
          <a:endParaRPr lang="es-CL" dirty="0"/>
        </a:p>
      </dgm:t>
    </dgm:pt>
    <dgm:pt modelId="{F69D2DE4-4E37-43E5-AE1B-652D332E51D0}" type="parTrans" cxnId="{8B2F8B82-F21C-4613-828D-A6DA9B4E4163}">
      <dgm:prSet/>
      <dgm:spPr/>
      <dgm:t>
        <a:bodyPr/>
        <a:lstStyle/>
        <a:p>
          <a:endParaRPr lang="es-CL"/>
        </a:p>
      </dgm:t>
    </dgm:pt>
    <dgm:pt modelId="{0A760BC9-CF44-4867-97F7-973DA58D7FEC}" type="sibTrans" cxnId="{8B2F8B82-F21C-4613-828D-A6DA9B4E4163}">
      <dgm:prSet/>
      <dgm:spPr/>
      <dgm:t>
        <a:bodyPr/>
        <a:lstStyle/>
        <a:p>
          <a:endParaRPr lang="es-CL"/>
        </a:p>
      </dgm:t>
    </dgm:pt>
    <dgm:pt modelId="{89FC0068-7AAD-42D6-8E46-43304DD72B2A}">
      <dgm:prSet/>
      <dgm:spPr/>
      <dgm:t>
        <a:bodyPr/>
        <a:lstStyle/>
        <a:p>
          <a:r>
            <a:rPr lang="es-MX"/>
            <a:t>Mecánicos y dinámicos</a:t>
          </a:r>
          <a:endParaRPr lang="es-CL"/>
        </a:p>
      </dgm:t>
    </dgm:pt>
    <dgm:pt modelId="{C6ECBD10-5DA6-4A83-B84B-26F0C7710823}" type="parTrans" cxnId="{A7937DAF-D4CD-4DC3-9BF5-87DC2B3F555D}">
      <dgm:prSet/>
      <dgm:spPr/>
      <dgm:t>
        <a:bodyPr/>
        <a:lstStyle/>
        <a:p>
          <a:endParaRPr lang="es-CL"/>
        </a:p>
      </dgm:t>
    </dgm:pt>
    <dgm:pt modelId="{7FA536F2-0163-48DA-8607-C17DA6AD5D25}" type="sibTrans" cxnId="{A7937DAF-D4CD-4DC3-9BF5-87DC2B3F555D}">
      <dgm:prSet/>
      <dgm:spPr/>
      <dgm:t>
        <a:bodyPr/>
        <a:lstStyle/>
        <a:p>
          <a:endParaRPr lang="es-CL"/>
        </a:p>
      </dgm:t>
    </dgm:pt>
    <dgm:pt modelId="{BDEA7D33-2607-4102-AA3F-780306B41F64}">
      <dgm:prSet/>
      <dgm:spPr/>
      <dgm:t>
        <a:bodyPr/>
        <a:lstStyle/>
        <a:p>
          <a:r>
            <a:rPr lang="es-MX"/>
            <a:t>Compatibilidad electromagnética (EMC)</a:t>
          </a:r>
          <a:endParaRPr lang="es-CL"/>
        </a:p>
      </dgm:t>
    </dgm:pt>
    <dgm:pt modelId="{C8F43AFB-C9CA-402A-A8BE-75945586E3AD}" type="parTrans" cxnId="{B9F59B74-0403-4E14-B9F5-A7C114E51B74}">
      <dgm:prSet/>
      <dgm:spPr/>
      <dgm:t>
        <a:bodyPr/>
        <a:lstStyle/>
        <a:p>
          <a:endParaRPr lang="es-CL"/>
        </a:p>
      </dgm:t>
    </dgm:pt>
    <dgm:pt modelId="{30F9AA00-DFD2-4358-8F61-D533623BD38F}" type="sibTrans" cxnId="{B9F59B74-0403-4E14-B9F5-A7C114E51B74}">
      <dgm:prSet/>
      <dgm:spPr/>
      <dgm:t>
        <a:bodyPr/>
        <a:lstStyle/>
        <a:p>
          <a:endParaRPr lang="es-CL"/>
        </a:p>
      </dgm:t>
    </dgm:pt>
    <dgm:pt modelId="{35B5F170-E519-47DA-B3FF-AC4865FE31DC}" type="pres">
      <dgm:prSet presAssocID="{A1786E7A-5DD2-4C3A-96F1-D5856CD7C028}" presName="linear" presStyleCnt="0">
        <dgm:presLayoutVars>
          <dgm:animLvl val="lvl"/>
          <dgm:resizeHandles val="exact"/>
        </dgm:presLayoutVars>
      </dgm:prSet>
      <dgm:spPr/>
    </dgm:pt>
    <dgm:pt modelId="{AB56E0C8-2DE0-4811-8965-40B465563EC8}" type="pres">
      <dgm:prSet presAssocID="{EE25D3F5-D054-433D-BDE9-2F54456D8C0D}" presName="parentText" presStyleLbl="node1" presStyleIdx="0" presStyleCnt="3">
        <dgm:presLayoutVars>
          <dgm:chMax val="0"/>
          <dgm:bulletEnabled val="1"/>
        </dgm:presLayoutVars>
      </dgm:prSet>
      <dgm:spPr/>
    </dgm:pt>
    <dgm:pt modelId="{91C8AB5F-F2DA-4CAD-A247-462BD1A45B40}" type="pres">
      <dgm:prSet presAssocID="{08A20A01-EE95-4E81-BA53-11DB4440777F}" presName="spacer" presStyleCnt="0"/>
      <dgm:spPr/>
    </dgm:pt>
    <dgm:pt modelId="{BB0075B1-D1F8-418E-AE79-8EAC0906E717}" type="pres">
      <dgm:prSet presAssocID="{53DB017B-D319-4F7D-A4C7-4794D09AC972}" presName="parentText" presStyleLbl="node1" presStyleIdx="1" presStyleCnt="3">
        <dgm:presLayoutVars>
          <dgm:chMax val="0"/>
          <dgm:bulletEnabled val="1"/>
        </dgm:presLayoutVars>
      </dgm:prSet>
      <dgm:spPr/>
    </dgm:pt>
    <dgm:pt modelId="{FE0A0FCE-74F7-46C6-9408-01BC2231CAEE}" type="pres">
      <dgm:prSet presAssocID="{53DB017B-D319-4F7D-A4C7-4794D09AC972}" presName="childText" presStyleLbl="revTx" presStyleIdx="0" presStyleCnt="2">
        <dgm:presLayoutVars>
          <dgm:bulletEnabled val="1"/>
        </dgm:presLayoutVars>
      </dgm:prSet>
      <dgm:spPr/>
    </dgm:pt>
    <dgm:pt modelId="{344E5FC6-B760-48D0-84AC-92F1633F34E2}" type="pres">
      <dgm:prSet presAssocID="{C62C15A9-65A1-4FC7-88F3-2E03DF797657}" presName="parentText" presStyleLbl="node1" presStyleIdx="2" presStyleCnt="3">
        <dgm:presLayoutVars>
          <dgm:chMax val="0"/>
          <dgm:bulletEnabled val="1"/>
        </dgm:presLayoutVars>
      </dgm:prSet>
      <dgm:spPr/>
    </dgm:pt>
    <dgm:pt modelId="{ABC635D4-7D76-48E4-A2D6-3C8068709D64}" type="pres">
      <dgm:prSet presAssocID="{C62C15A9-65A1-4FC7-88F3-2E03DF797657}" presName="childText" presStyleLbl="revTx" presStyleIdx="1" presStyleCnt="2">
        <dgm:presLayoutVars>
          <dgm:bulletEnabled val="1"/>
        </dgm:presLayoutVars>
      </dgm:prSet>
      <dgm:spPr/>
    </dgm:pt>
  </dgm:ptLst>
  <dgm:cxnLst>
    <dgm:cxn modelId="{E4064A09-85ED-4C46-AD89-31108A4AF067}" type="presOf" srcId="{A1786E7A-5DD2-4C3A-96F1-D5856CD7C028}" destId="{35B5F170-E519-47DA-B3FF-AC4865FE31DC}" srcOrd="0" destOrd="0" presId="urn:microsoft.com/office/officeart/2005/8/layout/vList2"/>
    <dgm:cxn modelId="{07BFC515-ED5E-409D-96F0-FD1BA9091462}" type="presOf" srcId="{89FC0068-7AAD-42D6-8E46-43304DD72B2A}" destId="{ABC635D4-7D76-48E4-A2D6-3C8068709D64}" srcOrd="0" destOrd="2" presId="urn:microsoft.com/office/officeart/2005/8/layout/vList2"/>
    <dgm:cxn modelId="{AC32C715-1DEE-45A8-990A-92B99C60BD20}" type="presOf" srcId="{64FE569D-CF9E-4CCF-977D-91425A531CD8}" destId="{ABC635D4-7D76-48E4-A2D6-3C8068709D64}" srcOrd="0" destOrd="1" presId="urn:microsoft.com/office/officeart/2005/8/layout/vList2"/>
    <dgm:cxn modelId="{0CD42F18-D61D-4B00-8464-E50CF443E4D7}" type="presOf" srcId="{FCC33375-308F-4E27-B8BF-32E17A65ABD7}" destId="{FE0A0FCE-74F7-46C6-9408-01BC2231CAEE}" srcOrd="0" destOrd="0" presId="urn:microsoft.com/office/officeart/2005/8/layout/vList2"/>
    <dgm:cxn modelId="{D978A61A-CFF2-4420-AED8-57C7EA3AFC3C}" srcId="{53DB017B-D319-4F7D-A4C7-4794D09AC972}" destId="{82037D28-EEE9-45AB-80BE-790690E176D3}" srcOrd="1" destOrd="0" parTransId="{63C3E558-1379-41B8-A1A8-8F5F6043B2EA}" sibTransId="{9975197F-1F69-4945-A5D7-1E0A107E2B8D}"/>
    <dgm:cxn modelId="{C5F64029-78E0-465D-B0FC-3D537FCBB5A2}" srcId="{53DB017B-D319-4F7D-A4C7-4794D09AC972}" destId="{8462BDF0-D6CE-43CB-9341-D3BD3C985A17}" srcOrd="2" destOrd="0" parTransId="{98027DF2-71D6-414D-BE54-AB74FBAC69AD}" sibTransId="{DFF5EDC6-30DC-4138-A043-A7CBC6B99E75}"/>
    <dgm:cxn modelId="{04EA165D-9D3D-4228-882A-C2BD5447C35C}" srcId="{A1786E7A-5DD2-4C3A-96F1-D5856CD7C028}" destId="{C62C15A9-65A1-4FC7-88F3-2E03DF797657}" srcOrd="2" destOrd="0" parTransId="{E696A673-FA17-4502-B7D1-0CEA673947E8}" sibTransId="{1B4DF33B-C0F4-4FBF-91A9-72FF0C29CE95}"/>
    <dgm:cxn modelId="{B4538265-EEF2-425F-954A-108010742ACF}" srcId="{C62C15A9-65A1-4FC7-88F3-2E03DF797657}" destId="{2B88D3AA-D947-4C58-86A6-8ADF070697C1}" srcOrd="0" destOrd="0" parTransId="{6CA8D233-8B83-4B60-9CEE-826A86E95AA6}" sibTransId="{31414944-F791-4110-8001-6B12E16CBA0D}"/>
    <dgm:cxn modelId="{48945768-A2A9-48F9-9E03-914F5060300A}" srcId="{53DB017B-D319-4F7D-A4C7-4794D09AC972}" destId="{FCC33375-308F-4E27-B8BF-32E17A65ABD7}" srcOrd="0" destOrd="0" parTransId="{D2A1C8A2-9F39-442E-B811-66550EA12896}" sibTransId="{ACB0C799-8E1B-41A1-939C-3A90756021FA}"/>
    <dgm:cxn modelId="{1A88756B-2415-4264-A04E-ECB20B598CE8}" srcId="{A1786E7A-5DD2-4C3A-96F1-D5856CD7C028}" destId="{53DB017B-D319-4F7D-A4C7-4794D09AC972}" srcOrd="1" destOrd="0" parTransId="{1924BEC6-0A81-4DF7-9CE3-E5D2E18E699F}" sibTransId="{12DA9FD9-9C8E-4135-BDC7-1EFB0D3A3FAA}"/>
    <dgm:cxn modelId="{A08EE56F-95C5-4E2E-B855-20DA4D7A9E37}" srcId="{A1786E7A-5DD2-4C3A-96F1-D5856CD7C028}" destId="{EE25D3F5-D054-433D-BDE9-2F54456D8C0D}" srcOrd="0" destOrd="0" parTransId="{1D354A39-F769-4A63-B4BC-CC36D779DCB6}" sibTransId="{08A20A01-EE95-4E81-BA53-11DB4440777F}"/>
    <dgm:cxn modelId="{B9F59B74-0403-4E14-B9F5-A7C114E51B74}" srcId="{C62C15A9-65A1-4FC7-88F3-2E03DF797657}" destId="{BDEA7D33-2607-4102-AA3F-780306B41F64}" srcOrd="3" destOrd="0" parTransId="{C8F43AFB-C9CA-402A-A8BE-75945586E3AD}" sibTransId="{30F9AA00-DFD2-4358-8F61-D533623BD38F}"/>
    <dgm:cxn modelId="{CD82B479-A15D-4441-B89A-0F7B94FB2766}" type="presOf" srcId="{82037D28-EEE9-45AB-80BE-790690E176D3}" destId="{FE0A0FCE-74F7-46C6-9408-01BC2231CAEE}" srcOrd="0" destOrd="1" presId="urn:microsoft.com/office/officeart/2005/8/layout/vList2"/>
    <dgm:cxn modelId="{8B2F8B82-F21C-4613-828D-A6DA9B4E4163}" srcId="{C62C15A9-65A1-4FC7-88F3-2E03DF797657}" destId="{64FE569D-CF9E-4CCF-977D-91425A531CD8}" srcOrd="1" destOrd="0" parTransId="{F69D2DE4-4E37-43E5-AE1B-652D332E51D0}" sibTransId="{0A760BC9-CF44-4867-97F7-973DA58D7FEC}"/>
    <dgm:cxn modelId="{B0481D8E-2C58-4EB5-9CF4-037C6A65473C}" type="presOf" srcId="{8462BDF0-D6CE-43CB-9341-D3BD3C985A17}" destId="{FE0A0FCE-74F7-46C6-9408-01BC2231CAEE}" srcOrd="0" destOrd="2" presId="urn:microsoft.com/office/officeart/2005/8/layout/vList2"/>
    <dgm:cxn modelId="{87AE58A2-36D5-411A-87FE-F05790FA1452}" type="presOf" srcId="{53DB017B-D319-4F7D-A4C7-4794D09AC972}" destId="{BB0075B1-D1F8-418E-AE79-8EAC0906E717}" srcOrd="0" destOrd="0" presId="urn:microsoft.com/office/officeart/2005/8/layout/vList2"/>
    <dgm:cxn modelId="{A7937DAF-D4CD-4DC3-9BF5-87DC2B3F555D}" srcId="{C62C15A9-65A1-4FC7-88F3-2E03DF797657}" destId="{89FC0068-7AAD-42D6-8E46-43304DD72B2A}" srcOrd="2" destOrd="0" parTransId="{C6ECBD10-5DA6-4A83-B84B-26F0C7710823}" sibTransId="{7FA536F2-0163-48DA-8607-C17DA6AD5D25}"/>
    <dgm:cxn modelId="{293D66C7-7C6B-496D-B760-50E4269FAADC}" type="presOf" srcId="{C62C15A9-65A1-4FC7-88F3-2E03DF797657}" destId="{344E5FC6-B760-48D0-84AC-92F1633F34E2}" srcOrd="0" destOrd="0" presId="urn:microsoft.com/office/officeart/2005/8/layout/vList2"/>
    <dgm:cxn modelId="{819651C9-5C43-421D-99BF-F8BCB96D22C0}" type="presOf" srcId="{BDEA7D33-2607-4102-AA3F-780306B41F64}" destId="{ABC635D4-7D76-48E4-A2D6-3C8068709D64}" srcOrd="0" destOrd="3" presId="urn:microsoft.com/office/officeart/2005/8/layout/vList2"/>
    <dgm:cxn modelId="{64D839E1-D31A-4FD6-AFC5-021AD88863C9}" type="presOf" srcId="{2B88D3AA-D947-4C58-86A6-8ADF070697C1}" destId="{ABC635D4-7D76-48E4-A2D6-3C8068709D64}" srcOrd="0" destOrd="0" presId="urn:microsoft.com/office/officeart/2005/8/layout/vList2"/>
    <dgm:cxn modelId="{36DFA7F3-EAB0-4D9C-ABB4-8F2E8CA6BFF6}" type="presOf" srcId="{EE25D3F5-D054-433D-BDE9-2F54456D8C0D}" destId="{AB56E0C8-2DE0-4811-8965-40B465563EC8}" srcOrd="0" destOrd="0" presId="urn:microsoft.com/office/officeart/2005/8/layout/vList2"/>
    <dgm:cxn modelId="{E358D31E-9784-4988-AB5B-137FF2E30105}" type="presParOf" srcId="{35B5F170-E519-47DA-B3FF-AC4865FE31DC}" destId="{AB56E0C8-2DE0-4811-8965-40B465563EC8}" srcOrd="0" destOrd="0" presId="urn:microsoft.com/office/officeart/2005/8/layout/vList2"/>
    <dgm:cxn modelId="{FD156D80-C0F5-4EE9-93AA-1B438F2B1C2A}" type="presParOf" srcId="{35B5F170-E519-47DA-B3FF-AC4865FE31DC}" destId="{91C8AB5F-F2DA-4CAD-A247-462BD1A45B40}" srcOrd="1" destOrd="0" presId="urn:microsoft.com/office/officeart/2005/8/layout/vList2"/>
    <dgm:cxn modelId="{5CDD24DF-51CA-4B1E-B504-1156138D231E}" type="presParOf" srcId="{35B5F170-E519-47DA-B3FF-AC4865FE31DC}" destId="{BB0075B1-D1F8-418E-AE79-8EAC0906E717}" srcOrd="2" destOrd="0" presId="urn:microsoft.com/office/officeart/2005/8/layout/vList2"/>
    <dgm:cxn modelId="{5D69EDA9-CF27-4E9C-BEF1-D5AD0E4B8DED}" type="presParOf" srcId="{35B5F170-E519-47DA-B3FF-AC4865FE31DC}" destId="{FE0A0FCE-74F7-46C6-9408-01BC2231CAEE}" srcOrd="3" destOrd="0" presId="urn:microsoft.com/office/officeart/2005/8/layout/vList2"/>
    <dgm:cxn modelId="{9FB29388-139D-45A8-827F-964175ED7E52}" type="presParOf" srcId="{35B5F170-E519-47DA-B3FF-AC4865FE31DC}" destId="{344E5FC6-B760-48D0-84AC-92F1633F34E2}" srcOrd="4" destOrd="0" presId="urn:microsoft.com/office/officeart/2005/8/layout/vList2"/>
    <dgm:cxn modelId="{953ACAB3-CC2E-4739-A6EA-6D40646BFD00}" type="presParOf" srcId="{35B5F170-E519-47DA-B3FF-AC4865FE31DC}" destId="{ABC635D4-7D76-48E4-A2D6-3C8068709D6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630B023-BE56-4410-8945-83A4CF5D5C88}"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s-CL"/>
        </a:p>
      </dgm:t>
    </dgm:pt>
    <dgm:pt modelId="{C6055990-FE89-4345-A2A3-C0A363ABB96A}">
      <dgm:prSet/>
      <dgm:spPr/>
      <dgm:t>
        <a:bodyPr/>
        <a:lstStyle/>
        <a:p>
          <a:r>
            <a:rPr lang="es-MX"/>
            <a:t>Validación de operación nominal y manejo de fallas</a:t>
          </a:r>
          <a:endParaRPr lang="es-CL"/>
        </a:p>
      </dgm:t>
    </dgm:pt>
    <dgm:pt modelId="{73A01479-5303-442C-8182-4B821378008D}" type="parTrans" cxnId="{2366AF48-DA7A-46FC-AA60-F621BFAB5440}">
      <dgm:prSet/>
      <dgm:spPr/>
      <dgm:t>
        <a:bodyPr/>
        <a:lstStyle/>
        <a:p>
          <a:endParaRPr lang="es-CL"/>
        </a:p>
      </dgm:t>
    </dgm:pt>
    <dgm:pt modelId="{8DB2DE5C-6F0A-429B-A85B-CA1C11073AD5}" type="sibTrans" cxnId="{2366AF48-DA7A-46FC-AA60-F621BFAB5440}">
      <dgm:prSet/>
      <dgm:spPr/>
      <dgm:t>
        <a:bodyPr/>
        <a:lstStyle/>
        <a:p>
          <a:endParaRPr lang="es-CL"/>
        </a:p>
      </dgm:t>
    </dgm:pt>
    <dgm:pt modelId="{12962A5C-FFE0-494C-B97E-D697C9559821}">
      <dgm:prSet/>
      <dgm:spPr/>
      <dgm:t>
        <a:bodyPr/>
        <a:lstStyle/>
        <a:p>
          <a:r>
            <a:rPr lang="es-MX" dirty="0"/>
            <a:t>Consumo de potencia y corrientes de arranque</a:t>
          </a:r>
          <a:endParaRPr lang="es-CL" dirty="0"/>
        </a:p>
      </dgm:t>
    </dgm:pt>
    <dgm:pt modelId="{C8893885-02A4-4FC1-8D16-892A162915B9}" type="parTrans" cxnId="{1ACE2CE3-6223-4AED-8A45-7008F4A8F824}">
      <dgm:prSet/>
      <dgm:spPr/>
      <dgm:t>
        <a:bodyPr/>
        <a:lstStyle/>
        <a:p>
          <a:endParaRPr lang="es-CL"/>
        </a:p>
      </dgm:t>
    </dgm:pt>
    <dgm:pt modelId="{017AB70B-E645-48DF-9C9F-0C48329300A6}" type="sibTrans" cxnId="{1ACE2CE3-6223-4AED-8A45-7008F4A8F824}">
      <dgm:prSet/>
      <dgm:spPr/>
      <dgm:t>
        <a:bodyPr/>
        <a:lstStyle/>
        <a:p>
          <a:endParaRPr lang="es-CL"/>
        </a:p>
      </dgm:t>
    </dgm:pt>
    <dgm:pt modelId="{76CC40CF-1E1E-4CB5-8E44-396177D07D93}">
      <dgm:prSet/>
      <dgm:spPr/>
      <dgm:t>
        <a:bodyPr/>
        <a:lstStyle/>
        <a:p>
          <a:r>
            <a:rPr lang="es-MX" dirty="0"/>
            <a:t>Desempeño RF UHF</a:t>
          </a:r>
          <a:endParaRPr lang="es-CL" dirty="0"/>
        </a:p>
      </dgm:t>
    </dgm:pt>
    <dgm:pt modelId="{3C30AA1E-62C9-4AEC-B267-1B1487DE851B}" type="parTrans" cxnId="{23602680-33AE-4765-BFE0-FBC7FF81E760}">
      <dgm:prSet/>
      <dgm:spPr/>
      <dgm:t>
        <a:bodyPr/>
        <a:lstStyle/>
        <a:p>
          <a:endParaRPr lang="es-CL"/>
        </a:p>
      </dgm:t>
    </dgm:pt>
    <dgm:pt modelId="{D5EE3557-568F-4743-8FFD-F5721F482C4B}" type="sibTrans" cxnId="{23602680-33AE-4765-BFE0-FBC7FF81E760}">
      <dgm:prSet/>
      <dgm:spPr/>
      <dgm:t>
        <a:bodyPr/>
        <a:lstStyle/>
        <a:p>
          <a:endParaRPr lang="es-CL"/>
        </a:p>
      </dgm:t>
    </dgm:pt>
    <dgm:pt modelId="{4E5584FC-25B0-47DD-90A1-733B6735ED06}">
      <dgm:prSet/>
      <dgm:spPr/>
      <dgm:t>
        <a:bodyPr/>
        <a:lstStyle/>
        <a:p>
          <a:r>
            <a:rPr lang="es-MX"/>
            <a:t>Integridad de datos y almacenamiento</a:t>
          </a:r>
          <a:endParaRPr lang="es-CL"/>
        </a:p>
      </dgm:t>
    </dgm:pt>
    <dgm:pt modelId="{97C74900-613B-4B13-8DAF-C4020CB03745}" type="parTrans" cxnId="{09065843-1781-4E19-A1FF-C03D3D66108F}">
      <dgm:prSet/>
      <dgm:spPr/>
      <dgm:t>
        <a:bodyPr/>
        <a:lstStyle/>
        <a:p>
          <a:endParaRPr lang="es-CL"/>
        </a:p>
      </dgm:t>
    </dgm:pt>
    <dgm:pt modelId="{1DA55F34-75AC-4A9C-8F3E-19AB13E58FC6}" type="sibTrans" cxnId="{09065843-1781-4E19-A1FF-C03D3D66108F}">
      <dgm:prSet/>
      <dgm:spPr/>
      <dgm:t>
        <a:bodyPr/>
        <a:lstStyle/>
        <a:p>
          <a:endParaRPr lang="es-CL"/>
        </a:p>
      </dgm:t>
    </dgm:pt>
    <dgm:pt modelId="{63E48490-71E1-461A-A069-C1DFCD8ADC64}">
      <dgm:prSet/>
      <dgm:spPr/>
      <dgm:t>
        <a:bodyPr/>
        <a:lstStyle/>
        <a:p>
          <a:r>
            <a:rPr lang="es-MX" dirty="0"/>
            <a:t>Interfaces con OBC y Banda S</a:t>
          </a:r>
          <a:endParaRPr lang="es-CL" dirty="0"/>
        </a:p>
      </dgm:t>
    </dgm:pt>
    <dgm:pt modelId="{6DE44E3E-BAB5-4392-86C5-566DCDEAA2A6}" type="parTrans" cxnId="{8385143E-987E-45A3-BBB8-8D12A551F29F}">
      <dgm:prSet/>
      <dgm:spPr/>
      <dgm:t>
        <a:bodyPr/>
        <a:lstStyle/>
        <a:p>
          <a:endParaRPr lang="es-CL"/>
        </a:p>
      </dgm:t>
    </dgm:pt>
    <dgm:pt modelId="{0B040025-8760-4972-9607-D7F7333BDB99}" type="sibTrans" cxnId="{8385143E-987E-45A3-BBB8-8D12A551F29F}">
      <dgm:prSet/>
      <dgm:spPr/>
      <dgm:t>
        <a:bodyPr/>
        <a:lstStyle/>
        <a:p>
          <a:endParaRPr lang="es-CL"/>
        </a:p>
      </dgm:t>
    </dgm:pt>
    <dgm:pt modelId="{9A69769F-4844-4C71-A417-CD362482D783}">
      <dgm:prSet/>
      <dgm:spPr/>
      <dgm:t>
        <a:bodyPr/>
        <a:lstStyle/>
        <a:p>
          <a:r>
            <a:rPr lang="es-MX"/>
            <a:t>Mecanismos de seguridad y recuperación</a:t>
          </a:r>
          <a:endParaRPr lang="es-CL"/>
        </a:p>
      </dgm:t>
    </dgm:pt>
    <dgm:pt modelId="{7C977741-C416-4968-A809-1C9C49F05048}" type="parTrans" cxnId="{26B63D1D-D6C4-4DD9-B323-5F8CC836E33D}">
      <dgm:prSet/>
      <dgm:spPr/>
      <dgm:t>
        <a:bodyPr/>
        <a:lstStyle/>
        <a:p>
          <a:endParaRPr lang="es-CL"/>
        </a:p>
      </dgm:t>
    </dgm:pt>
    <dgm:pt modelId="{1EB07C98-6724-4A47-AF6D-DF9FF4540DDD}" type="sibTrans" cxnId="{26B63D1D-D6C4-4DD9-B323-5F8CC836E33D}">
      <dgm:prSet/>
      <dgm:spPr/>
      <dgm:t>
        <a:bodyPr/>
        <a:lstStyle/>
        <a:p>
          <a:endParaRPr lang="es-CL"/>
        </a:p>
      </dgm:t>
    </dgm:pt>
    <dgm:pt modelId="{BF205E26-554D-4CFF-9FA2-7E6B6CC55D22}" type="pres">
      <dgm:prSet presAssocID="{5630B023-BE56-4410-8945-83A4CF5D5C88}" presName="linear" presStyleCnt="0">
        <dgm:presLayoutVars>
          <dgm:animLvl val="lvl"/>
          <dgm:resizeHandles val="exact"/>
        </dgm:presLayoutVars>
      </dgm:prSet>
      <dgm:spPr/>
    </dgm:pt>
    <dgm:pt modelId="{BB838C15-873B-4DD9-8E59-D7843E1968F4}" type="pres">
      <dgm:prSet presAssocID="{C6055990-FE89-4345-A2A3-C0A363ABB96A}" presName="parentText" presStyleLbl="node1" presStyleIdx="0" presStyleCnt="6">
        <dgm:presLayoutVars>
          <dgm:chMax val="0"/>
          <dgm:bulletEnabled val="1"/>
        </dgm:presLayoutVars>
      </dgm:prSet>
      <dgm:spPr/>
    </dgm:pt>
    <dgm:pt modelId="{B53A3864-E3B0-49FC-BEAB-446F4C017D3E}" type="pres">
      <dgm:prSet presAssocID="{8DB2DE5C-6F0A-429B-A85B-CA1C11073AD5}" presName="spacer" presStyleCnt="0"/>
      <dgm:spPr/>
    </dgm:pt>
    <dgm:pt modelId="{8934D51F-3BE6-4FE2-A3D7-3F7894A926FC}" type="pres">
      <dgm:prSet presAssocID="{12962A5C-FFE0-494C-B97E-D697C9559821}" presName="parentText" presStyleLbl="node1" presStyleIdx="1" presStyleCnt="6">
        <dgm:presLayoutVars>
          <dgm:chMax val="0"/>
          <dgm:bulletEnabled val="1"/>
        </dgm:presLayoutVars>
      </dgm:prSet>
      <dgm:spPr/>
    </dgm:pt>
    <dgm:pt modelId="{14ED7A2B-0D89-4683-9A1A-A2ADE2F49994}" type="pres">
      <dgm:prSet presAssocID="{017AB70B-E645-48DF-9C9F-0C48329300A6}" presName="spacer" presStyleCnt="0"/>
      <dgm:spPr/>
    </dgm:pt>
    <dgm:pt modelId="{130C3A3B-011A-4C00-9D5A-812340963E14}" type="pres">
      <dgm:prSet presAssocID="{76CC40CF-1E1E-4CB5-8E44-396177D07D93}" presName="parentText" presStyleLbl="node1" presStyleIdx="2" presStyleCnt="6">
        <dgm:presLayoutVars>
          <dgm:chMax val="0"/>
          <dgm:bulletEnabled val="1"/>
        </dgm:presLayoutVars>
      </dgm:prSet>
      <dgm:spPr/>
    </dgm:pt>
    <dgm:pt modelId="{8CCEAACF-FCFD-4BC8-83BE-A5D58B79630B}" type="pres">
      <dgm:prSet presAssocID="{D5EE3557-568F-4743-8FFD-F5721F482C4B}" presName="spacer" presStyleCnt="0"/>
      <dgm:spPr/>
    </dgm:pt>
    <dgm:pt modelId="{C8ABFAB6-C178-45BD-BE0B-881ECD542EB6}" type="pres">
      <dgm:prSet presAssocID="{4E5584FC-25B0-47DD-90A1-733B6735ED06}" presName="parentText" presStyleLbl="node1" presStyleIdx="3" presStyleCnt="6">
        <dgm:presLayoutVars>
          <dgm:chMax val="0"/>
          <dgm:bulletEnabled val="1"/>
        </dgm:presLayoutVars>
      </dgm:prSet>
      <dgm:spPr/>
    </dgm:pt>
    <dgm:pt modelId="{D8D8E9D8-15BB-416C-9CB8-7D9A1FEE931A}" type="pres">
      <dgm:prSet presAssocID="{1DA55F34-75AC-4A9C-8F3E-19AB13E58FC6}" presName="spacer" presStyleCnt="0"/>
      <dgm:spPr/>
    </dgm:pt>
    <dgm:pt modelId="{5B97CDBF-5B37-404A-8577-55DDBB2A9617}" type="pres">
      <dgm:prSet presAssocID="{63E48490-71E1-461A-A069-C1DFCD8ADC64}" presName="parentText" presStyleLbl="node1" presStyleIdx="4" presStyleCnt="6">
        <dgm:presLayoutVars>
          <dgm:chMax val="0"/>
          <dgm:bulletEnabled val="1"/>
        </dgm:presLayoutVars>
      </dgm:prSet>
      <dgm:spPr/>
    </dgm:pt>
    <dgm:pt modelId="{237CB66B-FF31-43AC-B926-579044E41F03}" type="pres">
      <dgm:prSet presAssocID="{0B040025-8760-4972-9607-D7F7333BDB99}" presName="spacer" presStyleCnt="0"/>
      <dgm:spPr/>
    </dgm:pt>
    <dgm:pt modelId="{7803F0DE-AB3A-4305-9CC4-0FA72A64ADFF}" type="pres">
      <dgm:prSet presAssocID="{9A69769F-4844-4C71-A417-CD362482D783}" presName="parentText" presStyleLbl="node1" presStyleIdx="5" presStyleCnt="6">
        <dgm:presLayoutVars>
          <dgm:chMax val="0"/>
          <dgm:bulletEnabled val="1"/>
        </dgm:presLayoutVars>
      </dgm:prSet>
      <dgm:spPr/>
    </dgm:pt>
  </dgm:ptLst>
  <dgm:cxnLst>
    <dgm:cxn modelId="{26B63D1D-D6C4-4DD9-B323-5F8CC836E33D}" srcId="{5630B023-BE56-4410-8945-83A4CF5D5C88}" destId="{9A69769F-4844-4C71-A417-CD362482D783}" srcOrd="5" destOrd="0" parTransId="{7C977741-C416-4968-A809-1C9C49F05048}" sibTransId="{1EB07C98-6724-4A47-AF6D-DF9FF4540DDD}"/>
    <dgm:cxn modelId="{015E431D-3395-4BDA-A450-0BB5184BC4B9}" type="presOf" srcId="{12962A5C-FFE0-494C-B97E-D697C9559821}" destId="{8934D51F-3BE6-4FE2-A3D7-3F7894A926FC}" srcOrd="0" destOrd="0" presId="urn:microsoft.com/office/officeart/2005/8/layout/vList2"/>
    <dgm:cxn modelId="{8385143E-987E-45A3-BBB8-8D12A551F29F}" srcId="{5630B023-BE56-4410-8945-83A4CF5D5C88}" destId="{63E48490-71E1-461A-A069-C1DFCD8ADC64}" srcOrd="4" destOrd="0" parTransId="{6DE44E3E-BAB5-4392-86C5-566DCDEAA2A6}" sibTransId="{0B040025-8760-4972-9607-D7F7333BDB99}"/>
    <dgm:cxn modelId="{09065843-1781-4E19-A1FF-C03D3D66108F}" srcId="{5630B023-BE56-4410-8945-83A4CF5D5C88}" destId="{4E5584FC-25B0-47DD-90A1-733B6735ED06}" srcOrd="3" destOrd="0" parTransId="{97C74900-613B-4B13-8DAF-C4020CB03745}" sibTransId="{1DA55F34-75AC-4A9C-8F3E-19AB13E58FC6}"/>
    <dgm:cxn modelId="{86FDF844-DA4E-4FB1-9D76-149C5E0D8043}" type="presOf" srcId="{C6055990-FE89-4345-A2A3-C0A363ABB96A}" destId="{BB838C15-873B-4DD9-8E59-D7843E1968F4}" srcOrd="0" destOrd="0" presId="urn:microsoft.com/office/officeart/2005/8/layout/vList2"/>
    <dgm:cxn modelId="{2366AF48-DA7A-46FC-AA60-F621BFAB5440}" srcId="{5630B023-BE56-4410-8945-83A4CF5D5C88}" destId="{C6055990-FE89-4345-A2A3-C0A363ABB96A}" srcOrd="0" destOrd="0" parTransId="{73A01479-5303-442C-8182-4B821378008D}" sibTransId="{8DB2DE5C-6F0A-429B-A85B-CA1C11073AD5}"/>
    <dgm:cxn modelId="{C4B9635A-3A1D-4592-B84C-43AE0ACACBE0}" type="presOf" srcId="{4E5584FC-25B0-47DD-90A1-733B6735ED06}" destId="{C8ABFAB6-C178-45BD-BE0B-881ECD542EB6}" srcOrd="0" destOrd="0" presId="urn:microsoft.com/office/officeart/2005/8/layout/vList2"/>
    <dgm:cxn modelId="{23602680-33AE-4765-BFE0-FBC7FF81E760}" srcId="{5630B023-BE56-4410-8945-83A4CF5D5C88}" destId="{76CC40CF-1E1E-4CB5-8E44-396177D07D93}" srcOrd="2" destOrd="0" parTransId="{3C30AA1E-62C9-4AEC-B267-1B1487DE851B}" sibTransId="{D5EE3557-568F-4743-8FFD-F5721F482C4B}"/>
    <dgm:cxn modelId="{D34E51A9-2CA0-400F-A010-B998050D82D0}" type="presOf" srcId="{5630B023-BE56-4410-8945-83A4CF5D5C88}" destId="{BF205E26-554D-4CFF-9FA2-7E6B6CC55D22}" srcOrd="0" destOrd="0" presId="urn:microsoft.com/office/officeart/2005/8/layout/vList2"/>
    <dgm:cxn modelId="{D3DC3ED9-6A0E-49D7-B300-849E75439AAE}" type="presOf" srcId="{76CC40CF-1E1E-4CB5-8E44-396177D07D93}" destId="{130C3A3B-011A-4C00-9D5A-812340963E14}" srcOrd="0" destOrd="0" presId="urn:microsoft.com/office/officeart/2005/8/layout/vList2"/>
    <dgm:cxn modelId="{EE5ABDDA-71C5-435C-84A5-1B057C465764}" type="presOf" srcId="{63E48490-71E1-461A-A069-C1DFCD8ADC64}" destId="{5B97CDBF-5B37-404A-8577-55DDBB2A9617}" srcOrd="0" destOrd="0" presId="urn:microsoft.com/office/officeart/2005/8/layout/vList2"/>
    <dgm:cxn modelId="{6E0D98DE-3F6A-449B-A0C4-8B6ABF63E0D0}" type="presOf" srcId="{9A69769F-4844-4C71-A417-CD362482D783}" destId="{7803F0DE-AB3A-4305-9CC4-0FA72A64ADFF}" srcOrd="0" destOrd="0" presId="urn:microsoft.com/office/officeart/2005/8/layout/vList2"/>
    <dgm:cxn modelId="{1ACE2CE3-6223-4AED-8A45-7008F4A8F824}" srcId="{5630B023-BE56-4410-8945-83A4CF5D5C88}" destId="{12962A5C-FFE0-494C-B97E-D697C9559821}" srcOrd="1" destOrd="0" parTransId="{C8893885-02A4-4FC1-8D16-892A162915B9}" sibTransId="{017AB70B-E645-48DF-9C9F-0C48329300A6}"/>
    <dgm:cxn modelId="{230210BC-C04A-4797-A119-ACB7A28A603F}" type="presParOf" srcId="{BF205E26-554D-4CFF-9FA2-7E6B6CC55D22}" destId="{BB838C15-873B-4DD9-8E59-D7843E1968F4}" srcOrd="0" destOrd="0" presId="urn:microsoft.com/office/officeart/2005/8/layout/vList2"/>
    <dgm:cxn modelId="{7C38FBCB-1B74-4C51-A592-2E85643FEBDF}" type="presParOf" srcId="{BF205E26-554D-4CFF-9FA2-7E6B6CC55D22}" destId="{B53A3864-E3B0-49FC-BEAB-446F4C017D3E}" srcOrd="1" destOrd="0" presId="urn:microsoft.com/office/officeart/2005/8/layout/vList2"/>
    <dgm:cxn modelId="{C4CE8940-D067-486F-932E-403E98FBDEDE}" type="presParOf" srcId="{BF205E26-554D-4CFF-9FA2-7E6B6CC55D22}" destId="{8934D51F-3BE6-4FE2-A3D7-3F7894A926FC}" srcOrd="2" destOrd="0" presId="urn:microsoft.com/office/officeart/2005/8/layout/vList2"/>
    <dgm:cxn modelId="{CBBABAB9-4069-4F6C-92A5-66B2E8BE120F}" type="presParOf" srcId="{BF205E26-554D-4CFF-9FA2-7E6B6CC55D22}" destId="{14ED7A2B-0D89-4683-9A1A-A2ADE2F49994}" srcOrd="3" destOrd="0" presId="urn:microsoft.com/office/officeart/2005/8/layout/vList2"/>
    <dgm:cxn modelId="{77BC82CB-8E0D-435F-8713-98B3396D92B8}" type="presParOf" srcId="{BF205E26-554D-4CFF-9FA2-7E6B6CC55D22}" destId="{130C3A3B-011A-4C00-9D5A-812340963E14}" srcOrd="4" destOrd="0" presId="urn:microsoft.com/office/officeart/2005/8/layout/vList2"/>
    <dgm:cxn modelId="{F0FEB5DE-7EFE-49C9-A2C2-2B6081881282}" type="presParOf" srcId="{BF205E26-554D-4CFF-9FA2-7E6B6CC55D22}" destId="{8CCEAACF-FCFD-4BC8-83BE-A5D58B79630B}" srcOrd="5" destOrd="0" presId="urn:microsoft.com/office/officeart/2005/8/layout/vList2"/>
    <dgm:cxn modelId="{DDE4EBD0-EAAC-434B-A2F5-32522E2F2E3E}" type="presParOf" srcId="{BF205E26-554D-4CFF-9FA2-7E6B6CC55D22}" destId="{C8ABFAB6-C178-45BD-BE0B-881ECD542EB6}" srcOrd="6" destOrd="0" presId="urn:microsoft.com/office/officeart/2005/8/layout/vList2"/>
    <dgm:cxn modelId="{D9565630-4348-4534-9B4E-F3C1A4F04C5F}" type="presParOf" srcId="{BF205E26-554D-4CFF-9FA2-7E6B6CC55D22}" destId="{D8D8E9D8-15BB-416C-9CB8-7D9A1FEE931A}" srcOrd="7" destOrd="0" presId="urn:microsoft.com/office/officeart/2005/8/layout/vList2"/>
    <dgm:cxn modelId="{061DFD59-7740-4E08-B840-4460DA66C25E}" type="presParOf" srcId="{BF205E26-554D-4CFF-9FA2-7E6B6CC55D22}" destId="{5B97CDBF-5B37-404A-8577-55DDBB2A9617}" srcOrd="8" destOrd="0" presId="urn:microsoft.com/office/officeart/2005/8/layout/vList2"/>
    <dgm:cxn modelId="{812FBA49-C5A3-4D2C-87DA-02CDC1E8D72A}" type="presParOf" srcId="{BF205E26-554D-4CFF-9FA2-7E6B6CC55D22}" destId="{237CB66B-FF31-43AC-B926-579044E41F03}" srcOrd="9" destOrd="0" presId="urn:microsoft.com/office/officeart/2005/8/layout/vList2"/>
    <dgm:cxn modelId="{992153BB-DC1C-462B-A377-CDD5F308AF12}" type="presParOf" srcId="{BF205E26-554D-4CFF-9FA2-7E6B6CC55D22}" destId="{7803F0DE-AB3A-4305-9CC4-0FA72A64ADFF}"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3853F39-D42C-46E1-A11A-F0677E651BD0}"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s-CL"/>
        </a:p>
      </dgm:t>
    </dgm:pt>
    <dgm:pt modelId="{A5F37DC7-DE55-414F-B919-5CC7984CC8B8}">
      <dgm:prSet/>
      <dgm:spPr/>
      <dgm:t>
        <a:bodyPr/>
        <a:lstStyle/>
        <a:p>
          <a:r>
            <a:rPr lang="es-MX" dirty="0"/>
            <a:t>Ciclado térmico y vacío térmico (TVAC)</a:t>
          </a:r>
          <a:endParaRPr lang="es-CL" dirty="0"/>
        </a:p>
      </dgm:t>
    </dgm:pt>
    <dgm:pt modelId="{7E35C611-FA5D-4A1D-B525-2D00E58EF757}" type="parTrans" cxnId="{2D496068-CDA3-4572-91D9-344DB897B04E}">
      <dgm:prSet/>
      <dgm:spPr/>
      <dgm:t>
        <a:bodyPr/>
        <a:lstStyle/>
        <a:p>
          <a:endParaRPr lang="es-CL"/>
        </a:p>
      </dgm:t>
    </dgm:pt>
    <dgm:pt modelId="{A8EDF093-A78D-4ABD-979E-D01C41F09BB7}" type="sibTrans" cxnId="{2D496068-CDA3-4572-91D9-344DB897B04E}">
      <dgm:prSet/>
      <dgm:spPr/>
      <dgm:t>
        <a:bodyPr/>
        <a:lstStyle/>
        <a:p>
          <a:endParaRPr lang="es-CL"/>
        </a:p>
      </dgm:t>
    </dgm:pt>
    <dgm:pt modelId="{1AD7D255-A27D-4A41-9964-49DF7AB0593B}">
      <dgm:prSet/>
      <dgm:spPr/>
      <dgm:t>
        <a:bodyPr/>
        <a:lstStyle/>
        <a:p>
          <a:r>
            <a:rPr lang="es-MX" dirty="0"/>
            <a:t>Vibración aleatoria y sinusoidal</a:t>
          </a:r>
          <a:endParaRPr lang="es-CL" dirty="0"/>
        </a:p>
      </dgm:t>
    </dgm:pt>
    <dgm:pt modelId="{79FDA8BC-F3A8-4054-9E01-024EA99EB531}" type="parTrans" cxnId="{5BE095D1-9266-43C0-929A-342524192D91}">
      <dgm:prSet/>
      <dgm:spPr/>
      <dgm:t>
        <a:bodyPr/>
        <a:lstStyle/>
        <a:p>
          <a:endParaRPr lang="es-CL"/>
        </a:p>
      </dgm:t>
    </dgm:pt>
    <dgm:pt modelId="{5EF1ED38-A25B-42A5-9B9D-8FA763DF2F4B}" type="sibTrans" cxnId="{5BE095D1-9266-43C0-929A-342524192D91}">
      <dgm:prSet/>
      <dgm:spPr/>
      <dgm:t>
        <a:bodyPr/>
        <a:lstStyle/>
        <a:p>
          <a:endParaRPr lang="es-CL"/>
        </a:p>
      </dgm:t>
    </dgm:pt>
    <dgm:pt modelId="{2E0446B2-743B-457F-803E-EDBAB7BCEF12}">
      <dgm:prSet/>
      <dgm:spPr/>
      <dgm:t>
        <a:bodyPr/>
        <a:lstStyle/>
        <a:p>
          <a:r>
            <a:rPr lang="es-MX" dirty="0"/>
            <a:t>Verificación de masa y centro de gravedad</a:t>
          </a:r>
          <a:endParaRPr lang="es-CL" dirty="0"/>
        </a:p>
      </dgm:t>
    </dgm:pt>
    <dgm:pt modelId="{6A2D78F8-F6A5-4EED-BDDC-BB8E30EDED0C}" type="parTrans" cxnId="{073D2751-0A80-42AE-9E3F-AE94BD62C8F2}">
      <dgm:prSet/>
      <dgm:spPr/>
      <dgm:t>
        <a:bodyPr/>
        <a:lstStyle/>
        <a:p>
          <a:endParaRPr lang="es-CL"/>
        </a:p>
      </dgm:t>
    </dgm:pt>
    <dgm:pt modelId="{1F52412B-3466-4305-AF28-F0DB22AB3525}" type="sibTrans" cxnId="{073D2751-0A80-42AE-9E3F-AE94BD62C8F2}">
      <dgm:prSet/>
      <dgm:spPr/>
      <dgm:t>
        <a:bodyPr/>
        <a:lstStyle/>
        <a:p>
          <a:endParaRPr lang="es-CL"/>
        </a:p>
      </dgm:t>
    </dgm:pt>
    <dgm:pt modelId="{722F73B8-AC43-46EB-B97E-E8EAC10FE8BF}">
      <dgm:prSet/>
      <dgm:spPr/>
      <dgm:t>
        <a:bodyPr/>
        <a:lstStyle/>
        <a:p>
          <a:r>
            <a:rPr lang="es-MX" dirty="0"/>
            <a:t>Prueba de mecanismos y despliegue de antenas</a:t>
          </a:r>
          <a:endParaRPr lang="es-CL" dirty="0"/>
        </a:p>
      </dgm:t>
    </dgm:pt>
    <dgm:pt modelId="{AD4BB6C4-3896-4934-A811-F1332C6656F6}" type="parTrans" cxnId="{C07D73E6-EA9E-4BAA-AC8A-8326D01C0575}">
      <dgm:prSet/>
      <dgm:spPr/>
      <dgm:t>
        <a:bodyPr/>
        <a:lstStyle/>
        <a:p>
          <a:endParaRPr lang="es-CL"/>
        </a:p>
      </dgm:t>
    </dgm:pt>
    <dgm:pt modelId="{5A240A87-E8DA-4179-875D-DE08E569628A}" type="sibTrans" cxnId="{C07D73E6-EA9E-4BAA-AC8A-8326D01C0575}">
      <dgm:prSet/>
      <dgm:spPr/>
      <dgm:t>
        <a:bodyPr/>
        <a:lstStyle/>
        <a:p>
          <a:endParaRPr lang="es-CL"/>
        </a:p>
      </dgm:t>
    </dgm:pt>
    <dgm:pt modelId="{333407EA-8E30-47E0-9888-52561673966F}" type="pres">
      <dgm:prSet presAssocID="{F3853F39-D42C-46E1-A11A-F0677E651BD0}" presName="linear" presStyleCnt="0">
        <dgm:presLayoutVars>
          <dgm:animLvl val="lvl"/>
          <dgm:resizeHandles val="exact"/>
        </dgm:presLayoutVars>
      </dgm:prSet>
      <dgm:spPr/>
    </dgm:pt>
    <dgm:pt modelId="{0AE78F5D-B4D5-499A-BE8F-F5D877CBC266}" type="pres">
      <dgm:prSet presAssocID="{A5F37DC7-DE55-414F-B919-5CC7984CC8B8}" presName="parentText" presStyleLbl="node1" presStyleIdx="0" presStyleCnt="4">
        <dgm:presLayoutVars>
          <dgm:chMax val="0"/>
          <dgm:bulletEnabled val="1"/>
        </dgm:presLayoutVars>
      </dgm:prSet>
      <dgm:spPr/>
    </dgm:pt>
    <dgm:pt modelId="{E6DFE094-428F-4485-953E-7300CC0160C3}" type="pres">
      <dgm:prSet presAssocID="{A8EDF093-A78D-4ABD-979E-D01C41F09BB7}" presName="spacer" presStyleCnt="0"/>
      <dgm:spPr/>
    </dgm:pt>
    <dgm:pt modelId="{AD4F095A-649A-429A-AEBD-3A6C8D7CCAFC}" type="pres">
      <dgm:prSet presAssocID="{1AD7D255-A27D-4A41-9964-49DF7AB0593B}" presName="parentText" presStyleLbl="node1" presStyleIdx="1" presStyleCnt="4">
        <dgm:presLayoutVars>
          <dgm:chMax val="0"/>
          <dgm:bulletEnabled val="1"/>
        </dgm:presLayoutVars>
      </dgm:prSet>
      <dgm:spPr/>
    </dgm:pt>
    <dgm:pt modelId="{BBFD0EC3-07E4-486E-B49B-8F941F20884E}" type="pres">
      <dgm:prSet presAssocID="{5EF1ED38-A25B-42A5-9B9D-8FA763DF2F4B}" presName="spacer" presStyleCnt="0"/>
      <dgm:spPr/>
    </dgm:pt>
    <dgm:pt modelId="{5EDB37B6-2F07-4B32-A281-CA75FA0C3919}" type="pres">
      <dgm:prSet presAssocID="{2E0446B2-743B-457F-803E-EDBAB7BCEF12}" presName="parentText" presStyleLbl="node1" presStyleIdx="2" presStyleCnt="4">
        <dgm:presLayoutVars>
          <dgm:chMax val="0"/>
          <dgm:bulletEnabled val="1"/>
        </dgm:presLayoutVars>
      </dgm:prSet>
      <dgm:spPr/>
    </dgm:pt>
    <dgm:pt modelId="{4BA8F903-C62E-425F-BFC7-0A45BE58A5FD}" type="pres">
      <dgm:prSet presAssocID="{1F52412B-3466-4305-AF28-F0DB22AB3525}" presName="spacer" presStyleCnt="0"/>
      <dgm:spPr/>
    </dgm:pt>
    <dgm:pt modelId="{18450989-6D6D-49A9-A7DF-ED9BA7542ECC}" type="pres">
      <dgm:prSet presAssocID="{722F73B8-AC43-46EB-B97E-E8EAC10FE8BF}" presName="parentText" presStyleLbl="node1" presStyleIdx="3" presStyleCnt="4">
        <dgm:presLayoutVars>
          <dgm:chMax val="0"/>
          <dgm:bulletEnabled val="1"/>
        </dgm:presLayoutVars>
      </dgm:prSet>
      <dgm:spPr/>
    </dgm:pt>
  </dgm:ptLst>
  <dgm:cxnLst>
    <dgm:cxn modelId="{23E85105-7B69-45AD-923C-325E518FC93B}" type="presOf" srcId="{F3853F39-D42C-46E1-A11A-F0677E651BD0}" destId="{333407EA-8E30-47E0-9888-52561673966F}" srcOrd="0" destOrd="0" presId="urn:microsoft.com/office/officeart/2005/8/layout/vList2"/>
    <dgm:cxn modelId="{2544AD0E-5C99-4B32-A9FD-E040C1AE96FD}" type="presOf" srcId="{A5F37DC7-DE55-414F-B919-5CC7984CC8B8}" destId="{0AE78F5D-B4D5-499A-BE8F-F5D877CBC266}" srcOrd="0" destOrd="0" presId="urn:microsoft.com/office/officeart/2005/8/layout/vList2"/>
    <dgm:cxn modelId="{2D496068-CDA3-4572-91D9-344DB897B04E}" srcId="{F3853F39-D42C-46E1-A11A-F0677E651BD0}" destId="{A5F37DC7-DE55-414F-B919-5CC7984CC8B8}" srcOrd="0" destOrd="0" parTransId="{7E35C611-FA5D-4A1D-B525-2D00E58EF757}" sibTransId="{A8EDF093-A78D-4ABD-979E-D01C41F09BB7}"/>
    <dgm:cxn modelId="{073D2751-0A80-42AE-9E3F-AE94BD62C8F2}" srcId="{F3853F39-D42C-46E1-A11A-F0677E651BD0}" destId="{2E0446B2-743B-457F-803E-EDBAB7BCEF12}" srcOrd="2" destOrd="0" parTransId="{6A2D78F8-F6A5-4EED-BDDC-BB8E30EDED0C}" sibTransId="{1F52412B-3466-4305-AF28-F0DB22AB3525}"/>
    <dgm:cxn modelId="{EBA69671-672A-4BC6-8091-DF52E73F6238}" type="presOf" srcId="{2E0446B2-743B-457F-803E-EDBAB7BCEF12}" destId="{5EDB37B6-2F07-4B32-A281-CA75FA0C3919}" srcOrd="0" destOrd="0" presId="urn:microsoft.com/office/officeart/2005/8/layout/vList2"/>
    <dgm:cxn modelId="{3D9DDEAB-211D-403E-A7DC-26772086D87B}" type="presOf" srcId="{1AD7D255-A27D-4A41-9964-49DF7AB0593B}" destId="{AD4F095A-649A-429A-AEBD-3A6C8D7CCAFC}" srcOrd="0" destOrd="0" presId="urn:microsoft.com/office/officeart/2005/8/layout/vList2"/>
    <dgm:cxn modelId="{5BE095D1-9266-43C0-929A-342524192D91}" srcId="{F3853F39-D42C-46E1-A11A-F0677E651BD0}" destId="{1AD7D255-A27D-4A41-9964-49DF7AB0593B}" srcOrd="1" destOrd="0" parTransId="{79FDA8BC-F3A8-4054-9E01-024EA99EB531}" sibTransId="{5EF1ED38-A25B-42A5-9B9D-8FA763DF2F4B}"/>
    <dgm:cxn modelId="{C07D73E6-EA9E-4BAA-AC8A-8326D01C0575}" srcId="{F3853F39-D42C-46E1-A11A-F0677E651BD0}" destId="{722F73B8-AC43-46EB-B97E-E8EAC10FE8BF}" srcOrd="3" destOrd="0" parTransId="{AD4BB6C4-3896-4934-A811-F1332C6656F6}" sibTransId="{5A240A87-E8DA-4179-875D-DE08E569628A}"/>
    <dgm:cxn modelId="{602BC0E8-A000-418E-B502-330A96BD47D5}" type="presOf" srcId="{722F73B8-AC43-46EB-B97E-E8EAC10FE8BF}" destId="{18450989-6D6D-49A9-A7DF-ED9BA7542ECC}" srcOrd="0" destOrd="0" presId="urn:microsoft.com/office/officeart/2005/8/layout/vList2"/>
    <dgm:cxn modelId="{228D987B-628D-4625-BFC0-1120E4052767}" type="presParOf" srcId="{333407EA-8E30-47E0-9888-52561673966F}" destId="{0AE78F5D-B4D5-499A-BE8F-F5D877CBC266}" srcOrd="0" destOrd="0" presId="urn:microsoft.com/office/officeart/2005/8/layout/vList2"/>
    <dgm:cxn modelId="{604B18B0-BB85-4C7F-87E9-B311CCE9C82F}" type="presParOf" srcId="{333407EA-8E30-47E0-9888-52561673966F}" destId="{E6DFE094-428F-4485-953E-7300CC0160C3}" srcOrd="1" destOrd="0" presId="urn:microsoft.com/office/officeart/2005/8/layout/vList2"/>
    <dgm:cxn modelId="{42B04EAF-F0C2-40C9-AD99-F4543BF70DF8}" type="presParOf" srcId="{333407EA-8E30-47E0-9888-52561673966F}" destId="{AD4F095A-649A-429A-AEBD-3A6C8D7CCAFC}" srcOrd="2" destOrd="0" presId="urn:microsoft.com/office/officeart/2005/8/layout/vList2"/>
    <dgm:cxn modelId="{6D95B0A9-01FC-43B8-A690-F0303D76789C}" type="presParOf" srcId="{333407EA-8E30-47E0-9888-52561673966F}" destId="{BBFD0EC3-07E4-486E-B49B-8F941F20884E}" srcOrd="3" destOrd="0" presId="urn:microsoft.com/office/officeart/2005/8/layout/vList2"/>
    <dgm:cxn modelId="{C1C65192-1D2E-4725-A932-92360CE6E9D4}" type="presParOf" srcId="{333407EA-8E30-47E0-9888-52561673966F}" destId="{5EDB37B6-2F07-4B32-A281-CA75FA0C3919}" srcOrd="4" destOrd="0" presId="urn:microsoft.com/office/officeart/2005/8/layout/vList2"/>
    <dgm:cxn modelId="{1F4CE710-7DEE-4628-BF12-679C817F6A3E}" type="presParOf" srcId="{333407EA-8E30-47E0-9888-52561673966F}" destId="{4BA8F903-C62E-425F-BFC7-0A45BE58A5FD}" srcOrd="5" destOrd="0" presId="urn:microsoft.com/office/officeart/2005/8/layout/vList2"/>
    <dgm:cxn modelId="{D1CDCEE8-342B-4127-AC5B-66CEC6A6E3D7}" type="presParOf" srcId="{333407EA-8E30-47E0-9888-52561673966F}" destId="{18450989-6D6D-49A9-A7DF-ED9BA7542EC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44F6714-DD57-4FF6-911F-BC7802E777D6}"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s-CL"/>
        </a:p>
      </dgm:t>
    </dgm:pt>
    <dgm:pt modelId="{324C6B1F-E918-4C57-A382-BFC5444B1A6A}">
      <dgm:prSet/>
      <dgm:spPr/>
      <dgm:t>
        <a:bodyPr/>
        <a:lstStyle/>
        <a:p>
          <a:r>
            <a:rPr lang="es-CL" b="0" i="0" baseline="0"/>
            <a:t>Auto-compatibilidad electromagnética</a:t>
          </a:r>
          <a:endParaRPr lang="es-CL"/>
        </a:p>
      </dgm:t>
    </dgm:pt>
    <dgm:pt modelId="{A01B8494-A1DC-4A8B-9D95-12C88C38C7F4}" type="parTrans" cxnId="{6B4F2A21-E113-44EE-8072-27F66A8F4517}">
      <dgm:prSet/>
      <dgm:spPr/>
      <dgm:t>
        <a:bodyPr/>
        <a:lstStyle/>
        <a:p>
          <a:endParaRPr lang="es-CL"/>
        </a:p>
      </dgm:t>
    </dgm:pt>
    <dgm:pt modelId="{6551C387-B82E-4CE1-9527-2FAF19BA4EB2}" type="sibTrans" cxnId="{6B4F2A21-E113-44EE-8072-27F66A8F4517}">
      <dgm:prSet/>
      <dgm:spPr/>
      <dgm:t>
        <a:bodyPr/>
        <a:lstStyle/>
        <a:p>
          <a:endParaRPr lang="es-CL"/>
        </a:p>
      </dgm:t>
    </dgm:pt>
    <dgm:pt modelId="{ABF0C6CC-5DB2-4214-853E-17C4D10E327C}">
      <dgm:prSet/>
      <dgm:spPr/>
      <dgm:t>
        <a:bodyPr/>
        <a:lstStyle/>
        <a:p>
          <a:r>
            <a:rPr lang="es-CL" b="0" i="0" baseline="0"/>
            <a:t>Emisiones conducidas en potencia</a:t>
          </a:r>
          <a:endParaRPr lang="es-CL"/>
        </a:p>
      </dgm:t>
    </dgm:pt>
    <dgm:pt modelId="{4A75A24A-53BA-4E01-A360-BDB0E2C491A6}" type="parTrans" cxnId="{82E34A52-FF80-4ECA-9EE5-D7159A6B2B91}">
      <dgm:prSet/>
      <dgm:spPr/>
      <dgm:t>
        <a:bodyPr/>
        <a:lstStyle/>
        <a:p>
          <a:endParaRPr lang="es-CL"/>
        </a:p>
      </dgm:t>
    </dgm:pt>
    <dgm:pt modelId="{37E31511-5361-4846-B8F5-3F3466D3C3DF}" type="sibTrans" cxnId="{82E34A52-FF80-4ECA-9EE5-D7159A6B2B91}">
      <dgm:prSet/>
      <dgm:spPr/>
      <dgm:t>
        <a:bodyPr/>
        <a:lstStyle/>
        <a:p>
          <a:endParaRPr lang="es-CL"/>
        </a:p>
      </dgm:t>
    </dgm:pt>
    <dgm:pt modelId="{0CA71B4F-DDE4-4EA3-A17E-20B0646F0BAF}">
      <dgm:prSet/>
      <dgm:spPr/>
      <dgm:t>
        <a:bodyPr/>
        <a:lstStyle/>
        <a:p>
          <a:r>
            <a:rPr lang="es-CL" b="0" i="0" baseline="0"/>
            <a:t>Susceptibilidad frente a transmisiones RF</a:t>
          </a:r>
          <a:endParaRPr lang="es-CL"/>
        </a:p>
      </dgm:t>
    </dgm:pt>
    <dgm:pt modelId="{E06B17AF-DDCB-4445-B3A7-C58A573BB611}" type="parTrans" cxnId="{74180AE5-E2BE-4495-9B64-2B2FC89EDFF2}">
      <dgm:prSet/>
      <dgm:spPr/>
      <dgm:t>
        <a:bodyPr/>
        <a:lstStyle/>
        <a:p>
          <a:endParaRPr lang="es-CL"/>
        </a:p>
      </dgm:t>
    </dgm:pt>
    <dgm:pt modelId="{A7512695-926E-4018-B1D3-B4A6726D58B6}" type="sibTrans" cxnId="{74180AE5-E2BE-4495-9B64-2B2FC89EDFF2}">
      <dgm:prSet/>
      <dgm:spPr/>
      <dgm:t>
        <a:bodyPr/>
        <a:lstStyle/>
        <a:p>
          <a:endParaRPr lang="es-CL"/>
        </a:p>
      </dgm:t>
    </dgm:pt>
    <dgm:pt modelId="{08AEE0C8-F8E6-4596-A1E4-5B702E72899C}">
      <dgm:prSet/>
      <dgm:spPr/>
      <dgm:t>
        <a:bodyPr/>
        <a:lstStyle/>
        <a:p>
          <a:r>
            <a:rPr lang="es-CL" b="0" i="0" baseline="0" dirty="0"/>
            <a:t>Coexistencia con la plataforma</a:t>
          </a:r>
          <a:endParaRPr lang="es-CL" dirty="0"/>
        </a:p>
      </dgm:t>
    </dgm:pt>
    <dgm:pt modelId="{D91EDB8C-DE41-4166-BA58-B1417D78000B}" type="parTrans" cxnId="{4011450B-82D9-40AD-9C87-4F0B5A97158C}">
      <dgm:prSet/>
      <dgm:spPr/>
      <dgm:t>
        <a:bodyPr/>
        <a:lstStyle/>
        <a:p>
          <a:endParaRPr lang="es-CL"/>
        </a:p>
      </dgm:t>
    </dgm:pt>
    <dgm:pt modelId="{56902030-5177-4A63-A005-401E46CE64CD}" type="sibTrans" cxnId="{4011450B-82D9-40AD-9C87-4F0B5A97158C}">
      <dgm:prSet/>
      <dgm:spPr/>
      <dgm:t>
        <a:bodyPr/>
        <a:lstStyle/>
        <a:p>
          <a:endParaRPr lang="es-CL"/>
        </a:p>
      </dgm:t>
    </dgm:pt>
    <dgm:pt modelId="{6BF51B29-70C1-4D5A-9FB3-A8BED2FB57B6}" type="pres">
      <dgm:prSet presAssocID="{544F6714-DD57-4FF6-911F-BC7802E777D6}" presName="linear" presStyleCnt="0">
        <dgm:presLayoutVars>
          <dgm:animLvl val="lvl"/>
          <dgm:resizeHandles val="exact"/>
        </dgm:presLayoutVars>
      </dgm:prSet>
      <dgm:spPr/>
    </dgm:pt>
    <dgm:pt modelId="{21D95236-D752-40A9-BF38-D04DCDFD35D8}" type="pres">
      <dgm:prSet presAssocID="{324C6B1F-E918-4C57-A382-BFC5444B1A6A}" presName="parentText" presStyleLbl="node1" presStyleIdx="0" presStyleCnt="4">
        <dgm:presLayoutVars>
          <dgm:chMax val="0"/>
          <dgm:bulletEnabled val="1"/>
        </dgm:presLayoutVars>
      </dgm:prSet>
      <dgm:spPr/>
    </dgm:pt>
    <dgm:pt modelId="{0D763372-DD67-479D-B68A-D00F2260F22E}" type="pres">
      <dgm:prSet presAssocID="{6551C387-B82E-4CE1-9527-2FAF19BA4EB2}" presName="spacer" presStyleCnt="0"/>
      <dgm:spPr/>
    </dgm:pt>
    <dgm:pt modelId="{3E2296CD-AC53-4284-9400-ABFF628763B5}" type="pres">
      <dgm:prSet presAssocID="{ABF0C6CC-5DB2-4214-853E-17C4D10E327C}" presName="parentText" presStyleLbl="node1" presStyleIdx="1" presStyleCnt="4">
        <dgm:presLayoutVars>
          <dgm:chMax val="0"/>
          <dgm:bulletEnabled val="1"/>
        </dgm:presLayoutVars>
      </dgm:prSet>
      <dgm:spPr/>
    </dgm:pt>
    <dgm:pt modelId="{5238E733-35F7-48BC-B78C-0E9FDD717143}" type="pres">
      <dgm:prSet presAssocID="{37E31511-5361-4846-B8F5-3F3466D3C3DF}" presName="spacer" presStyleCnt="0"/>
      <dgm:spPr/>
    </dgm:pt>
    <dgm:pt modelId="{31337029-D2B8-4352-AFCD-8DF1297E723B}" type="pres">
      <dgm:prSet presAssocID="{0CA71B4F-DDE4-4EA3-A17E-20B0646F0BAF}" presName="parentText" presStyleLbl="node1" presStyleIdx="2" presStyleCnt="4">
        <dgm:presLayoutVars>
          <dgm:chMax val="0"/>
          <dgm:bulletEnabled val="1"/>
        </dgm:presLayoutVars>
      </dgm:prSet>
      <dgm:spPr/>
    </dgm:pt>
    <dgm:pt modelId="{288C1C14-CAB1-40EF-BB7E-7DB5641C6193}" type="pres">
      <dgm:prSet presAssocID="{A7512695-926E-4018-B1D3-B4A6726D58B6}" presName="spacer" presStyleCnt="0"/>
      <dgm:spPr/>
    </dgm:pt>
    <dgm:pt modelId="{C67AB559-2C59-4FA9-B14B-A62769A02EC9}" type="pres">
      <dgm:prSet presAssocID="{08AEE0C8-F8E6-4596-A1E4-5B702E72899C}" presName="parentText" presStyleLbl="node1" presStyleIdx="3" presStyleCnt="4">
        <dgm:presLayoutVars>
          <dgm:chMax val="0"/>
          <dgm:bulletEnabled val="1"/>
        </dgm:presLayoutVars>
      </dgm:prSet>
      <dgm:spPr/>
    </dgm:pt>
  </dgm:ptLst>
  <dgm:cxnLst>
    <dgm:cxn modelId="{4011450B-82D9-40AD-9C87-4F0B5A97158C}" srcId="{544F6714-DD57-4FF6-911F-BC7802E777D6}" destId="{08AEE0C8-F8E6-4596-A1E4-5B702E72899C}" srcOrd="3" destOrd="0" parTransId="{D91EDB8C-DE41-4166-BA58-B1417D78000B}" sibTransId="{56902030-5177-4A63-A005-401E46CE64CD}"/>
    <dgm:cxn modelId="{11C5760C-521D-4B5B-93F1-10094512F065}" type="presOf" srcId="{ABF0C6CC-5DB2-4214-853E-17C4D10E327C}" destId="{3E2296CD-AC53-4284-9400-ABFF628763B5}" srcOrd="0" destOrd="0" presId="urn:microsoft.com/office/officeart/2005/8/layout/vList2"/>
    <dgm:cxn modelId="{6B4F2A21-E113-44EE-8072-27F66A8F4517}" srcId="{544F6714-DD57-4FF6-911F-BC7802E777D6}" destId="{324C6B1F-E918-4C57-A382-BFC5444B1A6A}" srcOrd="0" destOrd="0" parTransId="{A01B8494-A1DC-4A8B-9D95-12C88C38C7F4}" sibTransId="{6551C387-B82E-4CE1-9527-2FAF19BA4EB2}"/>
    <dgm:cxn modelId="{ECE0DA29-2A1E-4010-9901-12B7FD651DC7}" type="presOf" srcId="{08AEE0C8-F8E6-4596-A1E4-5B702E72899C}" destId="{C67AB559-2C59-4FA9-B14B-A62769A02EC9}" srcOrd="0" destOrd="0" presId="urn:microsoft.com/office/officeart/2005/8/layout/vList2"/>
    <dgm:cxn modelId="{4570332A-0FF7-4203-B910-B7B586817003}" type="presOf" srcId="{544F6714-DD57-4FF6-911F-BC7802E777D6}" destId="{6BF51B29-70C1-4D5A-9FB3-A8BED2FB57B6}" srcOrd="0" destOrd="0" presId="urn:microsoft.com/office/officeart/2005/8/layout/vList2"/>
    <dgm:cxn modelId="{82E34A52-FF80-4ECA-9EE5-D7159A6B2B91}" srcId="{544F6714-DD57-4FF6-911F-BC7802E777D6}" destId="{ABF0C6CC-5DB2-4214-853E-17C4D10E327C}" srcOrd="1" destOrd="0" parTransId="{4A75A24A-53BA-4E01-A360-BDB0E2C491A6}" sibTransId="{37E31511-5361-4846-B8F5-3F3466D3C3DF}"/>
    <dgm:cxn modelId="{D33A15A6-AF71-4302-BAF5-EDDF0C4BDA62}" type="presOf" srcId="{324C6B1F-E918-4C57-A382-BFC5444B1A6A}" destId="{21D95236-D752-40A9-BF38-D04DCDFD35D8}" srcOrd="0" destOrd="0" presId="urn:microsoft.com/office/officeart/2005/8/layout/vList2"/>
    <dgm:cxn modelId="{7DEB2DD9-F4E1-4DCE-AD50-ADCE716A89E4}" type="presOf" srcId="{0CA71B4F-DDE4-4EA3-A17E-20B0646F0BAF}" destId="{31337029-D2B8-4352-AFCD-8DF1297E723B}" srcOrd="0" destOrd="0" presId="urn:microsoft.com/office/officeart/2005/8/layout/vList2"/>
    <dgm:cxn modelId="{74180AE5-E2BE-4495-9B64-2B2FC89EDFF2}" srcId="{544F6714-DD57-4FF6-911F-BC7802E777D6}" destId="{0CA71B4F-DDE4-4EA3-A17E-20B0646F0BAF}" srcOrd="2" destOrd="0" parTransId="{E06B17AF-DDCB-4445-B3A7-C58A573BB611}" sibTransId="{A7512695-926E-4018-B1D3-B4A6726D58B6}"/>
    <dgm:cxn modelId="{71A8AF95-9B1B-4F06-823F-1AF1E9324E44}" type="presParOf" srcId="{6BF51B29-70C1-4D5A-9FB3-A8BED2FB57B6}" destId="{21D95236-D752-40A9-BF38-D04DCDFD35D8}" srcOrd="0" destOrd="0" presId="urn:microsoft.com/office/officeart/2005/8/layout/vList2"/>
    <dgm:cxn modelId="{2417C4B7-7A58-4373-8650-D59FA17F493C}" type="presParOf" srcId="{6BF51B29-70C1-4D5A-9FB3-A8BED2FB57B6}" destId="{0D763372-DD67-479D-B68A-D00F2260F22E}" srcOrd="1" destOrd="0" presId="urn:microsoft.com/office/officeart/2005/8/layout/vList2"/>
    <dgm:cxn modelId="{81738F5C-E503-432C-B12B-ECD95CA6E0EA}" type="presParOf" srcId="{6BF51B29-70C1-4D5A-9FB3-A8BED2FB57B6}" destId="{3E2296CD-AC53-4284-9400-ABFF628763B5}" srcOrd="2" destOrd="0" presId="urn:microsoft.com/office/officeart/2005/8/layout/vList2"/>
    <dgm:cxn modelId="{A75AFC26-0631-4E66-AAA1-585119FA52DE}" type="presParOf" srcId="{6BF51B29-70C1-4D5A-9FB3-A8BED2FB57B6}" destId="{5238E733-35F7-48BC-B78C-0E9FDD717143}" srcOrd="3" destOrd="0" presId="urn:microsoft.com/office/officeart/2005/8/layout/vList2"/>
    <dgm:cxn modelId="{ED9B1A40-163A-4E2F-B4CB-E3EB31B779CC}" type="presParOf" srcId="{6BF51B29-70C1-4D5A-9FB3-A8BED2FB57B6}" destId="{31337029-D2B8-4352-AFCD-8DF1297E723B}" srcOrd="4" destOrd="0" presId="urn:microsoft.com/office/officeart/2005/8/layout/vList2"/>
    <dgm:cxn modelId="{E833EFCE-DE28-452E-8996-E838541574B0}" type="presParOf" srcId="{6BF51B29-70C1-4D5A-9FB3-A8BED2FB57B6}" destId="{288C1C14-CAB1-40EF-BB7E-7DB5641C6193}" srcOrd="5" destOrd="0" presId="urn:microsoft.com/office/officeart/2005/8/layout/vList2"/>
    <dgm:cxn modelId="{9FF2A3AE-4DBC-4706-97EC-1BDF691C087A}" type="presParOf" srcId="{6BF51B29-70C1-4D5A-9FB3-A8BED2FB57B6}" destId="{C67AB559-2C59-4FA9-B14B-A62769A02EC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AD9978E-AECD-419A-9A8C-653F75891894}"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s-CL"/>
        </a:p>
      </dgm:t>
    </dgm:pt>
    <dgm:pt modelId="{48208564-FCB3-48A1-9AF6-7D2D37E2058E}">
      <dgm:prSet/>
      <dgm:spPr/>
      <dgm:t>
        <a:bodyPr/>
        <a:lstStyle/>
        <a:p>
          <a:r>
            <a:rPr lang="es-CL" b="0" i="0" baseline="0"/>
            <a:t>Ejecutada posterior a LEOP</a:t>
          </a:r>
          <a:endParaRPr lang="es-CL"/>
        </a:p>
      </dgm:t>
    </dgm:pt>
    <dgm:pt modelId="{1CEB1609-8DD3-4EB3-962F-23EDC3C5B47B}" type="parTrans" cxnId="{E5243CF8-C334-49A2-AD0C-518C412A3FCE}">
      <dgm:prSet/>
      <dgm:spPr/>
      <dgm:t>
        <a:bodyPr/>
        <a:lstStyle/>
        <a:p>
          <a:endParaRPr lang="es-CL"/>
        </a:p>
      </dgm:t>
    </dgm:pt>
    <dgm:pt modelId="{9404F0D5-6D8E-497F-9047-32D7F9C1358C}" type="sibTrans" cxnId="{E5243CF8-C334-49A2-AD0C-518C412A3FCE}">
      <dgm:prSet/>
      <dgm:spPr/>
      <dgm:t>
        <a:bodyPr/>
        <a:lstStyle/>
        <a:p>
          <a:endParaRPr lang="es-CL"/>
        </a:p>
      </dgm:t>
    </dgm:pt>
    <dgm:pt modelId="{F900E41D-AC81-4728-B198-B01431DCDA03}">
      <dgm:prSet/>
      <dgm:spPr/>
      <dgm:t>
        <a:bodyPr/>
        <a:lstStyle/>
        <a:p>
          <a:r>
            <a:rPr lang="es-CL" b="0" i="0" baseline="0"/>
            <a:t>Verificación de enlace y recepción de datos</a:t>
          </a:r>
          <a:endParaRPr lang="es-CL"/>
        </a:p>
      </dgm:t>
    </dgm:pt>
    <dgm:pt modelId="{6DC90E58-4DCA-4653-81BE-CD1C84FD9286}" type="parTrans" cxnId="{96727DB1-0FD8-49BC-BDE2-988479C318CE}">
      <dgm:prSet/>
      <dgm:spPr/>
      <dgm:t>
        <a:bodyPr/>
        <a:lstStyle/>
        <a:p>
          <a:endParaRPr lang="es-CL"/>
        </a:p>
      </dgm:t>
    </dgm:pt>
    <dgm:pt modelId="{34510660-55A9-4D54-974A-51593F64959C}" type="sibTrans" cxnId="{96727DB1-0FD8-49BC-BDE2-988479C318CE}">
      <dgm:prSet/>
      <dgm:spPr/>
      <dgm:t>
        <a:bodyPr/>
        <a:lstStyle/>
        <a:p>
          <a:endParaRPr lang="es-CL"/>
        </a:p>
      </dgm:t>
    </dgm:pt>
    <dgm:pt modelId="{269E35D6-D1E9-4B20-B773-382C530F6405}">
      <dgm:prSet/>
      <dgm:spPr/>
      <dgm:t>
        <a:bodyPr/>
        <a:lstStyle/>
        <a:p>
          <a:r>
            <a:rPr lang="es-CL" b="0" i="0" baseline="0" dirty="0"/>
            <a:t>Demostración Store &amp; Forward en órbita</a:t>
          </a:r>
          <a:endParaRPr lang="es-CL" dirty="0"/>
        </a:p>
      </dgm:t>
    </dgm:pt>
    <dgm:pt modelId="{A64150BA-961D-4845-A1CB-F8E5BF968AFF}" type="parTrans" cxnId="{D6732294-8ACC-41EE-8D73-E9874FCF553E}">
      <dgm:prSet/>
      <dgm:spPr/>
      <dgm:t>
        <a:bodyPr/>
        <a:lstStyle/>
        <a:p>
          <a:endParaRPr lang="es-CL"/>
        </a:p>
      </dgm:t>
    </dgm:pt>
    <dgm:pt modelId="{9B699E5C-71A6-425F-A2B8-15A7900CC94C}" type="sibTrans" cxnId="{D6732294-8ACC-41EE-8D73-E9874FCF553E}">
      <dgm:prSet/>
      <dgm:spPr/>
      <dgm:t>
        <a:bodyPr/>
        <a:lstStyle/>
        <a:p>
          <a:endParaRPr lang="es-CL"/>
        </a:p>
      </dgm:t>
    </dgm:pt>
    <dgm:pt modelId="{341545D7-4A4A-41F0-AA9F-9950572F444B}">
      <dgm:prSet/>
      <dgm:spPr/>
      <dgm:t>
        <a:bodyPr/>
        <a:lstStyle/>
        <a:p>
          <a:r>
            <a:rPr lang="es-CL" b="0" i="0" baseline="0" dirty="0"/>
            <a:t>Descarga vía Banda S</a:t>
          </a:r>
          <a:endParaRPr lang="es-CL" dirty="0"/>
        </a:p>
      </dgm:t>
    </dgm:pt>
    <dgm:pt modelId="{5AC79C88-3984-4C6F-B123-724059218AFA}" type="parTrans" cxnId="{4A73333A-E1D9-4DD2-89EA-549CD001D215}">
      <dgm:prSet/>
      <dgm:spPr/>
      <dgm:t>
        <a:bodyPr/>
        <a:lstStyle/>
        <a:p>
          <a:endParaRPr lang="es-CL"/>
        </a:p>
      </dgm:t>
    </dgm:pt>
    <dgm:pt modelId="{D81A97B8-C9A6-48DA-BC5C-F4E843317D09}" type="sibTrans" cxnId="{4A73333A-E1D9-4DD2-89EA-549CD001D215}">
      <dgm:prSet/>
      <dgm:spPr/>
      <dgm:t>
        <a:bodyPr/>
        <a:lstStyle/>
        <a:p>
          <a:endParaRPr lang="es-CL"/>
        </a:p>
      </dgm:t>
    </dgm:pt>
    <dgm:pt modelId="{4AFCBA0F-9F77-4046-B400-28DA87663B50}">
      <dgm:prSet/>
      <dgm:spPr/>
      <dgm:t>
        <a:bodyPr/>
        <a:lstStyle/>
        <a:p>
          <a:r>
            <a:rPr lang="es-CL" b="0" i="0" baseline="0"/>
            <a:t>Actualización de firmware en vuelo</a:t>
          </a:r>
          <a:endParaRPr lang="es-CL"/>
        </a:p>
      </dgm:t>
    </dgm:pt>
    <dgm:pt modelId="{D0D24201-2FD6-4A73-AFA9-19FFC762DC74}" type="parTrans" cxnId="{425D0DE9-F788-4757-9486-E91A0ECA00A6}">
      <dgm:prSet/>
      <dgm:spPr/>
      <dgm:t>
        <a:bodyPr/>
        <a:lstStyle/>
        <a:p>
          <a:endParaRPr lang="es-CL"/>
        </a:p>
      </dgm:t>
    </dgm:pt>
    <dgm:pt modelId="{DF1D7F3A-AA51-45DA-8D5A-901A08885BD6}" type="sibTrans" cxnId="{425D0DE9-F788-4757-9486-E91A0ECA00A6}">
      <dgm:prSet/>
      <dgm:spPr/>
      <dgm:t>
        <a:bodyPr/>
        <a:lstStyle/>
        <a:p>
          <a:endParaRPr lang="es-CL"/>
        </a:p>
      </dgm:t>
    </dgm:pt>
    <dgm:pt modelId="{703F06A2-E5EE-4702-9FB1-E66952E06205}" type="pres">
      <dgm:prSet presAssocID="{9AD9978E-AECD-419A-9A8C-653F75891894}" presName="linear" presStyleCnt="0">
        <dgm:presLayoutVars>
          <dgm:animLvl val="lvl"/>
          <dgm:resizeHandles val="exact"/>
        </dgm:presLayoutVars>
      </dgm:prSet>
      <dgm:spPr/>
    </dgm:pt>
    <dgm:pt modelId="{ED9654E1-2A4A-477B-BD1D-BE0B1F643A6D}" type="pres">
      <dgm:prSet presAssocID="{48208564-FCB3-48A1-9AF6-7D2D37E2058E}" presName="parentText" presStyleLbl="node1" presStyleIdx="0" presStyleCnt="5">
        <dgm:presLayoutVars>
          <dgm:chMax val="0"/>
          <dgm:bulletEnabled val="1"/>
        </dgm:presLayoutVars>
      </dgm:prSet>
      <dgm:spPr/>
    </dgm:pt>
    <dgm:pt modelId="{0F5C79E0-68A2-4E08-8B04-8EF10B1C07CF}" type="pres">
      <dgm:prSet presAssocID="{9404F0D5-6D8E-497F-9047-32D7F9C1358C}" presName="spacer" presStyleCnt="0"/>
      <dgm:spPr/>
    </dgm:pt>
    <dgm:pt modelId="{D1F79BEA-52A3-48DF-8774-A699255A9A8F}" type="pres">
      <dgm:prSet presAssocID="{F900E41D-AC81-4728-B198-B01431DCDA03}" presName="parentText" presStyleLbl="node1" presStyleIdx="1" presStyleCnt="5">
        <dgm:presLayoutVars>
          <dgm:chMax val="0"/>
          <dgm:bulletEnabled val="1"/>
        </dgm:presLayoutVars>
      </dgm:prSet>
      <dgm:spPr/>
    </dgm:pt>
    <dgm:pt modelId="{69E3C987-4BEB-434F-B7D6-D93D4A53F839}" type="pres">
      <dgm:prSet presAssocID="{34510660-55A9-4D54-974A-51593F64959C}" presName="spacer" presStyleCnt="0"/>
      <dgm:spPr/>
    </dgm:pt>
    <dgm:pt modelId="{A23211DA-0264-49F0-B41E-6C342CC5DEFE}" type="pres">
      <dgm:prSet presAssocID="{269E35D6-D1E9-4B20-B773-382C530F6405}" presName="parentText" presStyleLbl="node1" presStyleIdx="2" presStyleCnt="5">
        <dgm:presLayoutVars>
          <dgm:chMax val="0"/>
          <dgm:bulletEnabled val="1"/>
        </dgm:presLayoutVars>
      </dgm:prSet>
      <dgm:spPr/>
    </dgm:pt>
    <dgm:pt modelId="{C3ECAB5D-FAF2-452A-8D1C-D70ED55D0A36}" type="pres">
      <dgm:prSet presAssocID="{9B699E5C-71A6-425F-A2B8-15A7900CC94C}" presName="spacer" presStyleCnt="0"/>
      <dgm:spPr/>
    </dgm:pt>
    <dgm:pt modelId="{87497322-5A86-4C77-84EA-D04AD6A50A04}" type="pres">
      <dgm:prSet presAssocID="{341545D7-4A4A-41F0-AA9F-9950572F444B}" presName="parentText" presStyleLbl="node1" presStyleIdx="3" presStyleCnt="5">
        <dgm:presLayoutVars>
          <dgm:chMax val="0"/>
          <dgm:bulletEnabled val="1"/>
        </dgm:presLayoutVars>
      </dgm:prSet>
      <dgm:spPr/>
    </dgm:pt>
    <dgm:pt modelId="{775DBCCE-A3CB-4C2A-9A0D-C016A2B2D515}" type="pres">
      <dgm:prSet presAssocID="{D81A97B8-C9A6-48DA-BC5C-F4E843317D09}" presName="spacer" presStyleCnt="0"/>
      <dgm:spPr/>
    </dgm:pt>
    <dgm:pt modelId="{B2705B3B-ED9A-4CBF-978C-01372787A7F0}" type="pres">
      <dgm:prSet presAssocID="{4AFCBA0F-9F77-4046-B400-28DA87663B50}" presName="parentText" presStyleLbl="node1" presStyleIdx="4" presStyleCnt="5">
        <dgm:presLayoutVars>
          <dgm:chMax val="0"/>
          <dgm:bulletEnabled val="1"/>
        </dgm:presLayoutVars>
      </dgm:prSet>
      <dgm:spPr/>
    </dgm:pt>
  </dgm:ptLst>
  <dgm:cxnLst>
    <dgm:cxn modelId="{C89F2D16-CFFF-4F1D-8F07-F169A9059EB6}" type="presOf" srcId="{F900E41D-AC81-4728-B198-B01431DCDA03}" destId="{D1F79BEA-52A3-48DF-8774-A699255A9A8F}" srcOrd="0" destOrd="0" presId="urn:microsoft.com/office/officeart/2005/8/layout/vList2"/>
    <dgm:cxn modelId="{06728C2C-B1C2-4AAC-8EF6-25407344A94F}" type="presOf" srcId="{4AFCBA0F-9F77-4046-B400-28DA87663B50}" destId="{B2705B3B-ED9A-4CBF-978C-01372787A7F0}" srcOrd="0" destOrd="0" presId="urn:microsoft.com/office/officeart/2005/8/layout/vList2"/>
    <dgm:cxn modelId="{4A73333A-E1D9-4DD2-89EA-549CD001D215}" srcId="{9AD9978E-AECD-419A-9A8C-653F75891894}" destId="{341545D7-4A4A-41F0-AA9F-9950572F444B}" srcOrd="3" destOrd="0" parTransId="{5AC79C88-3984-4C6F-B123-724059218AFA}" sibTransId="{D81A97B8-C9A6-48DA-BC5C-F4E843317D09}"/>
    <dgm:cxn modelId="{FEC6FC4D-7400-4116-A013-7215A19A5535}" type="presOf" srcId="{9AD9978E-AECD-419A-9A8C-653F75891894}" destId="{703F06A2-E5EE-4702-9FB1-E66952E06205}" srcOrd="0" destOrd="0" presId="urn:microsoft.com/office/officeart/2005/8/layout/vList2"/>
    <dgm:cxn modelId="{D6732294-8ACC-41EE-8D73-E9874FCF553E}" srcId="{9AD9978E-AECD-419A-9A8C-653F75891894}" destId="{269E35D6-D1E9-4B20-B773-382C530F6405}" srcOrd="2" destOrd="0" parTransId="{A64150BA-961D-4845-A1CB-F8E5BF968AFF}" sibTransId="{9B699E5C-71A6-425F-A2B8-15A7900CC94C}"/>
    <dgm:cxn modelId="{1ACC6497-E7CD-4FA7-853C-587F5CDDE18E}" type="presOf" srcId="{48208564-FCB3-48A1-9AF6-7D2D37E2058E}" destId="{ED9654E1-2A4A-477B-BD1D-BE0B1F643A6D}" srcOrd="0" destOrd="0" presId="urn:microsoft.com/office/officeart/2005/8/layout/vList2"/>
    <dgm:cxn modelId="{96727DB1-0FD8-49BC-BDE2-988479C318CE}" srcId="{9AD9978E-AECD-419A-9A8C-653F75891894}" destId="{F900E41D-AC81-4728-B198-B01431DCDA03}" srcOrd="1" destOrd="0" parTransId="{6DC90E58-4DCA-4653-81BE-CD1C84FD9286}" sibTransId="{34510660-55A9-4D54-974A-51593F64959C}"/>
    <dgm:cxn modelId="{4B3B05DC-14E2-4274-B0CE-DC4F5D637EDE}" type="presOf" srcId="{269E35D6-D1E9-4B20-B773-382C530F6405}" destId="{A23211DA-0264-49F0-B41E-6C342CC5DEFE}" srcOrd="0" destOrd="0" presId="urn:microsoft.com/office/officeart/2005/8/layout/vList2"/>
    <dgm:cxn modelId="{425D0DE9-F788-4757-9486-E91A0ECA00A6}" srcId="{9AD9978E-AECD-419A-9A8C-653F75891894}" destId="{4AFCBA0F-9F77-4046-B400-28DA87663B50}" srcOrd="4" destOrd="0" parTransId="{D0D24201-2FD6-4A73-AFA9-19FFC762DC74}" sibTransId="{DF1D7F3A-AA51-45DA-8D5A-901A08885BD6}"/>
    <dgm:cxn modelId="{E5243CF8-C334-49A2-AD0C-518C412A3FCE}" srcId="{9AD9978E-AECD-419A-9A8C-653F75891894}" destId="{48208564-FCB3-48A1-9AF6-7D2D37E2058E}" srcOrd="0" destOrd="0" parTransId="{1CEB1609-8DD3-4EB3-962F-23EDC3C5B47B}" sibTransId="{9404F0D5-6D8E-497F-9047-32D7F9C1358C}"/>
    <dgm:cxn modelId="{D84362FD-D575-45B4-926C-5978C5DECE71}" type="presOf" srcId="{341545D7-4A4A-41F0-AA9F-9950572F444B}" destId="{87497322-5A86-4C77-84EA-D04AD6A50A04}" srcOrd="0" destOrd="0" presId="urn:microsoft.com/office/officeart/2005/8/layout/vList2"/>
    <dgm:cxn modelId="{A6A0D6C4-A970-4435-88DA-AC41140C5826}" type="presParOf" srcId="{703F06A2-E5EE-4702-9FB1-E66952E06205}" destId="{ED9654E1-2A4A-477B-BD1D-BE0B1F643A6D}" srcOrd="0" destOrd="0" presId="urn:microsoft.com/office/officeart/2005/8/layout/vList2"/>
    <dgm:cxn modelId="{DDF70ACC-6C7A-4A3D-914F-CC49C5E6C6E0}" type="presParOf" srcId="{703F06A2-E5EE-4702-9FB1-E66952E06205}" destId="{0F5C79E0-68A2-4E08-8B04-8EF10B1C07CF}" srcOrd="1" destOrd="0" presId="urn:microsoft.com/office/officeart/2005/8/layout/vList2"/>
    <dgm:cxn modelId="{69F0569E-4681-4E06-8CE0-1FB72B0AB55F}" type="presParOf" srcId="{703F06A2-E5EE-4702-9FB1-E66952E06205}" destId="{D1F79BEA-52A3-48DF-8774-A699255A9A8F}" srcOrd="2" destOrd="0" presId="urn:microsoft.com/office/officeart/2005/8/layout/vList2"/>
    <dgm:cxn modelId="{B5297E4C-A5B8-4FA8-8FE7-A12E99301733}" type="presParOf" srcId="{703F06A2-E5EE-4702-9FB1-E66952E06205}" destId="{69E3C987-4BEB-434F-B7D6-D93D4A53F839}" srcOrd="3" destOrd="0" presId="urn:microsoft.com/office/officeart/2005/8/layout/vList2"/>
    <dgm:cxn modelId="{7DBD102B-BE8B-49D3-B2FC-29DC00A6FCE7}" type="presParOf" srcId="{703F06A2-E5EE-4702-9FB1-E66952E06205}" destId="{A23211DA-0264-49F0-B41E-6C342CC5DEFE}" srcOrd="4" destOrd="0" presId="urn:microsoft.com/office/officeart/2005/8/layout/vList2"/>
    <dgm:cxn modelId="{C38D9B8D-9992-4B15-888D-08D956310AD0}" type="presParOf" srcId="{703F06A2-E5EE-4702-9FB1-E66952E06205}" destId="{C3ECAB5D-FAF2-452A-8D1C-D70ED55D0A36}" srcOrd="5" destOrd="0" presId="urn:microsoft.com/office/officeart/2005/8/layout/vList2"/>
    <dgm:cxn modelId="{96C73DD1-B8B9-4E03-9FD6-02FD80383291}" type="presParOf" srcId="{703F06A2-E5EE-4702-9FB1-E66952E06205}" destId="{87497322-5A86-4C77-84EA-D04AD6A50A04}" srcOrd="6" destOrd="0" presId="urn:microsoft.com/office/officeart/2005/8/layout/vList2"/>
    <dgm:cxn modelId="{6E072EA2-34BF-48A5-972E-910CEB48B5FE}" type="presParOf" srcId="{703F06A2-E5EE-4702-9FB1-E66952E06205}" destId="{775DBCCE-A3CB-4C2A-9A0D-C016A2B2D515}" srcOrd="7" destOrd="0" presId="urn:microsoft.com/office/officeart/2005/8/layout/vList2"/>
    <dgm:cxn modelId="{C223F485-8BB1-4DCB-B611-71C50FF93682}" type="presParOf" srcId="{703F06A2-E5EE-4702-9FB1-E66952E06205}" destId="{B2705B3B-ED9A-4CBF-978C-01372787A7F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6B34633-9E5E-4584-96BC-0C32176AA6A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CL"/>
        </a:p>
      </dgm:t>
    </dgm:pt>
    <dgm:pt modelId="{FE15DECF-1FE6-49BA-A93D-A28403823037}">
      <dgm:prSet custT="1"/>
      <dgm:spPr>
        <a:solidFill>
          <a:srgbClr val="00B050"/>
        </a:solidFill>
      </dgm:spPr>
      <dgm:t>
        <a:bodyPr/>
        <a:lstStyle/>
        <a:p>
          <a:r>
            <a:rPr lang="es-CL" sz="2400" dirty="0"/>
            <a:t>Parámetros considerados</a:t>
          </a:r>
        </a:p>
      </dgm:t>
    </dgm:pt>
    <dgm:pt modelId="{EE1FF8C0-48BA-4DDA-88EA-C2297BE16304}" type="parTrans" cxnId="{4E94E1B7-8AA0-490D-8C56-9F98A3FD33EF}">
      <dgm:prSet/>
      <dgm:spPr/>
      <dgm:t>
        <a:bodyPr/>
        <a:lstStyle/>
        <a:p>
          <a:endParaRPr lang="es-CL"/>
        </a:p>
      </dgm:t>
    </dgm:pt>
    <dgm:pt modelId="{521BCAF2-5A20-445D-B574-570B4A114FBE}" type="sibTrans" cxnId="{4E94E1B7-8AA0-490D-8C56-9F98A3FD33EF}">
      <dgm:prSet/>
      <dgm:spPr/>
      <dgm:t>
        <a:bodyPr/>
        <a:lstStyle/>
        <a:p>
          <a:endParaRPr lang="es-CL"/>
        </a:p>
      </dgm:t>
    </dgm:pt>
    <dgm:pt modelId="{1AE50591-A1E0-42BA-8A67-174E7A173F72}">
      <dgm:prSet custT="1"/>
      <dgm:spPr/>
      <dgm:t>
        <a:bodyPr/>
        <a:lstStyle/>
        <a:p>
          <a:r>
            <a:rPr lang="es-CL" sz="1800" dirty="0"/>
            <a:t>Impacto</a:t>
          </a:r>
        </a:p>
      </dgm:t>
    </dgm:pt>
    <dgm:pt modelId="{92A4CA95-83A0-4477-A1AF-0B69D7AFD40F}" type="parTrans" cxnId="{7F53B29C-70D5-4A56-9AC2-801D75BC82A9}">
      <dgm:prSet/>
      <dgm:spPr/>
      <dgm:t>
        <a:bodyPr/>
        <a:lstStyle/>
        <a:p>
          <a:endParaRPr lang="es-CL"/>
        </a:p>
      </dgm:t>
    </dgm:pt>
    <dgm:pt modelId="{CC92235A-416A-4A78-8BBA-8407048A4852}" type="sibTrans" cxnId="{7F53B29C-70D5-4A56-9AC2-801D75BC82A9}">
      <dgm:prSet/>
      <dgm:spPr/>
      <dgm:t>
        <a:bodyPr/>
        <a:lstStyle/>
        <a:p>
          <a:endParaRPr lang="es-CL"/>
        </a:p>
      </dgm:t>
    </dgm:pt>
    <dgm:pt modelId="{CA6D7330-EDB7-4269-9F7B-6970D7AF2DCD}">
      <dgm:prSet custT="1"/>
      <dgm:spPr/>
      <dgm:t>
        <a:bodyPr/>
        <a:lstStyle/>
        <a:p>
          <a:r>
            <a:rPr lang="es-CL" sz="1800" dirty="0"/>
            <a:t>Probabilidad de ocurrencia</a:t>
          </a:r>
        </a:p>
      </dgm:t>
    </dgm:pt>
    <dgm:pt modelId="{2E0C07D5-44D8-42E2-A1E4-BEC171760565}" type="parTrans" cxnId="{D0F71F90-1E93-487B-A593-5782C4A849D1}">
      <dgm:prSet/>
      <dgm:spPr/>
      <dgm:t>
        <a:bodyPr/>
        <a:lstStyle/>
        <a:p>
          <a:endParaRPr lang="es-CL"/>
        </a:p>
      </dgm:t>
    </dgm:pt>
    <dgm:pt modelId="{1790C519-2D64-421F-9885-349068EACA94}" type="sibTrans" cxnId="{D0F71F90-1E93-487B-A593-5782C4A849D1}">
      <dgm:prSet/>
      <dgm:spPr/>
      <dgm:t>
        <a:bodyPr/>
        <a:lstStyle/>
        <a:p>
          <a:endParaRPr lang="es-CL"/>
        </a:p>
      </dgm:t>
    </dgm:pt>
    <dgm:pt modelId="{1823B837-81D2-4C3A-852A-108DDB3EB1CE}">
      <dgm:prSet custT="1"/>
      <dgm:spPr>
        <a:solidFill>
          <a:srgbClr val="00B050"/>
        </a:solidFill>
      </dgm:spPr>
      <dgm:t>
        <a:bodyPr/>
        <a:lstStyle/>
        <a:p>
          <a:r>
            <a:rPr lang="es-CL" sz="2400" dirty="0"/>
            <a:t>Clasificación de riesgos</a:t>
          </a:r>
        </a:p>
      </dgm:t>
    </dgm:pt>
    <dgm:pt modelId="{5E761681-4E54-48FC-A041-50312F5D37C5}" type="parTrans" cxnId="{3EEF06BB-A002-4BED-B098-890E985223ED}">
      <dgm:prSet/>
      <dgm:spPr/>
      <dgm:t>
        <a:bodyPr/>
        <a:lstStyle/>
        <a:p>
          <a:endParaRPr lang="es-CL"/>
        </a:p>
      </dgm:t>
    </dgm:pt>
    <dgm:pt modelId="{355F3E06-9F5D-4009-B77C-18FB3566B8A9}" type="sibTrans" cxnId="{3EEF06BB-A002-4BED-B098-890E985223ED}">
      <dgm:prSet/>
      <dgm:spPr/>
      <dgm:t>
        <a:bodyPr/>
        <a:lstStyle/>
        <a:p>
          <a:endParaRPr lang="es-CL"/>
        </a:p>
      </dgm:t>
    </dgm:pt>
    <dgm:pt modelId="{9A9A2B82-1C95-4194-AA68-1DB062ED33B1}">
      <dgm:prSet custT="1"/>
      <dgm:spPr/>
      <dgm:t>
        <a:bodyPr/>
        <a:lstStyle/>
        <a:p>
          <a:r>
            <a:rPr lang="es-CL" sz="1800" dirty="0"/>
            <a:t>Bajo</a:t>
          </a:r>
        </a:p>
      </dgm:t>
    </dgm:pt>
    <dgm:pt modelId="{2BCFA402-693D-4430-B2EC-55DFFB76F0C4}" type="parTrans" cxnId="{31934425-A7AD-498D-8096-09560D1EEC41}">
      <dgm:prSet/>
      <dgm:spPr/>
      <dgm:t>
        <a:bodyPr/>
        <a:lstStyle/>
        <a:p>
          <a:endParaRPr lang="es-CL"/>
        </a:p>
      </dgm:t>
    </dgm:pt>
    <dgm:pt modelId="{4E89D448-D3EC-4A1A-B995-AE2BE76516DE}" type="sibTrans" cxnId="{31934425-A7AD-498D-8096-09560D1EEC41}">
      <dgm:prSet/>
      <dgm:spPr/>
      <dgm:t>
        <a:bodyPr/>
        <a:lstStyle/>
        <a:p>
          <a:endParaRPr lang="es-CL"/>
        </a:p>
      </dgm:t>
    </dgm:pt>
    <dgm:pt modelId="{3D71EFF2-B667-4B5E-8EEA-41C0FDCF0F30}">
      <dgm:prSet custT="1"/>
      <dgm:spPr/>
      <dgm:t>
        <a:bodyPr/>
        <a:lstStyle/>
        <a:p>
          <a:r>
            <a:rPr lang="es-CL" sz="1800" dirty="0"/>
            <a:t>Medio</a:t>
          </a:r>
        </a:p>
      </dgm:t>
    </dgm:pt>
    <dgm:pt modelId="{8A32E55E-51E4-4078-AB0C-39E1E86591BB}" type="parTrans" cxnId="{95BCB6F9-E1D4-4697-B2C1-DC7C06D6660B}">
      <dgm:prSet/>
      <dgm:spPr/>
      <dgm:t>
        <a:bodyPr/>
        <a:lstStyle/>
        <a:p>
          <a:endParaRPr lang="es-CL"/>
        </a:p>
      </dgm:t>
    </dgm:pt>
    <dgm:pt modelId="{C0D60366-960E-4DD8-AED6-2B62685C0762}" type="sibTrans" cxnId="{95BCB6F9-E1D4-4697-B2C1-DC7C06D6660B}">
      <dgm:prSet/>
      <dgm:spPr/>
      <dgm:t>
        <a:bodyPr/>
        <a:lstStyle/>
        <a:p>
          <a:endParaRPr lang="es-CL"/>
        </a:p>
      </dgm:t>
    </dgm:pt>
    <dgm:pt modelId="{FE21F9D5-0281-4362-8F98-369097DA1C22}">
      <dgm:prSet custT="1"/>
      <dgm:spPr/>
      <dgm:t>
        <a:bodyPr/>
        <a:lstStyle/>
        <a:p>
          <a:r>
            <a:rPr lang="es-CL" sz="1800" dirty="0"/>
            <a:t>Alto</a:t>
          </a:r>
        </a:p>
      </dgm:t>
    </dgm:pt>
    <dgm:pt modelId="{C19F2ECD-A117-45BB-95CF-AD9B576C63B4}" type="parTrans" cxnId="{0767FCEA-7EFB-41A3-8EF4-3005B30F6630}">
      <dgm:prSet/>
      <dgm:spPr/>
      <dgm:t>
        <a:bodyPr/>
        <a:lstStyle/>
        <a:p>
          <a:endParaRPr lang="es-CL"/>
        </a:p>
      </dgm:t>
    </dgm:pt>
    <dgm:pt modelId="{70B0DEB6-E1AE-4EC2-B090-F5B1E4D883A4}" type="sibTrans" cxnId="{0767FCEA-7EFB-41A3-8EF4-3005B30F6630}">
      <dgm:prSet/>
      <dgm:spPr/>
      <dgm:t>
        <a:bodyPr/>
        <a:lstStyle/>
        <a:p>
          <a:endParaRPr lang="es-CL"/>
        </a:p>
      </dgm:t>
    </dgm:pt>
    <dgm:pt modelId="{CE406A72-1747-47E5-AC8B-4838B1836A10}">
      <dgm:prSet custT="1"/>
      <dgm:spPr>
        <a:solidFill>
          <a:srgbClr val="00B050"/>
        </a:solidFill>
      </dgm:spPr>
      <dgm:t>
        <a:bodyPr/>
        <a:lstStyle/>
        <a:p>
          <a:r>
            <a:rPr lang="es-CL" sz="2400" dirty="0"/>
            <a:t>Riesgos relevantes</a:t>
          </a:r>
        </a:p>
      </dgm:t>
    </dgm:pt>
    <dgm:pt modelId="{37AB31F3-C3FE-44FC-A078-611B02FCEDBE}" type="parTrans" cxnId="{98469E74-F51F-4478-B499-7FD911E343E5}">
      <dgm:prSet/>
      <dgm:spPr/>
      <dgm:t>
        <a:bodyPr/>
        <a:lstStyle/>
        <a:p>
          <a:endParaRPr lang="es-CL"/>
        </a:p>
      </dgm:t>
    </dgm:pt>
    <dgm:pt modelId="{F52B1774-F60E-4866-B261-FE43C09AEB0F}" type="sibTrans" cxnId="{98469E74-F51F-4478-B499-7FD911E343E5}">
      <dgm:prSet/>
      <dgm:spPr/>
      <dgm:t>
        <a:bodyPr/>
        <a:lstStyle/>
        <a:p>
          <a:endParaRPr lang="es-CL"/>
        </a:p>
      </dgm:t>
    </dgm:pt>
    <dgm:pt modelId="{E3A74347-06A5-407C-98B9-B10FEF6D88DE}">
      <dgm:prSet custT="1"/>
      <dgm:spPr/>
      <dgm:t>
        <a:bodyPr/>
        <a:lstStyle/>
        <a:p>
          <a:r>
            <a:rPr lang="es-CL" sz="1800" dirty="0"/>
            <a:t>Integración con la plataforma</a:t>
          </a:r>
        </a:p>
      </dgm:t>
    </dgm:pt>
    <dgm:pt modelId="{A00D1457-2D25-476D-9C25-9CFF9F4646F7}" type="parTrans" cxnId="{16682280-AB87-42A3-AD4E-353B20F6025B}">
      <dgm:prSet/>
      <dgm:spPr/>
      <dgm:t>
        <a:bodyPr/>
        <a:lstStyle/>
        <a:p>
          <a:endParaRPr lang="es-CL"/>
        </a:p>
      </dgm:t>
    </dgm:pt>
    <dgm:pt modelId="{156CC88F-4F48-4513-9039-12032F204219}" type="sibTrans" cxnId="{16682280-AB87-42A3-AD4E-353B20F6025B}">
      <dgm:prSet/>
      <dgm:spPr/>
      <dgm:t>
        <a:bodyPr/>
        <a:lstStyle/>
        <a:p>
          <a:endParaRPr lang="es-CL"/>
        </a:p>
      </dgm:t>
    </dgm:pt>
    <dgm:pt modelId="{5D814F32-F420-47DE-A4F0-2AFE064537EC}">
      <dgm:prSet custT="1"/>
      <dgm:spPr/>
      <dgm:t>
        <a:bodyPr/>
        <a:lstStyle/>
        <a:p>
          <a:r>
            <a:rPr lang="es-CL" sz="1800" dirty="0"/>
            <a:t>Operación durante la misión</a:t>
          </a:r>
        </a:p>
      </dgm:t>
    </dgm:pt>
    <dgm:pt modelId="{0197F2C8-0B2A-4F3A-9ACD-403FB12795C0}" type="parTrans" cxnId="{0C11242A-E257-467E-8812-2E3E234D4537}">
      <dgm:prSet/>
      <dgm:spPr/>
      <dgm:t>
        <a:bodyPr/>
        <a:lstStyle/>
        <a:p>
          <a:endParaRPr lang="es-CL"/>
        </a:p>
      </dgm:t>
    </dgm:pt>
    <dgm:pt modelId="{4E624FCB-FD8F-4308-9727-991924F4A924}" type="sibTrans" cxnId="{0C11242A-E257-467E-8812-2E3E234D4537}">
      <dgm:prSet/>
      <dgm:spPr/>
      <dgm:t>
        <a:bodyPr/>
        <a:lstStyle/>
        <a:p>
          <a:endParaRPr lang="es-CL"/>
        </a:p>
      </dgm:t>
    </dgm:pt>
    <dgm:pt modelId="{BECD40E0-3B2A-4078-9668-8C3B47EEA690}" type="pres">
      <dgm:prSet presAssocID="{16B34633-9E5E-4584-96BC-0C32176AA6A1}" presName="linear" presStyleCnt="0">
        <dgm:presLayoutVars>
          <dgm:animLvl val="lvl"/>
          <dgm:resizeHandles val="exact"/>
        </dgm:presLayoutVars>
      </dgm:prSet>
      <dgm:spPr/>
    </dgm:pt>
    <dgm:pt modelId="{0A644A8D-2D2C-427C-8B7A-D02B29CB4998}" type="pres">
      <dgm:prSet presAssocID="{FE15DECF-1FE6-49BA-A93D-A28403823037}" presName="parentText" presStyleLbl="node1" presStyleIdx="0" presStyleCnt="3">
        <dgm:presLayoutVars>
          <dgm:chMax val="0"/>
          <dgm:bulletEnabled val="1"/>
        </dgm:presLayoutVars>
      </dgm:prSet>
      <dgm:spPr/>
    </dgm:pt>
    <dgm:pt modelId="{C97027C5-B203-451D-AA8D-EC01BB8F1FD7}" type="pres">
      <dgm:prSet presAssocID="{FE15DECF-1FE6-49BA-A93D-A28403823037}" presName="childText" presStyleLbl="revTx" presStyleIdx="0" presStyleCnt="3">
        <dgm:presLayoutVars>
          <dgm:bulletEnabled val="1"/>
        </dgm:presLayoutVars>
      </dgm:prSet>
      <dgm:spPr/>
    </dgm:pt>
    <dgm:pt modelId="{5B0049A6-3FEF-4CA4-968F-D623AEB5A7E5}" type="pres">
      <dgm:prSet presAssocID="{1823B837-81D2-4C3A-852A-108DDB3EB1CE}" presName="parentText" presStyleLbl="node1" presStyleIdx="1" presStyleCnt="3">
        <dgm:presLayoutVars>
          <dgm:chMax val="0"/>
          <dgm:bulletEnabled val="1"/>
        </dgm:presLayoutVars>
      </dgm:prSet>
      <dgm:spPr/>
    </dgm:pt>
    <dgm:pt modelId="{9182010A-637A-4DC3-9599-D9FA79A00C75}" type="pres">
      <dgm:prSet presAssocID="{1823B837-81D2-4C3A-852A-108DDB3EB1CE}" presName="childText" presStyleLbl="revTx" presStyleIdx="1" presStyleCnt="3">
        <dgm:presLayoutVars>
          <dgm:bulletEnabled val="1"/>
        </dgm:presLayoutVars>
      </dgm:prSet>
      <dgm:spPr/>
    </dgm:pt>
    <dgm:pt modelId="{FF548EBC-21EE-4F09-9415-A98B19760248}" type="pres">
      <dgm:prSet presAssocID="{CE406A72-1747-47E5-AC8B-4838B1836A10}" presName="parentText" presStyleLbl="node1" presStyleIdx="2" presStyleCnt="3">
        <dgm:presLayoutVars>
          <dgm:chMax val="0"/>
          <dgm:bulletEnabled val="1"/>
        </dgm:presLayoutVars>
      </dgm:prSet>
      <dgm:spPr/>
    </dgm:pt>
    <dgm:pt modelId="{F4FE0735-6405-4F58-B7BE-F6E5D65A9CBD}" type="pres">
      <dgm:prSet presAssocID="{CE406A72-1747-47E5-AC8B-4838B1836A10}" presName="childText" presStyleLbl="revTx" presStyleIdx="2" presStyleCnt="3">
        <dgm:presLayoutVars>
          <dgm:bulletEnabled val="1"/>
        </dgm:presLayoutVars>
      </dgm:prSet>
      <dgm:spPr/>
    </dgm:pt>
  </dgm:ptLst>
  <dgm:cxnLst>
    <dgm:cxn modelId="{68856106-2BCA-4FEE-9476-050C84A4C08A}" type="presOf" srcId="{FE21F9D5-0281-4362-8F98-369097DA1C22}" destId="{9182010A-637A-4DC3-9599-D9FA79A00C75}" srcOrd="0" destOrd="2" presId="urn:microsoft.com/office/officeart/2005/8/layout/vList2"/>
    <dgm:cxn modelId="{16EA2B1F-DF44-4555-989B-17FF9B2D1507}" type="presOf" srcId="{16B34633-9E5E-4584-96BC-0C32176AA6A1}" destId="{BECD40E0-3B2A-4078-9668-8C3B47EEA690}" srcOrd="0" destOrd="0" presId="urn:microsoft.com/office/officeart/2005/8/layout/vList2"/>
    <dgm:cxn modelId="{31934425-A7AD-498D-8096-09560D1EEC41}" srcId="{1823B837-81D2-4C3A-852A-108DDB3EB1CE}" destId="{9A9A2B82-1C95-4194-AA68-1DB062ED33B1}" srcOrd="0" destOrd="0" parTransId="{2BCFA402-693D-4430-B2EC-55DFFB76F0C4}" sibTransId="{4E89D448-D3EC-4A1A-B995-AE2BE76516DE}"/>
    <dgm:cxn modelId="{0C11242A-E257-467E-8812-2E3E234D4537}" srcId="{CE406A72-1747-47E5-AC8B-4838B1836A10}" destId="{5D814F32-F420-47DE-A4F0-2AFE064537EC}" srcOrd="1" destOrd="0" parTransId="{0197F2C8-0B2A-4F3A-9ACD-403FB12795C0}" sibTransId="{4E624FCB-FD8F-4308-9727-991924F4A924}"/>
    <dgm:cxn modelId="{365C1564-596F-4188-A466-E612AB0BD778}" type="presOf" srcId="{5D814F32-F420-47DE-A4F0-2AFE064537EC}" destId="{F4FE0735-6405-4F58-B7BE-F6E5D65A9CBD}" srcOrd="0" destOrd="1" presId="urn:microsoft.com/office/officeart/2005/8/layout/vList2"/>
    <dgm:cxn modelId="{70E98965-D3E4-4766-ACD4-ACDE7BAF0B9B}" type="presOf" srcId="{E3A74347-06A5-407C-98B9-B10FEF6D88DE}" destId="{F4FE0735-6405-4F58-B7BE-F6E5D65A9CBD}" srcOrd="0" destOrd="0" presId="urn:microsoft.com/office/officeart/2005/8/layout/vList2"/>
    <dgm:cxn modelId="{583D476D-FABE-4DA4-9057-3F3F790D05ED}" type="presOf" srcId="{FE15DECF-1FE6-49BA-A93D-A28403823037}" destId="{0A644A8D-2D2C-427C-8B7A-D02B29CB4998}" srcOrd="0" destOrd="0" presId="urn:microsoft.com/office/officeart/2005/8/layout/vList2"/>
    <dgm:cxn modelId="{98469E74-F51F-4478-B499-7FD911E343E5}" srcId="{16B34633-9E5E-4584-96BC-0C32176AA6A1}" destId="{CE406A72-1747-47E5-AC8B-4838B1836A10}" srcOrd="2" destOrd="0" parTransId="{37AB31F3-C3FE-44FC-A078-611B02FCEDBE}" sibTransId="{F52B1774-F60E-4866-B261-FE43C09AEB0F}"/>
    <dgm:cxn modelId="{806E2975-7AA7-4310-A924-82806ABEDECE}" type="presOf" srcId="{CE406A72-1747-47E5-AC8B-4838B1836A10}" destId="{FF548EBC-21EE-4F09-9415-A98B19760248}" srcOrd="0" destOrd="0" presId="urn:microsoft.com/office/officeart/2005/8/layout/vList2"/>
    <dgm:cxn modelId="{16682280-AB87-42A3-AD4E-353B20F6025B}" srcId="{CE406A72-1747-47E5-AC8B-4838B1836A10}" destId="{E3A74347-06A5-407C-98B9-B10FEF6D88DE}" srcOrd="0" destOrd="0" parTransId="{A00D1457-2D25-476D-9C25-9CFF9F4646F7}" sibTransId="{156CC88F-4F48-4513-9039-12032F204219}"/>
    <dgm:cxn modelId="{C0FD3686-1E45-4ABE-9236-138D5712657C}" type="presOf" srcId="{1823B837-81D2-4C3A-852A-108DDB3EB1CE}" destId="{5B0049A6-3FEF-4CA4-968F-D623AEB5A7E5}" srcOrd="0" destOrd="0" presId="urn:microsoft.com/office/officeart/2005/8/layout/vList2"/>
    <dgm:cxn modelId="{D0F71F90-1E93-487B-A593-5782C4A849D1}" srcId="{FE15DECF-1FE6-49BA-A93D-A28403823037}" destId="{CA6D7330-EDB7-4269-9F7B-6970D7AF2DCD}" srcOrd="1" destOrd="0" parTransId="{2E0C07D5-44D8-42E2-A1E4-BEC171760565}" sibTransId="{1790C519-2D64-421F-9885-349068EACA94}"/>
    <dgm:cxn modelId="{7F53B29C-70D5-4A56-9AC2-801D75BC82A9}" srcId="{FE15DECF-1FE6-49BA-A93D-A28403823037}" destId="{1AE50591-A1E0-42BA-8A67-174E7A173F72}" srcOrd="0" destOrd="0" parTransId="{92A4CA95-83A0-4477-A1AF-0B69D7AFD40F}" sibTransId="{CC92235A-416A-4A78-8BBA-8407048A4852}"/>
    <dgm:cxn modelId="{1C6A9AA2-9EDA-441C-B657-8E236D2325FC}" type="presOf" srcId="{1AE50591-A1E0-42BA-8A67-174E7A173F72}" destId="{C97027C5-B203-451D-AA8D-EC01BB8F1FD7}" srcOrd="0" destOrd="0" presId="urn:microsoft.com/office/officeart/2005/8/layout/vList2"/>
    <dgm:cxn modelId="{043F38AC-F7E8-4476-9421-28B63C36DD1A}" type="presOf" srcId="{3D71EFF2-B667-4B5E-8EEA-41C0FDCF0F30}" destId="{9182010A-637A-4DC3-9599-D9FA79A00C75}" srcOrd="0" destOrd="1" presId="urn:microsoft.com/office/officeart/2005/8/layout/vList2"/>
    <dgm:cxn modelId="{4E94E1B7-8AA0-490D-8C56-9F98A3FD33EF}" srcId="{16B34633-9E5E-4584-96BC-0C32176AA6A1}" destId="{FE15DECF-1FE6-49BA-A93D-A28403823037}" srcOrd="0" destOrd="0" parTransId="{EE1FF8C0-48BA-4DDA-88EA-C2297BE16304}" sibTransId="{521BCAF2-5A20-445D-B574-570B4A114FBE}"/>
    <dgm:cxn modelId="{6E6197B8-C079-4318-BADC-CB89375C2151}" type="presOf" srcId="{9A9A2B82-1C95-4194-AA68-1DB062ED33B1}" destId="{9182010A-637A-4DC3-9599-D9FA79A00C75}" srcOrd="0" destOrd="0" presId="urn:microsoft.com/office/officeart/2005/8/layout/vList2"/>
    <dgm:cxn modelId="{3EEF06BB-A002-4BED-B098-890E985223ED}" srcId="{16B34633-9E5E-4584-96BC-0C32176AA6A1}" destId="{1823B837-81D2-4C3A-852A-108DDB3EB1CE}" srcOrd="1" destOrd="0" parTransId="{5E761681-4E54-48FC-A041-50312F5D37C5}" sibTransId="{355F3E06-9F5D-4009-B77C-18FB3566B8A9}"/>
    <dgm:cxn modelId="{0767FCEA-7EFB-41A3-8EF4-3005B30F6630}" srcId="{1823B837-81D2-4C3A-852A-108DDB3EB1CE}" destId="{FE21F9D5-0281-4362-8F98-369097DA1C22}" srcOrd="2" destOrd="0" parTransId="{C19F2ECD-A117-45BB-95CF-AD9B576C63B4}" sibTransId="{70B0DEB6-E1AE-4EC2-B090-F5B1E4D883A4}"/>
    <dgm:cxn modelId="{0FE82DF5-8142-48E3-AD74-E7D05506DF37}" type="presOf" srcId="{CA6D7330-EDB7-4269-9F7B-6970D7AF2DCD}" destId="{C97027C5-B203-451D-AA8D-EC01BB8F1FD7}" srcOrd="0" destOrd="1" presId="urn:microsoft.com/office/officeart/2005/8/layout/vList2"/>
    <dgm:cxn modelId="{95BCB6F9-E1D4-4697-B2C1-DC7C06D6660B}" srcId="{1823B837-81D2-4C3A-852A-108DDB3EB1CE}" destId="{3D71EFF2-B667-4B5E-8EEA-41C0FDCF0F30}" srcOrd="1" destOrd="0" parTransId="{8A32E55E-51E4-4078-AB0C-39E1E86591BB}" sibTransId="{C0D60366-960E-4DD8-AED6-2B62685C0762}"/>
    <dgm:cxn modelId="{0661605A-6A18-414D-8FE4-62344C41CEDF}" type="presParOf" srcId="{BECD40E0-3B2A-4078-9668-8C3B47EEA690}" destId="{0A644A8D-2D2C-427C-8B7A-D02B29CB4998}" srcOrd="0" destOrd="0" presId="urn:microsoft.com/office/officeart/2005/8/layout/vList2"/>
    <dgm:cxn modelId="{FA418C27-3BAF-4C38-AAAD-CEB6EB9C9257}" type="presParOf" srcId="{BECD40E0-3B2A-4078-9668-8C3B47EEA690}" destId="{C97027C5-B203-451D-AA8D-EC01BB8F1FD7}" srcOrd="1" destOrd="0" presId="urn:microsoft.com/office/officeart/2005/8/layout/vList2"/>
    <dgm:cxn modelId="{69D63C01-0D3A-4406-AA2F-099968D066E7}" type="presParOf" srcId="{BECD40E0-3B2A-4078-9668-8C3B47EEA690}" destId="{5B0049A6-3FEF-4CA4-968F-D623AEB5A7E5}" srcOrd="2" destOrd="0" presId="urn:microsoft.com/office/officeart/2005/8/layout/vList2"/>
    <dgm:cxn modelId="{77E75A4C-4D80-44D7-9575-D589D8C52AC9}" type="presParOf" srcId="{BECD40E0-3B2A-4078-9668-8C3B47EEA690}" destId="{9182010A-637A-4DC3-9599-D9FA79A00C75}" srcOrd="3" destOrd="0" presId="urn:microsoft.com/office/officeart/2005/8/layout/vList2"/>
    <dgm:cxn modelId="{04776017-0F1A-4196-8633-AD6FDFC844B9}" type="presParOf" srcId="{BECD40E0-3B2A-4078-9668-8C3B47EEA690}" destId="{FF548EBC-21EE-4F09-9415-A98B19760248}" srcOrd="4" destOrd="0" presId="urn:microsoft.com/office/officeart/2005/8/layout/vList2"/>
    <dgm:cxn modelId="{3F4BFF39-3858-4657-80A1-9725FD262225}" type="presParOf" srcId="{BECD40E0-3B2A-4078-9668-8C3B47EEA690}" destId="{F4FE0735-6405-4F58-B7BE-F6E5D65A9CBD}"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CEA961E-B862-478E-9A3D-C16A9D13564B}" type="doc">
      <dgm:prSet loTypeId="urn:microsoft.com/office/officeart/2005/8/layout/hProcess11" loCatId="process" qsTypeId="urn:microsoft.com/office/officeart/2005/8/quickstyle/simple1" qsCatId="simple" csTypeId="urn:microsoft.com/office/officeart/2005/8/colors/accent3_2" csCatId="accent3" phldr="1"/>
      <dgm:spPr/>
      <dgm:t>
        <a:bodyPr/>
        <a:lstStyle/>
        <a:p>
          <a:endParaRPr lang="es-CL"/>
        </a:p>
      </dgm:t>
    </dgm:pt>
    <dgm:pt modelId="{4C3B489B-B3CF-46AA-8A49-6EBD948AFC64}">
      <dgm:prSet phldrT="[Texto]" phldr="0" custT="1"/>
      <dgm:spPr/>
      <dgm:t>
        <a:bodyPr/>
        <a:lstStyle/>
        <a:p>
          <a:r>
            <a:rPr lang="es-CL" sz="2400" dirty="0"/>
            <a:t>Definición de arquitectura de funcional</a:t>
          </a:r>
        </a:p>
      </dgm:t>
    </dgm:pt>
    <dgm:pt modelId="{17107D4C-17B6-475D-86DF-6DEABEBBAAC9}" type="parTrans" cxnId="{92D5CE86-5C71-4A42-B60A-94D3914846F8}">
      <dgm:prSet/>
      <dgm:spPr/>
      <dgm:t>
        <a:bodyPr/>
        <a:lstStyle/>
        <a:p>
          <a:endParaRPr lang="es-CL"/>
        </a:p>
      </dgm:t>
    </dgm:pt>
    <dgm:pt modelId="{295FAA29-4D07-4E30-8CB6-65D9CD8C7C63}" type="sibTrans" cxnId="{92D5CE86-5C71-4A42-B60A-94D3914846F8}">
      <dgm:prSet/>
      <dgm:spPr/>
      <dgm:t>
        <a:bodyPr/>
        <a:lstStyle/>
        <a:p>
          <a:endParaRPr lang="es-CL"/>
        </a:p>
      </dgm:t>
    </dgm:pt>
    <dgm:pt modelId="{EA2858DF-B004-4490-8C30-3C1F3596825D}">
      <dgm:prSet phldrT="[Texto]" phldr="0" custT="1"/>
      <dgm:spPr/>
      <dgm:t>
        <a:bodyPr/>
        <a:lstStyle/>
        <a:p>
          <a:r>
            <a:rPr lang="es-CL" sz="2400" dirty="0"/>
            <a:t>Diseño de diagramas de alto nivel</a:t>
          </a:r>
        </a:p>
      </dgm:t>
    </dgm:pt>
    <dgm:pt modelId="{471BDAC9-FE5C-4E07-8EAB-DAA3DF7A5169}" type="parTrans" cxnId="{6321C001-A932-43A0-ABDC-5C2E1909CF3B}">
      <dgm:prSet/>
      <dgm:spPr/>
      <dgm:t>
        <a:bodyPr/>
        <a:lstStyle/>
        <a:p>
          <a:endParaRPr lang="es-CL"/>
        </a:p>
      </dgm:t>
    </dgm:pt>
    <dgm:pt modelId="{43A86450-2590-4BF9-A72B-66F4BF26D3A9}" type="sibTrans" cxnId="{6321C001-A932-43A0-ABDC-5C2E1909CF3B}">
      <dgm:prSet/>
      <dgm:spPr/>
      <dgm:t>
        <a:bodyPr/>
        <a:lstStyle/>
        <a:p>
          <a:endParaRPr lang="es-CL"/>
        </a:p>
      </dgm:t>
    </dgm:pt>
    <dgm:pt modelId="{8CF00E6B-401B-4289-8EF2-827A49FD62A5}">
      <dgm:prSet phldrT="[Texto]" phldr="0" custT="1"/>
      <dgm:spPr/>
      <dgm:t>
        <a:bodyPr/>
        <a:lstStyle/>
        <a:p>
          <a:r>
            <a:rPr lang="es-CL" sz="2400" dirty="0"/>
            <a:t>Definición de interfaces</a:t>
          </a:r>
        </a:p>
      </dgm:t>
    </dgm:pt>
    <dgm:pt modelId="{626F9E45-1152-4AA0-8CD5-9BDE09DEF3E9}" type="parTrans" cxnId="{0CB1BF25-DF23-407A-A55B-E5AA814D7DDF}">
      <dgm:prSet/>
      <dgm:spPr/>
      <dgm:t>
        <a:bodyPr/>
        <a:lstStyle/>
        <a:p>
          <a:endParaRPr lang="es-CL"/>
        </a:p>
      </dgm:t>
    </dgm:pt>
    <dgm:pt modelId="{8985C0B4-803E-484E-8F37-0B4863F03770}" type="sibTrans" cxnId="{0CB1BF25-DF23-407A-A55B-E5AA814D7DDF}">
      <dgm:prSet/>
      <dgm:spPr/>
      <dgm:t>
        <a:bodyPr/>
        <a:lstStyle/>
        <a:p>
          <a:endParaRPr lang="es-CL"/>
        </a:p>
      </dgm:t>
    </dgm:pt>
    <dgm:pt modelId="{D0E840E8-81DB-48B3-99C5-C93B2D26C993}">
      <dgm:prSet phldrT="[Texto]" phldr="0" custT="1"/>
      <dgm:spPr/>
      <dgm:t>
        <a:bodyPr/>
        <a:lstStyle/>
        <a:p>
          <a:r>
            <a:rPr lang="es-CL" sz="2400" dirty="0"/>
            <a:t>Diagrama de bloques de bajo nivel</a:t>
          </a:r>
        </a:p>
      </dgm:t>
    </dgm:pt>
    <dgm:pt modelId="{0A4A4411-066F-4915-8935-9F74553A051C}" type="parTrans" cxnId="{9D1AF102-8E2C-46FA-A355-ADBCECCAE351}">
      <dgm:prSet/>
      <dgm:spPr/>
      <dgm:t>
        <a:bodyPr/>
        <a:lstStyle/>
        <a:p>
          <a:endParaRPr lang="es-CL"/>
        </a:p>
      </dgm:t>
    </dgm:pt>
    <dgm:pt modelId="{3BBC8540-8300-464D-A1E4-40C929E4F6C7}" type="sibTrans" cxnId="{9D1AF102-8E2C-46FA-A355-ADBCECCAE351}">
      <dgm:prSet/>
      <dgm:spPr/>
      <dgm:t>
        <a:bodyPr/>
        <a:lstStyle/>
        <a:p>
          <a:endParaRPr lang="es-CL"/>
        </a:p>
      </dgm:t>
    </dgm:pt>
    <dgm:pt modelId="{73BC4AB8-0493-4FE4-B64F-205E781C7E2A}">
      <dgm:prSet phldrT="[Texto]" phldr="0" custT="1"/>
      <dgm:spPr/>
      <dgm:t>
        <a:bodyPr/>
        <a:lstStyle/>
        <a:p>
          <a:r>
            <a:rPr lang="es-CL" sz="2400" dirty="0"/>
            <a:t>Diseño preliminar</a:t>
          </a:r>
        </a:p>
      </dgm:t>
    </dgm:pt>
    <dgm:pt modelId="{68EE313E-6016-42F5-A1CC-A0D872E18402}" type="parTrans" cxnId="{7B5E6E96-E232-4EA6-9E2D-F18DC6A99A39}">
      <dgm:prSet/>
      <dgm:spPr/>
      <dgm:t>
        <a:bodyPr/>
        <a:lstStyle/>
        <a:p>
          <a:endParaRPr lang="es-CL"/>
        </a:p>
      </dgm:t>
    </dgm:pt>
    <dgm:pt modelId="{D2A3FFEF-84FD-4B5B-8A2E-B66967A811E0}" type="sibTrans" cxnId="{7B5E6E96-E232-4EA6-9E2D-F18DC6A99A39}">
      <dgm:prSet/>
      <dgm:spPr/>
      <dgm:t>
        <a:bodyPr/>
        <a:lstStyle/>
        <a:p>
          <a:endParaRPr lang="es-CL"/>
        </a:p>
      </dgm:t>
    </dgm:pt>
    <dgm:pt modelId="{BB0E846D-942E-4448-8381-3FAC8CD56E1C}" type="pres">
      <dgm:prSet presAssocID="{ECEA961E-B862-478E-9A3D-C16A9D13564B}" presName="Name0" presStyleCnt="0">
        <dgm:presLayoutVars>
          <dgm:dir/>
          <dgm:resizeHandles val="exact"/>
        </dgm:presLayoutVars>
      </dgm:prSet>
      <dgm:spPr/>
    </dgm:pt>
    <dgm:pt modelId="{42AEE366-79F3-4D8B-8BA6-48DA8E6C99D9}" type="pres">
      <dgm:prSet presAssocID="{ECEA961E-B862-478E-9A3D-C16A9D13564B}" presName="arrow" presStyleLbl="bgShp" presStyleIdx="0" presStyleCnt="1"/>
      <dgm:spPr/>
    </dgm:pt>
    <dgm:pt modelId="{EE1254FF-37AC-433A-8A32-674A50B88607}" type="pres">
      <dgm:prSet presAssocID="{ECEA961E-B862-478E-9A3D-C16A9D13564B}" presName="points" presStyleCnt="0"/>
      <dgm:spPr/>
    </dgm:pt>
    <dgm:pt modelId="{9F6804C5-C037-4714-95B1-D33B79014C3D}" type="pres">
      <dgm:prSet presAssocID="{4C3B489B-B3CF-46AA-8A49-6EBD948AFC64}" presName="compositeA" presStyleCnt="0"/>
      <dgm:spPr/>
    </dgm:pt>
    <dgm:pt modelId="{19DB1D97-0B4A-4D63-8EF9-C5FE9AD5DF9B}" type="pres">
      <dgm:prSet presAssocID="{4C3B489B-B3CF-46AA-8A49-6EBD948AFC64}" presName="textA" presStyleLbl="revTx" presStyleIdx="0" presStyleCnt="5" custScaleX="117369">
        <dgm:presLayoutVars>
          <dgm:bulletEnabled val="1"/>
        </dgm:presLayoutVars>
      </dgm:prSet>
      <dgm:spPr/>
    </dgm:pt>
    <dgm:pt modelId="{BE1EA6A9-7149-48C5-A961-5800BCCA0E9E}" type="pres">
      <dgm:prSet presAssocID="{4C3B489B-B3CF-46AA-8A49-6EBD948AFC64}" presName="circleA" presStyleLbl="node1" presStyleIdx="0" presStyleCnt="5"/>
      <dgm:spPr>
        <a:solidFill>
          <a:schemeClr val="accent6"/>
        </a:solidFill>
      </dgm:spPr>
    </dgm:pt>
    <dgm:pt modelId="{D72C7B0F-C2BC-40B8-8DCA-96573B6F3299}" type="pres">
      <dgm:prSet presAssocID="{4C3B489B-B3CF-46AA-8A49-6EBD948AFC64}" presName="spaceA" presStyleCnt="0"/>
      <dgm:spPr/>
    </dgm:pt>
    <dgm:pt modelId="{4D3C9A20-EA01-461B-A59E-2DA52C976B29}" type="pres">
      <dgm:prSet presAssocID="{295FAA29-4D07-4E30-8CB6-65D9CD8C7C63}" presName="space" presStyleCnt="0"/>
      <dgm:spPr/>
    </dgm:pt>
    <dgm:pt modelId="{4BC5CF2E-D264-4B84-A6A0-A96CF911131A}" type="pres">
      <dgm:prSet presAssocID="{EA2858DF-B004-4490-8C30-3C1F3596825D}" presName="compositeB" presStyleCnt="0"/>
      <dgm:spPr/>
    </dgm:pt>
    <dgm:pt modelId="{92E11D2E-2B97-48F8-8D3A-B31F2CF674D5}" type="pres">
      <dgm:prSet presAssocID="{EA2858DF-B004-4490-8C30-3C1F3596825D}" presName="textB" presStyleLbl="revTx" presStyleIdx="1" presStyleCnt="5">
        <dgm:presLayoutVars>
          <dgm:bulletEnabled val="1"/>
        </dgm:presLayoutVars>
      </dgm:prSet>
      <dgm:spPr/>
    </dgm:pt>
    <dgm:pt modelId="{1008DD51-0D6E-46DD-AA94-FEEAC4D46323}" type="pres">
      <dgm:prSet presAssocID="{EA2858DF-B004-4490-8C30-3C1F3596825D}" presName="circleB" presStyleLbl="node1" presStyleIdx="1" presStyleCnt="5"/>
      <dgm:spPr/>
    </dgm:pt>
    <dgm:pt modelId="{13F4E09A-6FB0-410A-BCA1-2B1D2C1E800A}" type="pres">
      <dgm:prSet presAssocID="{EA2858DF-B004-4490-8C30-3C1F3596825D}" presName="spaceB" presStyleCnt="0"/>
      <dgm:spPr/>
    </dgm:pt>
    <dgm:pt modelId="{780026B1-4980-4A92-93B3-931585CEABB2}" type="pres">
      <dgm:prSet presAssocID="{43A86450-2590-4BF9-A72B-66F4BF26D3A9}" presName="space" presStyleCnt="0"/>
      <dgm:spPr/>
    </dgm:pt>
    <dgm:pt modelId="{02A62DD9-8F82-48F7-90A7-EBEB604262D0}" type="pres">
      <dgm:prSet presAssocID="{8CF00E6B-401B-4289-8EF2-827A49FD62A5}" presName="compositeA" presStyleCnt="0"/>
      <dgm:spPr/>
    </dgm:pt>
    <dgm:pt modelId="{14D7D692-3D08-44A5-8E67-023300EAB877}" type="pres">
      <dgm:prSet presAssocID="{8CF00E6B-401B-4289-8EF2-827A49FD62A5}" presName="textA" presStyleLbl="revTx" presStyleIdx="2" presStyleCnt="5">
        <dgm:presLayoutVars>
          <dgm:bulletEnabled val="1"/>
        </dgm:presLayoutVars>
      </dgm:prSet>
      <dgm:spPr/>
    </dgm:pt>
    <dgm:pt modelId="{C688A732-5443-4903-B034-89F257A0302A}" type="pres">
      <dgm:prSet presAssocID="{8CF00E6B-401B-4289-8EF2-827A49FD62A5}" presName="circleA" presStyleLbl="node1" presStyleIdx="2" presStyleCnt="5"/>
      <dgm:spPr/>
    </dgm:pt>
    <dgm:pt modelId="{526306C0-14EF-478C-8F29-27BE14629D7C}" type="pres">
      <dgm:prSet presAssocID="{8CF00E6B-401B-4289-8EF2-827A49FD62A5}" presName="spaceA" presStyleCnt="0"/>
      <dgm:spPr/>
    </dgm:pt>
    <dgm:pt modelId="{C78C3FE4-E643-4961-9233-6FD30258A9A0}" type="pres">
      <dgm:prSet presAssocID="{8985C0B4-803E-484E-8F37-0B4863F03770}" presName="space" presStyleCnt="0"/>
      <dgm:spPr/>
    </dgm:pt>
    <dgm:pt modelId="{774EC2D9-E631-4D4F-83A1-236A81C291B1}" type="pres">
      <dgm:prSet presAssocID="{D0E840E8-81DB-48B3-99C5-C93B2D26C993}" presName="compositeB" presStyleCnt="0"/>
      <dgm:spPr/>
    </dgm:pt>
    <dgm:pt modelId="{740860CD-883B-4390-814D-C222D8F500A6}" type="pres">
      <dgm:prSet presAssocID="{D0E840E8-81DB-48B3-99C5-C93B2D26C993}" presName="textB" presStyleLbl="revTx" presStyleIdx="3" presStyleCnt="5">
        <dgm:presLayoutVars>
          <dgm:bulletEnabled val="1"/>
        </dgm:presLayoutVars>
      </dgm:prSet>
      <dgm:spPr/>
    </dgm:pt>
    <dgm:pt modelId="{D2ABB093-0785-45D7-9375-802A70AFC41F}" type="pres">
      <dgm:prSet presAssocID="{D0E840E8-81DB-48B3-99C5-C93B2D26C993}" presName="circleB" presStyleLbl="node1" presStyleIdx="3" presStyleCnt="5"/>
      <dgm:spPr/>
    </dgm:pt>
    <dgm:pt modelId="{A4D1DA89-0B0C-4BC9-8E47-282E9159D6B1}" type="pres">
      <dgm:prSet presAssocID="{D0E840E8-81DB-48B3-99C5-C93B2D26C993}" presName="spaceB" presStyleCnt="0"/>
      <dgm:spPr/>
    </dgm:pt>
    <dgm:pt modelId="{7476C670-8B26-4C7D-9C6E-95F27FE099C5}" type="pres">
      <dgm:prSet presAssocID="{3BBC8540-8300-464D-A1E4-40C929E4F6C7}" presName="space" presStyleCnt="0"/>
      <dgm:spPr/>
    </dgm:pt>
    <dgm:pt modelId="{2527288E-E6BC-4A0B-A6D5-9A4058C7B64B}" type="pres">
      <dgm:prSet presAssocID="{73BC4AB8-0493-4FE4-B64F-205E781C7E2A}" presName="compositeA" presStyleCnt="0"/>
      <dgm:spPr/>
    </dgm:pt>
    <dgm:pt modelId="{0FE705F9-448B-4193-9FAD-B6CA8124E588}" type="pres">
      <dgm:prSet presAssocID="{73BC4AB8-0493-4FE4-B64F-205E781C7E2A}" presName="textA" presStyleLbl="revTx" presStyleIdx="4" presStyleCnt="5">
        <dgm:presLayoutVars>
          <dgm:bulletEnabled val="1"/>
        </dgm:presLayoutVars>
      </dgm:prSet>
      <dgm:spPr/>
    </dgm:pt>
    <dgm:pt modelId="{C8625BA8-255E-4821-8B59-03F6D3E58E8D}" type="pres">
      <dgm:prSet presAssocID="{73BC4AB8-0493-4FE4-B64F-205E781C7E2A}" presName="circleA" presStyleLbl="node1" presStyleIdx="4" presStyleCnt="5"/>
      <dgm:spPr/>
    </dgm:pt>
    <dgm:pt modelId="{B5F063B7-0C74-4EB2-9C5F-2547B1C6468B}" type="pres">
      <dgm:prSet presAssocID="{73BC4AB8-0493-4FE4-B64F-205E781C7E2A}" presName="spaceA" presStyleCnt="0"/>
      <dgm:spPr/>
    </dgm:pt>
  </dgm:ptLst>
  <dgm:cxnLst>
    <dgm:cxn modelId="{6321C001-A932-43A0-ABDC-5C2E1909CF3B}" srcId="{ECEA961E-B862-478E-9A3D-C16A9D13564B}" destId="{EA2858DF-B004-4490-8C30-3C1F3596825D}" srcOrd="1" destOrd="0" parTransId="{471BDAC9-FE5C-4E07-8EAB-DAA3DF7A5169}" sibTransId="{43A86450-2590-4BF9-A72B-66F4BF26D3A9}"/>
    <dgm:cxn modelId="{9D1AF102-8E2C-46FA-A355-ADBCECCAE351}" srcId="{ECEA961E-B862-478E-9A3D-C16A9D13564B}" destId="{D0E840E8-81DB-48B3-99C5-C93B2D26C993}" srcOrd="3" destOrd="0" parTransId="{0A4A4411-066F-4915-8935-9F74553A051C}" sibTransId="{3BBC8540-8300-464D-A1E4-40C929E4F6C7}"/>
    <dgm:cxn modelId="{9ED34A03-444F-4858-AC62-7C89D36BB55C}" type="presOf" srcId="{EA2858DF-B004-4490-8C30-3C1F3596825D}" destId="{92E11D2E-2B97-48F8-8D3A-B31F2CF674D5}" srcOrd="0" destOrd="0" presId="urn:microsoft.com/office/officeart/2005/8/layout/hProcess11"/>
    <dgm:cxn modelId="{54FD6B0F-F753-4ECA-8F0C-71D61D33CB6E}" type="presOf" srcId="{73BC4AB8-0493-4FE4-B64F-205E781C7E2A}" destId="{0FE705F9-448B-4193-9FAD-B6CA8124E588}" srcOrd="0" destOrd="0" presId="urn:microsoft.com/office/officeart/2005/8/layout/hProcess11"/>
    <dgm:cxn modelId="{0CB1BF25-DF23-407A-A55B-E5AA814D7DDF}" srcId="{ECEA961E-B862-478E-9A3D-C16A9D13564B}" destId="{8CF00E6B-401B-4289-8EF2-827A49FD62A5}" srcOrd="2" destOrd="0" parTransId="{626F9E45-1152-4AA0-8CD5-9BDE09DEF3E9}" sibTransId="{8985C0B4-803E-484E-8F37-0B4863F03770}"/>
    <dgm:cxn modelId="{7719B127-ED8F-405D-85EC-D3F9CD31161B}" type="presOf" srcId="{D0E840E8-81DB-48B3-99C5-C93B2D26C993}" destId="{740860CD-883B-4390-814D-C222D8F500A6}" srcOrd="0" destOrd="0" presId="urn:microsoft.com/office/officeart/2005/8/layout/hProcess11"/>
    <dgm:cxn modelId="{8676E063-A933-4CDA-9809-52DDED21132D}" type="presOf" srcId="{ECEA961E-B862-478E-9A3D-C16A9D13564B}" destId="{BB0E846D-942E-4448-8381-3FAC8CD56E1C}" srcOrd="0" destOrd="0" presId="urn:microsoft.com/office/officeart/2005/8/layout/hProcess11"/>
    <dgm:cxn modelId="{FBA8324C-FE00-472F-AF48-7AD8990632A3}" type="presOf" srcId="{4C3B489B-B3CF-46AA-8A49-6EBD948AFC64}" destId="{19DB1D97-0B4A-4D63-8EF9-C5FE9AD5DF9B}" srcOrd="0" destOrd="0" presId="urn:microsoft.com/office/officeart/2005/8/layout/hProcess11"/>
    <dgm:cxn modelId="{92D5CE86-5C71-4A42-B60A-94D3914846F8}" srcId="{ECEA961E-B862-478E-9A3D-C16A9D13564B}" destId="{4C3B489B-B3CF-46AA-8A49-6EBD948AFC64}" srcOrd="0" destOrd="0" parTransId="{17107D4C-17B6-475D-86DF-6DEABEBBAAC9}" sibTransId="{295FAA29-4D07-4E30-8CB6-65D9CD8C7C63}"/>
    <dgm:cxn modelId="{C8BD5E95-0A68-4330-A17B-95671FE61116}" type="presOf" srcId="{8CF00E6B-401B-4289-8EF2-827A49FD62A5}" destId="{14D7D692-3D08-44A5-8E67-023300EAB877}" srcOrd="0" destOrd="0" presId="urn:microsoft.com/office/officeart/2005/8/layout/hProcess11"/>
    <dgm:cxn modelId="{7B5E6E96-E232-4EA6-9E2D-F18DC6A99A39}" srcId="{ECEA961E-B862-478E-9A3D-C16A9D13564B}" destId="{73BC4AB8-0493-4FE4-B64F-205E781C7E2A}" srcOrd="4" destOrd="0" parTransId="{68EE313E-6016-42F5-A1CC-A0D872E18402}" sibTransId="{D2A3FFEF-84FD-4B5B-8A2E-B66967A811E0}"/>
    <dgm:cxn modelId="{D9F3E4F3-6239-4A78-8CF9-C092A34DCD34}" type="presParOf" srcId="{BB0E846D-942E-4448-8381-3FAC8CD56E1C}" destId="{42AEE366-79F3-4D8B-8BA6-48DA8E6C99D9}" srcOrd="0" destOrd="0" presId="urn:microsoft.com/office/officeart/2005/8/layout/hProcess11"/>
    <dgm:cxn modelId="{DCDE4C9E-2543-455E-BEF9-80E3790D5F65}" type="presParOf" srcId="{BB0E846D-942E-4448-8381-3FAC8CD56E1C}" destId="{EE1254FF-37AC-433A-8A32-674A50B88607}" srcOrd="1" destOrd="0" presId="urn:microsoft.com/office/officeart/2005/8/layout/hProcess11"/>
    <dgm:cxn modelId="{047011A4-2F7F-4DB8-85CA-00EE89575108}" type="presParOf" srcId="{EE1254FF-37AC-433A-8A32-674A50B88607}" destId="{9F6804C5-C037-4714-95B1-D33B79014C3D}" srcOrd="0" destOrd="0" presId="urn:microsoft.com/office/officeart/2005/8/layout/hProcess11"/>
    <dgm:cxn modelId="{BB54553B-7607-40E1-8AA4-9C4B0749DCF8}" type="presParOf" srcId="{9F6804C5-C037-4714-95B1-D33B79014C3D}" destId="{19DB1D97-0B4A-4D63-8EF9-C5FE9AD5DF9B}" srcOrd="0" destOrd="0" presId="urn:microsoft.com/office/officeart/2005/8/layout/hProcess11"/>
    <dgm:cxn modelId="{A1CE215A-EC6F-4DDD-9B62-174421C0016D}" type="presParOf" srcId="{9F6804C5-C037-4714-95B1-D33B79014C3D}" destId="{BE1EA6A9-7149-48C5-A961-5800BCCA0E9E}" srcOrd="1" destOrd="0" presId="urn:microsoft.com/office/officeart/2005/8/layout/hProcess11"/>
    <dgm:cxn modelId="{68841E06-D0BD-4C67-903A-4D3497D4AC17}" type="presParOf" srcId="{9F6804C5-C037-4714-95B1-D33B79014C3D}" destId="{D72C7B0F-C2BC-40B8-8DCA-96573B6F3299}" srcOrd="2" destOrd="0" presId="urn:microsoft.com/office/officeart/2005/8/layout/hProcess11"/>
    <dgm:cxn modelId="{A6C647F0-25E8-4EA5-9AE6-6CD685139728}" type="presParOf" srcId="{EE1254FF-37AC-433A-8A32-674A50B88607}" destId="{4D3C9A20-EA01-461B-A59E-2DA52C976B29}" srcOrd="1" destOrd="0" presId="urn:microsoft.com/office/officeart/2005/8/layout/hProcess11"/>
    <dgm:cxn modelId="{97C3D72A-5785-41BE-9ABB-06B84FE6A22F}" type="presParOf" srcId="{EE1254FF-37AC-433A-8A32-674A50B88607}" destId="{4BC5CF2E-D264-4B84-A6A0-A96CF911131A}" srcOrd="2" destOrd="0" presId="urn:microsoft.com/office/officeart/2005/8/layout/hProcess11"/>
    <dgm:cxn modelId="{93423796-9090-44B2-9445-152EA8A14381}" type="presParOf" srcId="{4BC5CF2E-D264-4B84-A6A0-A96CF911131A}" destId="{92E11D2E-2B97-48F8-8D3A-B31F2CF674D5}" srcOrd="0" destOrd="0" presId="urn:microsoft.com/office/officeart/2005/8/layout/hProcess11"/>
    <dgm:cxn modelId="{CAC896A0-06D2-4C8D-9D19-0F2573069086}" type="presParOf" srcId="{4BC5CF2E-D264-4B84-A6A0-A96CF911131A}" destId="{1008DD51-0D6E-46DD-AA94-FEEAC4D46323}" srcOrd="1" destOrd="0" presId="urn:microsoft.com/office/officeart/2005/8/layout/hProcess11"/>
    <dgm:cxn modelId="{BDE02AF8-7CFF-4505-B558-DD737E84F1F5}" type="presParOf" srcId="{4BC5CF2E-D264-4B84-A6A0-A96CF911131A}" destId="{13F4E09A-6FB0-410A-BCA1-2B1D2C1E800A}" srcOrd="2" destOrd="0" presId="urn:microsoft.com/office/officeart/2005/8/layout/hProcess11"/>
    <dgm:cxn modelId="{2F93391F-FF1A-4CB4-89F2-3C06868F576A}" type="presParOf" srcId="{EE1254FF-37AC-433A-8A32-674A50B88607}" destId="{780026B1-4980-4A92-93B3-931585CEABB2}" srcOrd="3" destOrd="0" presId="urn:microsoft.com/office/officeart/2005/8/layout/hProcess11"/>
    <dgm:cxn modelId="{1CFEF446-E146-436D-91F7-F3D6D9E4FE2C}" type="presParOf" srcId="{EE1254FF-37AC-433A-8A32-674A50B88607}" destId="{02A62DD9-8F82-48F7-90A7-EBEB604262D0}" srcOrd="4" destOrd="0" presId="urn:microsoft.com/office/officeart/2005/8/layout/hProcess11"/>
    <dgm:cxn modelId="{0DF6A03E-E9C8-4070-BCC1-07A73EF26F88}" type="presParOf" srcId="{02A62DD9-8F82-48F7-90A7-EBEB604262D0}" destId="{14D7D692-3D08-44A5-8E67-023300EAB877}" srcOrd="0" destOrd="0" presId="urn:microsoft.com/office/officeart/2005/8/layout/hProcess11"/>
    <dgm:cxn modelId="{3AFB35DB-3C89-4D2C-819F-8B98885A6487}" type="presParOf" srcId="{02A62DD9-8F82-48F7-90A7-EBEB604262D0}" destId="{C688A732-5443-4903-B034-89F257A0302A}" srcOrd="1" destOrd="0" presId="urn:microsoft.com/office/officeart/2005/8/layout/hProcess11"/>
    <dgm:cxn modelId="{92B3760F-8041-4A84-AA1B-E81B078284B4}" type="presParOf" srcId="{02A62DD9-8F82-48F7-90A7-EBEB604262D0}" destId="{526306C0-14EF-478C-8F29-27BE14629D7C}" srcOrd="2" destOrd="0" presId="urn:microsoft.com/office/officeart/2005/8/layout/hProcess11"/>
    <dgm:cxn modelId="{F4A49C36-96F4-4C11-934D-4723A5FD4F42}" type="presParOf" srcId="{EE1254FF-37AC-433A-8A32-674A50B88607}" destId="{C78C3FE4-E643-4961-9233-6FD30258A9A0}" srcOrd="5" destOrd="0" presId="urn:microsoft.com/office/officeart/2005/8/layout/hProcess11"/>
    <dgm:cxn modelId="{3C5F266A-CAD9-4D2A-80DB-FE2C8C029A5D}" type="presParOf" srcId="{EE1254FF-37AC-433A-8A32-674A50B88607}" destId="{774EC2D9-E631-4D4F-83A1-236A81C291B1}" srcOrd="6" destOrd="0" presId="urn:microsoft.com/office/officeart/2005/8/layout/hProcess11"/>
    <dgm:cxn modelId="{19996C17-2458-4CE4-96F3-352352F0F4AC}" type="presParOf" srcId="{774EC2D9-E631-4D4F-83A1-236A81C291B1}" destId="{740860CD-883B-4390-814D-C222D8F500A6}" srcOrd="0" destOrd="0" presId="urn:microsoft.com/office/officeart/2005/8/layout/hProcess11"/>
    <dgm:cxn modelId="{294ABBCE-CEE9-4B8F-B2A9-28A2128C826C}" type="presParOf" srcId="{774EC2D9-E631-4D4F-83A1-236A81C291B1}" destId="{D2ABB093-0785-45D7-9375-802A70AFC41F}" srcOrd="1" destOrd="0" presId="urn:microsoft.com/office/officeart/2005/8/layout/hProcess11"/>
    <dgm:cxn modelId="{60A3466C-798D-42A6-B6BA-EEBB72AB67E0}" type="presParOf" srcId="{774EC2D9-E631-4D4F-83A1-236A81C291B1}" destId="{A4D1DA89-0B0C-4BC9-8E47-282E9159D6B1}" srcOrd="2" destOrd="0" presId="urn:microsoft.com/office/officeart/2005/8/layout/hProcess11"/>
    <dgm:cxn modelId="{F50E2856-8568-4657-B7C5-AF0A1D778127}" type="presParOf" srcId="{EE1254FF-37AC-433A-8A32-674A50B88607}" destId="{7476C670-8B26-4C7D-9C6E-95F27FE099C5}" srcOrd="7" destOrd="0" presId="urn:microsoft.com/office/officeart/2005/8/layout/hProcess11"/>
    <dgm:cxn modelId="{7697FC84-332B-4A0C-AB15-ED7B60534ECA}" type="presParOf" srcId="{EE1254FF-37AC-433A-8A32-674A50B88607}" destId="{2527288E-E6BC-4A0B-A6D5-9A4058C7B64B}" srcOrd="8" destOrd="0" presId="urn:microsoft.com/office/officeart/2005/8/layout/hProcess11"/>
    <dgm:cxn modelId="{361F9FD6-1CAC-4F7F-B778-605A93C049A7}" type="presParOf" srcId="{2527288E-E6BC-4A0B-A6D5-9A4058C7B64B}" destId="{0FE705F9-448B-4193-9FAD-B6CA8124E588}" srcOrd="0" destOrd="0" presId="urn:microsoft.com/office/officeart/2005/8/layout/hProcess11"/>
    <dgm:cxn modelId="{2CC7BDD0-9374-464E-9BDB-849EBE4F368C}" type="presParOf" srcId="{2527288E-E6BC-4A0B-A6D5-9A4058C7B64B}" destId="{C8625BA8-255E-4821-8B59-03F6D3E58E8D}" srcOrd="1" destOrd="0" presId="urn:microsoft.com/office/officeart/2005/8/layout/hProcess11"/>
    <dgm:cxn modelId="{6523817B-AE3F-48A6-A31B-9A18AA7AF934}" type="presParOf" srcId="{2527288E-E6BC-4A0B-A6D5-9A4058C7B64B}" destId="{B5F063B7-0C74-4EB2-9C5F-2547B1C6468B}"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CEA961E-B862-478E-9A3D-C16A9D13564B}" type="doc">
      <dgm:prSet loTypeId="urn:microsoft.com/office/officeart/2005/8/layout/hProcess11" loCatId="process" qsTypeId="urn:microsoft.com/office/officeart/2005/8/quickstyle/simple2" qsCatId="simple" csTypeId="urn:microsoft.com/office/officeart/2005/8/colors/accent3_2" csCatId="accent3" phldr="1"/>
      <dgm:spPr/>
      <dgm:t>
        <a:bodyPr/>
        <a:lstStyle/>
        <a:p>
          <a:endParaRPr lang="es-CL"/>
        </a:p>
      </dgm:t>
    </dgm:pt>
    <dgm:pt modelId="{4C3B489B-B3CF-46AA-8A49-6EBD948AFC64}">
      <dgm:prSet phldrT="[Texto]" phldr="0" custT="1"/>
      <dgm:spPr/>
      <dgm:t>
        <a:bodyPr/>
        <a:lstStyle/>
        <a:p>
          <a:r>
            <a:rPr lang="es-CL" sz="2000" b="1" dirty="0"/>
            <a:t>KO Meeting</a:t>
          </a:r>
        </a:p>
      </dgm:t>
    </dgm:pt>
    <dgm:pt modelId="{17107D4C-17B6-475D-86DF-6DEABEBBAAC9}" type="parTrans" cxnId="{92D5CE86-5C71-4A42-B60A-94D3914846F8}">
      <dgm:prSet/>
      <dgm:spPr/>
      <dgm:t>
        <a:bodyPr/>
        <a:lstStyle/>
        <a:p>
          <a:endParaRPr lang="es-CL"/>
        </a:p>
      </dgm:t>
    </dgm:pt>
    <dgm:pt modelId="{295FAA29-4D07-4E30-8CB6-65D9CD8C7C63}" type="sibTrans" cxnId="{92D5CE86-5C71-4A42-B60A-94D3914846F8}">
      <dgm:prSet/>
      <dgm:spPr/>
      <dgm:t>
        <a:bodyPr/>
        <a:lstStyle/>
        <a:p>
          <a:endParaRPr lang="es-CL"/>
        </a:p>
      </dgm:t>
    </dgm:pt>
    <dgm:pt modelId="{EA2858DF-B004-4490-8C30-3C1F3596825D}">
      <dgm:prSet phldrT="[Texto]" phldr="0" custT="1"/>
      <dgm:spPr/>
      <dgm:t>
        <a:bodyPr/>
        <a:lstStyle/>
        <a:p>
          <a:r>
            <a:rPr lang="es-CL" sz="2000" b="1" dirty="0"/>
            <a:t>Documento SRR</a:t>
          </a:r>
        </a:p>
      </dgm:t>
    </dgm:pt>
    <dgm:pt modelId="{471BDAC9-FE5C-4E07-8EAB-DAA3DF7A5169}" type="parTrans" cxnId="{6321C001-A932-43A0-ABDC-5C2E1909CF3B}">
      <dgm:prSet/>
      <dgm:spPr/>
      <dgm:t>
        <a:bodyPr/>
        <a:lstStyle/>
        <a:p>
          <a:endParaRPr lang="es-CL"/>
        </a:p>
      </dgm:t>
    </dgm:pt>
    <dgm:pt modelId="{43A86450-2590-4BF9-A72B-66F4BF26D3A9}" type="sibTrans" cxnId="{6321C001-A932-43A0-ABDC-5C2E1909CF3B}">
      <dgm:prSet/>
      <dgm:spPr/>
      <dgm:t>
        <a:bodyPr/>
        <a:lstStyle/>
        <a:p>
          <a:endParaRPr lang="es-CL"/>
        </a:p>
      </dgm:t>
    </dgm:pt>
    <dgm:pt modelId="{73BC4AB8-0493-4FE4-B64F-205E781C7E2A}">
      <dgm:prSet phldrT="[Texto]" phldr="0" custT="1"/>
      <dgm:spPr/>
      <dgm:t>
        <a:bodyPr/>
        <a:lstStyle/>
        <a:p>
          <a:r>
            <a:rPr lang="es-CL" sz="2000" b="1" dirty="0"/>
            <a:t>Diseño </a:t>
          </a:r>
          <a:r>
            <a:rPr lang="es-CL" sz="2000" b="1" dirty="0" err="1"/>
            <a:t>Payload</a:t>
          </a:r>
          <a:endParaRPr lang="es-CL" sz="2000" b="1" dirty="0"/>
        </a:p>
      </dgm:t>
    </dgm:pt>
    <dgm:pt modelId="{68EE313E-6016-42F5-A1CC-A0D872E18402}" type="parTrans" cxnId="{7B5E6E96-E232-4EA6-9E2D-F18DC6A99A39}">
      <dgm:prSet/>
      <dgm:spPr/>
      <dgm:t>
        <a:bodyPr/>
        <a:lstStyle/>
        <a:p>
          <a:endParaRPr lang="es-CL"/>
        </a:p>
      </dgm:t>
    </dgm:pt>
    <dgm:pt modelId="{D2A3FFEF-84FD-4B5B-8A2E-B66967A811E0}" type="sibTrans" cxnId="{7B5E6E96-E232-4EA6-9E2D-F18DC6A99A39}">
      <dgm:prSet/>
      <dgm:spPr/>
      <dgm:t>
        <a:bodyPr/>
        <a:lstStyle/>
        <a:p>
          <a:endParaRPr lang="es-CL"/>
        </a:p>
      </dgm:t>
    </dgm:pt>
    <dgm:pt modelId="{633C44D0-D0B4-47AE-BB6B-A19892A549E0}">
      <dgm:prSet phldrT="[Texto]" phldr="0" custT="1"/>
      <dgm:spPr/>
      <dgm:t>
        <a:bodyPr/>
        <a:lstStyle/>
        <a:p>
          <a:r>
            <a:rPr lang="es-CL" sz="2000"/>
            <a:t>16/01/2026</a:t>
          </a:r>
          <a:endParaRPr lang="es-CL" sz="2000" dirty="0"/>
        </a:p>
      </dgm:t>
    </dgm:pt>
    <dgm:pt modelId="{BDAC5DE0-A484-412E-9526-D4C10A82A358}" type="parTrans" cxnId="{8BFEC4AC-6E1F-4EE2-A5AE-F62A80A4348B}">
      <dgm:prSet/>
      <dgm:spPr/>
      <dgm:t>
        <a:bodyPr/>
        <a:lstStyle/>
        <a:p>
          <a:endParaRPr lang="es-CL"/>
        </a:p>
      </dgm:t>
    </dgm:pt>
    <dgm:pt modelId="{5359B7A1-E69E-4422-ACD6-05BB7DF641FD}" type="sibTrans" cxnId="{8BFEC4AC-6E1F-4EE2-A5AE-F62A80A4348B}">
      <dgm:prSet/>
      <dgm:spPr/>
      <dgm:t>
        <a:bodyPr/>
        <a:lstStyle/>
        <a:p>
          <a:endParaRPr lang="es-CL"/>
        </a:p>
      </dgm:t>
    </dgm:pt>
    <dgm:pt modelId="{09D05FAE-92C0-451A-848B-44F7DB814D36}">
      <dgm:prSet phldrT="[Texto]" phldr="0" custT="1"/>
      <dgm:spPr/>
      <dgm:t>
        <a:bodyPr/>
        <a:lstStyle/>
        <a:p>
          <a:r>
            <a:rPr lang="es-CL" sz="2000" dirty="0"/>
            <a:t>23/01/2026</a:t>
          </a:r>
        </a:p>
      </dgm:t>
    </dgm:pt>
    <dgm:pt modelId="{91A97A4D-C59D-4529-B1D4-21ECE0231AC1}" type="parTrans" cxnId="{7304A2D9-7BAA-4845-9C6F-BC260B364776}">
      <dgm:prSet/>
      <dgm:spPr/>
      <dgm:t>
        <a:bodyPr/>
        <a:lstStyle/>
        <a:p>
          <a:endParaRPr lang="es-CL"/>
        </a:p>
      </dgm:t>
    </dgm:pt>
    <dgm:pt modelId="{BAAC6D37-F908-4ADF-96E2-5FFBFE0A1445}" type="sibTrans" cxnId="{7304A2D9-7BAA-4845-9C6F-BC260B364776}">
      <dgm:prSet/>
      <dgm:spPr/>
      <dgm:t>
        <a:bodyPr/>
        <a:lstStyle/>
        <a:p>
          <a:endParaRPr lang="es-CL"/>
        </a:p>
      </dgm:t>
    </dgm:pt>
    <dgm:pt modelId="{DC1BB20F-09CD-4FC9-8CCB-E230081C7201}">
      <dgm:prSet phldrT="[Texto]" phldr="0" custT="1"/>
      <dgm:spPr/>
      <dgm:t>
        <a:bodyPr/>
        <a:lstStyle/>
        <a:p>
          <a:r>
            <a:rPr lang="es-CL" sz="2000" b="1" dirty="0"/>
            <a:t>Reunión SRR</a:t>
          </a:r>
        </a:p>
      </dgm:t>
    </dgm:pt>
    <dgm:pt modelId="{62E5C8ED-9019-475D-A141-735602A7EFAF}" type="parTrans" cxnId="{8D456BE3-7901-4303-AD4C-9A2184498441}">
      <dgm:prSet/>
      <dgm:spPr/>
      <dgm:t>
        <a:bodyPr/>
        <a:lstStyle/>
        <a:p>
          <a:endParaRPr lang="es-CL"/>
        </a:p>
      </dgm:t>
    </dgm:pt>
    <dgm:pt modelId="{12A3E0A4-5A40-45A1-AB96-17569C2560A4}" type="sibTrans" cxnId="{8D456BE3-7901-4303-AD4C-9A2184498441}">
      <dgm:prSet/>
      <dgm:spPr/>
      <dgm:t>
        <a:bodyPr/>
        <a:lstStyle/>
        <a:p>
          <a:endParaRPr lang="es-CL"/>
        </a:p>
      </dgm:t>
    </dgm:pt>
    <dgm:pt modelId="{B1C7626F-FD2B-4E7D-9BE9-C5D1CB62D572}">
      <dgm:prSet phldrT="[Texto]" phldr="0" custT="1"/>
      <dgm:spPr/>
      <dgm:t>
        <a:bodyPr/>
        <a:lstStyle/>
        <a:p>
          <a:r>
            <a:rPr lang="es-CL" sz="2000" dirty="0"/>
            <a:t>30/01/2026</a:t>
          </a:r>
        </a:p>
      </dgm:t>
    </dgm:pt>
    <dgm:pt modelId="{ECCEB343-215E-4C43-8F4C-DEC8D7995218}" type="parTrans" cxnId="{1C9F2E5C-40A7-4208-8387-D55DF29344BC}">
      <dgm:prSet/>
      <dgm:spPr/>
      <dgm:t>
        <a:bodyPr/>
        <a:lstStyle/>
        <a:p>
          <a:endParaRPr lang="es-CL"/>
        </a:p>
      </dgm:t>
    </dgm:pt>
    <dgm:pt modelId="{126CE008-A46A-48EC-8BEE-AC9A1F1A4846}" type="sibTrans" cxnId="{1C9F2E5C-40A7-4208-8387-D55DF29344BC}">
      <dgm:prSet/>
      <dgm:spPr/>
      <dgm:t>
        <a:bodyPr/>
        <a:lstStyle/>
        <a:p>
          <a:endParaRPr lang="es-CL"/>
        </a:p>
      </dgm:t>
    </dgm:pt>
    <dgm:pt modelId="{79C3A1DB-EC2B-4D0D-B76F-F0F7353BEDB0}">
      <dgm:prSet phldrT="[Texto]" phldr="0" custT="1"/>
      <dgm:spPr/>
      <dgm:t>
        <a:bodyPr/>
        <a:lstStyle/>
        <a:p>
          <a:r>
            <a:rPr lang="es-CL" sz="2000" dirty="0"/>
            <a:t>2/02/2026-13/02/2026</a:t>
          </a:r>
        </a:p>
      </dgm:t>
    </dgm:pt>
    <dgm:pt modelId="{F5AAE3E7-B9F5-450A-B5D7-3F9BC6861DE2}" type="parTrans" cxnId="{EA8E7004-D3CA-4E35-B632-FEA3B6C1A3EC}">
      <dgm:prSet/>
      <dgm:spPr/>
      <dgm:t>
        <a:bodyPr/>
        <a:lstStyle/>
        <a:p>
          <a:endParaRPr lang="es-CL"/>
        </a:p>
      </dgm:t>
    </dgm:pt>
    <dgm:pt modelId="{A57CA53C-AF54-4581-872E-F34DFBD905C8}" type="sibTrans" cxnId="{EA8E7004-D3CA-4E35-B632-FEA3B6C1A3EC}">
      <dgm:prSet/>
      <dgm:spPr/>
      <dgm:t>
        <a:bodyPr/>
        <a:lstStyle/>
        <a:p>
          <a:endParaRPr lang="es-CL"/>
        </a:p>
      </dgm:t>
    </dgm:pt>
    <dgm:pt modelId="{7F26AF05-C60C-4AB3-8AEE-B332A609EBCF}">
      <dgm:prSet phldrT="[Texto]" phldr="0" custT="1"/>
      <dgm:spPr/>
      <dgm:t>
        <a:bodyPr/>
        <a:lstStyle/>
        <a:p>
          <a:r>
            <a:rPr lang="es-CL" sz="2000" b="1" dirty="0"/>
            <a:t>Documento PDR</a:t>
          </a:r>
        </a:p>
      </dgm:t>
    </dgm:pt>
    <dgm:pt modelId="{DE998FCD-57E8-4BD8-B070-E72D084847AE}" type="parTrans" cxnId="{8D5B9479-B764-4C99-83D7-3C0237ED754D}">
      <dgm:prSet/>
      <dgm:spPr/>
      <dgm:t>
        <a:bodyPr/>
        <a:lstStyle/>
        <a:p>
          <a:endParaRPr lang="es-CL"/>
        </a:p>
      </dgm:t>
    </dgm:pt>
    <dgm:pt modelId="{D5C203E6-59E5-469A-943A-B5F4456B063D}" type="sibTrans" cxnId="{8D5B9479-B764-4C99-83D7-3C0237ED754D}">
      <dgm:prSet/>
      <dgm:spPr/>
      <dgm:t>
        <a:bodyPr/>
        <a:lstStyle/>
        <a:p>
          <a:endParaRPr lang="es-CL"/>
        </a:p>
      </dgm:t>
    </dgm:pt>
    <dgm:pt modelId="{7686B5F2-08D5-48F5-8137-43FB1E67FEDB}">
      <dgm:prSet phldrT="[Texto]" phldr="0" custT="1"/>
      <dgm:spPr/>
      <dgm:t>
        <a:bodyPr/>
        <a:lstStyle/>
        <a:p>
          <a:r>
            <a:rPr lang="es-CL" sz="2000" dirty="0"/>
            <a:t>20/02/206</a:t>
          </a:r>
        </a:p>
      </dgm:t>
    </dgm:pt>
    <dgm:pt modelId="{4D54AAE5-2313-4CA9-BD34-4D6F42A9365F}" type="parTrans" cxnId="{832E8562-3307-4507-B339-3251099ADA8B}">
      <dgm:prSet/>
      <dgm:spPr/>
      <dgm:t>
        <a:bodyPr/>
        <a:lstStyle/>
        <a:p>
          <a:endParaRPr lang="es-CL"/>
        </a:p>
      </dgm:t>
    </dgm:pt>
    <dgm:pt modelId="{C04736B7-8197-4473-8BB3-7B09BD177984}" type="sibTrans" cxnId="{832E8562-3307-4507-B339-3251099ADA8B}">
      <dgm:prSet/>
      <dgm:spPr/>
      <dgm:t>
        <a:bodyPr/>
        <a:lstStyle/>
        <a:p>
          <a:endParaRPr lang="es-CL"/>
        </a:p>
      </dgm:t>
    </dgm:pt>
    <dgm:pt modelId="{FEE60380-4D8E-4037-8128-55451A8E6197}">
      <dgm:prSet phldrT="[Texto]" phldr="0" custT="1"/>
      <dgm:spPr/>
      <dgm:t>
        <a:bodyPr/>
        <a:lstStyle/>
        <a:p>
          <a:r>
            <a:rPr lang="es-CL" sz="2000" b="1" dirty="0"/>
            <a:t>Reunión PDR</a:t>
          </a:r>
        </a:p>
      </dgm:t>
    </dgm:pt>
    <dgm:pt modelId="{5E03894B-8C9E-4FD4-A45B-68213D8C2699}" type="parTrans" cxnId="{3E7FF0E7-F5A5-4234-9DC6-76A64128884B}">
      <dgm:prSet/>
      <dgm:spPr/>
      <dgm:t>
        <a:bodyPr/>
        <a:lstStyle/>
        <a:p>
          <a:endParaRPr lang="es-CL"/>
        </a:p>
      </dgm:t>
    </dgm:pt>
    <dgm:pt modelId="{133C47E7-DDE8-453D-8AEE-DBFCA3E19D47}" type="sibTrans" cxnId="{3E7FF0E7-F5A5-4234-9DC6-76A64128884B}">
      <dgm:prSet/>
      <dgm:spPr/>
      <dgm:t>
        <a:bodyPr/>
        <a:lstStyle/>
        <a:p>
          <a:endParaRPr lang="es-CL"/>
        </a:p>
      </dgm:t>
    </dgm:pt>
    <dgm:pt modelId="{E0136599-25CD-44A3-AD3C-6DE041E29E21}">
      <dgm:prSet phldrT="[Texto]" phldr="0" custT="1"/>
      <dgm:spPr/>
      <dgm:t>
        <a:bodyPr/>
        <a:lstStyle/>
        <a:p>
          <a:r>
            <a:rPr lang="es-CL" sz="2000" dirty="0"/>
            <a:t>27/02/2026</a:t>
          </a:r>
        </a:p>
      </dgm:t>
    </dgm:pt>
    <dgm:pt modelId="{87998C8A-89EF-4225-BF2F-4B9288A68058}" type="parTrans" cxnId="{49BA6D87-7B91-443B-8326-02A23677B009}">
      <dgm:prSet/>
      <dgm:spPr/>
      <dgm:t>
        <a:bodyPr/>
        <a:lstStyle/>
        <a:p>
          <a:endParaRPr lang="es-CL"/>
        </a:p>
      </dgm:t>
    </dgm:pt>
    <dgm:pt modelId="{C4FB2335-D2CF-4470-B9E5-F10C7CD3CD17}" type="sibTrans" cxnId="{49BA6D87-7B91-443B-8326-02A23677B009}">
      <dgm:prSet/>
      <dgm:spPr/>
      <dgm:t>
        <a:bodyPr/>
        <a:lstStyle/>
        <a:p>
          <a:endParaRPr lang="es-CL"/>
        </a:p>
      </dgm:t>
    </dgm:pt>
    <dgm:pt modelId="{56FC0B8D-ADB8-4B8A-8ED4-B67F4F2E7EFC}" type="pres">
      <dgm:prSet presAssocID="{ECEA961E-B862-478E-9A3D-C16A9D13564B}" presName="Name0" presStyleCnt="0">
        <dgm:presLayoutVars>
          <dgm:dir/>
          <dgm:resizeHandles val="exact"/>
        </dgm:presLayoutVars>
      </dgm:prSet>
      <dgm:spPr/>
    </dgm:pt>
    <dgm:pt modelId="{A40BE624-9C8C-4BAA-A0A0-C88DFBEA038B}" type="pres">
      <dgm:prSet presAssocID="{ECEA961E-B862-478E-9A3D-C16A9D13564B}" presName="arrow" presStyleLbl="bgShp" presStyleIdx="0" presStyleCnt="1"/>
      <dgm:spPr/>
    </dgm:pt>
    <dgm:pt modelId="{18FF14CE-0CDF-48B9-AFE1-39630FDFD1C9}" type="pres">
      <dgm:prSet presAssocID="{ECEA961E-B862-478E-9A3D-C16A9D13564B}" presName="points" presStyleCnt="0"/>
      <dgm:spPr/>
    </dgm:pt>
    <dgm:pt modelId="{42BC1BDC-E562-45E8-97A2-A7F1AEED26F0}" type="pres">
      <dgm:prSet presAssocID="{4C3B489B-B3CF-46AA-8A49-6EBD948AFC64}" presName="compositeA" presStyleCnt="0"/>
      <dgm:spPr/>
    </dgm:pt>
    <dgm:pt modelId="{3481C0C9-3128-406F-B5D2-874FC2547930}" type="pres">
      <dgm:prSet presAssocID="{4C3B489B-B3CF-46AA-8A49-6EBD948AFC64}" presName="textA" presStyleLbl="revTx" presStyleIdx="0" presStyleCnt="6">
        <dgm:presLayoutVars>
          <dgm:bulletEnabled val="1"/>
        </dgm:presLayoutVars>
      </dgm:prSet>
      <dgm:spPr/>
    </dgm:pt>
    <dgm:pt modelId="{FD399676-0E89-4EC6-A943-E55376C3959B}" type="pres">
      <dgm:prSet presAssocID="{4C3B489B-B3CF-46AA-8A49-6EBD948AFC64}" presName="circleA" presStyleLbl="node1" presStyleIdx="0" presStyleCnt="6"/>
      <dgm:spPr>
        <a:solidFill>
          <a:schemeClr val="accent5"/>
        </a:solidFill>
      </dgm:spPr>
    </dgm:pt>
    <dgm:pt modelId="{0E4DC808-9CF6-4D67-B50B-23E73F733C26}" type="pres">
      <dgm:prSet presAssocID="{4C3B489B-B3CF-46AA-8A49-6EBD948AFC64}" presName="spaceA" presStyleCnt="0"/>
      <dgm:spPr/>
    </dgm:pt>
    <dgm:pt modelId="{DA25FEE1-1966-484E-BCFC-8417BEE4BC07}" type="pres">
      <dgm:prSet presAssocID="{295FAA29-4D07-4E30-8CB6-65D9CD8C7C63}" presName="space" presStyleCnt="0"/>
      <dgm:spPr/>
    </dgm:pt>
    <dgm:pt modelId="{344087D9-8A3A-4EF0-8762-4B85DEAAAE48}" type="pres">
      <dgm:prSet presAssocID="{EA2858DF-B004-4490-8C30-3C1F3596825D}" presName="compositeB" presStyleCnt="0"/>
      <dgm:spPr/>
    </dgm:pt>
    <dgm:pt modelId="{752790BA-D1C1-4993-8B48-66C0BBDE4955}" type="pres">
      <dgm:prSet presAssocID="{EA2858DF-B004-4490-8C30-3C1F3596825D}" presName="textB" presStyleLbl="revTx" presStyleIdx="1" presStyleCnt="6" custScaleX="116211">
        <dgm:presLayoutVars>
          <dgm:bulletEnabled val="1"/>
        </dgm:presLayoutVars>
      </dgm:prSet>
      <dgm:spPr/>
    </dgm:pt>
    <dgm:pt modelId="{15BF1E69-56BD-4C7A-841D-4D0AB787FD5C}" type="pres">
      <dgm:prSet presAssocID="{EA2858DF-B004-4490-8C30-3C1F3596825D}" presName="circleB" presStyleLbl="node1" presStyleIdx="1" presStyleCnt="6"/>
      <dgm:spPr>
        <a:solidFill>
          <a:schemeClr val="accent5"/>
        </a:solidFill>
      </dgm:spPr>
    </dgm:pt>
    <dgm:pt modelId="{9A057E79-DC31-425E-8521-922EDF9D44C0}" type="pres">
      <dgm:prSet presAssocID="{EA2858DF-B004-4490-8C30-3C1F3596825D}" presName="spaceB" presStyleCnt="0"/>
      <dgm:spPr/>
    </dgm:pt>
    <dgm:pt modelId="{1F8DBAE7-2C8C-4E23-A4E2-06BC053593AC}" type="pres">
      <dgm:prSet presAssocID="{43A86450-2590-4BF9-A72B-66F4BF26D3A9}" presName="space" presStyleCnt="0"/>
      <dgm:spPr/>
    </dgm:pt>
    <dgm:pt modelId="{812DEA2B-A6C4-413A-A2E5-77C553B0A17F}" type="pres">
      <dgm:prSet presAssocID="{DC1BB20F-09CD-4FC9-8CCB-E230081C7201}" presName="compositeA" presStyleCnt="0"/>
      <dgm:spPr/>
    </dgm:pt>
    <dgm:pt modelId="{5C5C2202-37AE-4984-A3EF-39A3FD6654C8}" type="pres">
      <dgm:prSet presAssocID="{DC1BB20F-09CD-4FC9-8CCB-E230081C7201}" presName="textA" presStyleLbl="revTx" presStyleIdx="2" presStyleCnt="6">
        <dgm:presLayoutVars>
          <dgm:bulletEnabled val="1"/>
        </dgm:presLayoutVars>
      </dgm:prSet>
      <dgm:spPr/>
    </dgm:pt>
    <dgm:pt modelId="{31E558C9-2C39-4981-B8D5-DB1406E84718}" type="pres">
      <dgm:prSet presAssocID="{DC1BB20F-09CD-4FC9-8CCB-E230081C7201}" presName="circleA" presStyleLbl="node1" presStyleIdx="2" presStyleCnt="6"/>
      <dgm:spPr>
        <a:solidFill>
          <a:schemeClr val="accent5"/>
        </a:solidFill>
      </dgm:spPr>
    </dgm:pt>
    <dgm:pt modelId="{82084087-B471-42A4-9F70-9CEA31D9A4C9}" type="pres">
      <dgm:prSet presAssocID="{DC1BB20F-09CD-4FC9-8CCB-E230081C7201}" presName="spaceA" presStyleCnt="0"/>
      <dgm:spPr/>
    </dgm:pt>
    <dgm:pt modelId="{F45C7024-1B65-4AE6-8834-44D34824A564}" type="pres">
      <dgm:prSet presAssocID="{12A3E0A4-5A40-45A1-AB96-17569C2560A4}" presName="space" presStyleCnt="0"/>
      <dgm:spPr/>
    </dgm:pt>
    <dgm:pt modelId="{A4EC26BD-8F70-4573-A688-D8015CC33E6F}" type="pres">
      <dgm:prSet presAssocID="{73BC4AB8-0493-4FE4-B64F-205E781C7E2A}" presName="compositeB" presStyleCnt="0"/>
      <dgm:spPr/>
    </dgm:pt>
    <dgm:pt modelId="{AD3EA5C2-0E63-461C-AA63-C615F1C03C79}" type="pres">
      <dgm:prSet presAssocID="{73BC4AB8-0493-4FE4-B64F-205E781C7E2A}" presName="textB" presStyleLbl="revTx" presStyleIdx="3" presStyleCnt="6">
        <dgm:presLayoutVars>
          <dgm:bulletEnabled val="1"/>
        </dgm:presLayoutVars>
      </dgm:prSet>
      <dgm:spPr/>
    </dgm:pt>
    <dgm:pt modelId="{644F94A9-F1AA-451F-9DBB-29DF2E744D2C}" type="pres">
      <dgm:prSet presAssocID="{73BC4AB8-0493-4FE4-B64F-205E781C7E2A}" presName="circleB" presStyleLbl="node1" presStyleIdx="3" presStyleCnt="6"/>
      <dgm:spPr/>
    </dgm:pt>
    <dgm:pt modelId="{9332376A-35C2-4F79-B11F-6E7E9D0C8C15}" type="pres">
      <dgm:prSet presAssocID="{73BC4AB8-0493-4FE4-B64F-205E781C7E2A}" presName="spaceB" presStyleCnt="0"/>
      <dgm:spPr/>
    </dgm:pt>
    <dgm:pt modelId="{771BDF2F-AD49-4F38-8AB9-F2D4029DA1FA}" type="pres">
      <dgm:prSet presAssocID="{D2A3FFEF-84FD-4B5B-8A2E-B66967A811E0}" presName="space" presStyleCnt="0"/>
      <dgm:spPr/>
    </dgm:pt>
    <dgm:pt modelId="{6973361F-3BE0-41F7-99BD-6FF54DA300F4}" type="pres">
      <dgm:prSet presAssocID="{7F26AF05-C60C-4AB3-8AEE-B332A609EBCF}" presName="compositeA" presStyleCnt="0"/>
      <dgm:spPr/>
    </dgm:pt>
    <dgm:pt modelId="{F77BBECF-775A-4284-B30C-3D1FFF37F8DF}" type="pres">
      <dgm:prSet presAssocID="{7F26AF05-C60C-4AB3-8AEE-B332A609EBCF}" presName="textA" presStyleLbl="revTx" presStyleIdx="4" presStyleCnt="6" custScaleX="107811">
        <dgm:presLayoutVars>
          <dgm:bulletEnabled val="1"/>
        </dgm:presLayoutVars>
      </dgm:prSet>
      <dgm:spPr/>
    </dgm:pt>
    <dgm:pt modelId="{236449A5-48E8-4E38-8124-14881413529C}" type="pres">
      <dgm:prSet presAssocID="{7F26AF05-C60C-4AB3-8AEE-B332A609EBCF}" presName="circleA" presStyleLbl="node1" presStyleIdx="4" presStyleCnt="6"/>
      <dgm:spPr/>
    </dgm:pt>
    <dgm:pt modelId="{3399D8B0-82FF-4C4E-B6DC-EAD2AD47A9AA}" type="pres">
      <dgm:prSet presAssocID="{7F26AF05-C60C-4AB3-8AEE-B332A609EBCF}" presName="spaceA" presStyleCnt="0"/>
      <dgm:spPr/>
    </dgm:pt>
    <dgm:pt modelId="{A564E3A3-D3A3-4BA7-A623-10EF612D141D}" type="pres">
      <dgm:prSet presAssocID="{D5C203E6-59E5-469A-943A-B5F4456B063D}" presName="space" presStyleCnt="0"/>
      <dgm:spPr/>
    </dgm:pt>
    <dgm:pt modelId="{8A95A336-1D08-4E14-88C3-66C1BF8AA8EA}" type="pres">
      <dgm:prSet presAssocID="{FEE60380-4D8E-4037-8128-55451A8E6197}" presName="compositeB" presStyleCnt="0"/>
      <dgm:spPr/>
    </dgm:pt>
    <dgm:pt modelId="{E3BE9FB3-30E0-4B4C-88D8-F878A5D671FF}" type="pres">
      <dgm:prSet presAssocID="{FEE60380-4D8E-4037-8128-55451A8E6197}" presName="textB" presStyleLbl="revTx" presStyleIdx="5" presStyleCnt="6">
        <dgm:presLayoutVars>
          <dgm:bulletEnabled val="1"/>
        </dgm:presLayoutVars>
      </dgm:prSet>
      <dgm:spPr/>
    </dgm:pt>
    <dgm:pt modelId="{92755963-C387-4CB6-ABD9-F8A1024DC220}" type="pres">
      <dgm:prSet presAssocID="{FEE60380-4D8E-4037-8128-55451A8E6197}" presName="circleB" presStyleLbl="node1" presStyleIdx="5" presStyleCnt="6"/>
      <dgm:spPr/>
    </dgm:pt>
    <dgm:pt modelId="{BA6DD9F4-3152-4641-BAE1-E36D86C1A6C5}" type="pres">
      <dgm:prSet presAssocID="{FEE60380-4D8E-4037-8128-55451A8E6197}" presName="spaceB" presStyleCnt="0"/>
      <dgm:spPr/>
    </dgm:pt>
  </dgm:ptLst>
  <dgm:cxnLst>
    <dgm:cxn modelId="{6321C001-A932-43A0-ABDC-5C2E1909CF3B}" srcId="{ECEA961E-B862-478E-9A3D-C16A9D13564B}" destId="{EA2858DF-B004-4490-8C30-3C1F3596825D}" srcOrd="1" destOrd="0" parTransId="{471BDAC9-FE5C-4E07-8EAB-DAA3DF7A5169}" sibTransId="{43A86450-2590-4BF9-A72B-66F4BF26D3A9}"/>
    <dgm:cxn modelId="{8F88B703-E022-4A37-9D90-DED48A6D23D2}" type="presOf" srcId="{FEE60380-4D8E-4037-8128-55451A8E6197}" destId="{E3BE9FB3-30E0-4B4C-88D8-F878A5D671FF}" srcOrd="0" destOrd="0" presId="urn:microsoft.com/office/officeart/2005/8/layout/hProcess11"/>
    <dgm:cxn modelId="{EA8E7004-D3CA-4E35-B632-FEA3B6C1A3EC}" srcId="{73BC4AB8-0493-4FE4-B64F-205E781C7E2A}" destId="{79C3A1DB-EC2B-4D0D-B76F-F0F7353BEDB0}" srcOrd="0" destOrd="0" parTransId="{F5AAE3E7-B9F5-450A-B5D7-3F9BC6861DE2}" sibTransId="{A57CA53C-AF54-4581-872E-F34DFBD905C8}"/>
    <dgm:cxn modelId="{71EB5004-1CEA-4EFC-82AE-30B0294C4D6F}" type="presOf" srcId="{7F26AF05-C60C-4AB3-8AEE-B332A609EBCF}" destId="{F77BBECF-775A-4284-B30C-3D1FFF37F8DF}" srcOrd="0" destOrd="0" presId="urn:microsoft.com/office/officeart/2005/8/layout/hProcess11"/>
    <dgm:cxn modelId="{451DF114-5FCA-4FA6-8DF6-169CCE1C09F1}" type="presOf" srcId="{B1C7626F-FD2B-4E7D-9BE9-C5D1CB62D572}" destId="{5C5C2202-37AE-4984-A3EF-39A3FD6654C8}" srcOrd="0" destOrd="1" presId="urn:microsoft.com/office/officeart/2005/8/layout/hProcess11"/>
    <dgm:cxn modelId="{05BD2021-40EC-453F-A3A3-0C314E09509B}" type="presOf" srcId="{7686B5F2-08D5-48F5-8137-43FB1E67FEDB}" destId="{F77BBECF-775A-4284-B30C-3D1FFF37F8DF}" srcOrd="0" destOrd="1" presId="urn:microsoft.com/office/officeart/2005/8/layout/hProcess11"/>
    <dgm:cxn modelId="{E805F523-EA74-49F7-A41E-3447697B5BA1}" type="presOf" srcId="{79C3A1DB-EC2B-4D0D-B76F-F0F7353BEDB0}" destId="{AD3EA5C2-0E63-461C-AA63-C615F1C03C79}" srcOrd="0" destOrd="1" presId="urn:microsoft.com/office/officeart/2005/8/layout/hProcess11"/>
    <dgm:cxn modelId="{9A7DAD2C-EC87-4896-A0C8-F9DA8B10EC27}" type="presOf" srcId="{EA2858DF-B004-4490-8C30-3C1F3596825D}" destId="{752790BA-D1C1-4993-8B48-66C0BBDE4955}" srcOrd="0" destOrd="0" presId="urn:microsoft.com/office/officeart/2005/8/layout/hProcess11"/>
    <dgm:cxn modelId="{D543385B-D503-4153-B984-EDD09564A3E1}" type="presOf" srcId="{DC1BB20F-09CD-4FC9-8CCB-E230081C7201}" destId="{5C5C2202-37AE-4984-A3EF-39A3FD6654C8}" srcOrd="0" destOrd="0" presId="urn:microsoft.com/office/officeart/2005/8/layout/hProcess11"/>
    <dgm:cxn modelId="{1C9F2E5C-40A7-4208-8387-D55DF29344BC}" srcId="{DC1BB20F-09CD-4FC9-8CCB-E230081C7201}" destId="{B1C7626F-FD2B-4E7D-9BE9-C5D1CB62D572}" srcOrd="0" destOrd="0" parTransId="{ECCEB343-215E-4C43-8F4C-DEC8D7995218}" sibTransId="{126CE008-A46A-48EC-8BEE-AC9A1F1A4846}"/>
    <dgm:cxn modelId="{832E8562-3307-4507-B339-3251099ADA8B}" srcId="{7F26AF05-C60C-4AB3-8AEE-B332A609EBCF}" destId="{7686B5F2-08D5-48F5-8137-43FB1E67FEDB}" srcOrd="0" destOrd="0" parTransId="{4D54AAE5-2313-4CA9-BD34-4D6F42A9365F}" sibTransId="{C04736B7-8197-4473-8BB3-7B09BD177984}"/>
    <dgm:cxn modelId="{78D5AE4E-FF72-4ABE-B7F5-13D3BC9543C2}" type="presOf" srcId="{ECEA961E-B862-478E-9A3D-C16A9D13564B}" destId="{56FC0B8D-ADB8-4B8A-8ED4-B67F4F2E7EFC}" srcOrd="0" destOrd="0" presId="urn:microsoft.com/office/officeart/2005/8/layout/hProcess11"/>
    <dgm:cxn modelId="{E8BCD973-DFBC-42AC-AD2D-1ADF14EC7E38}" type="presOf" srcId="{4C3B489B-B3CF-46AA-8A49-6EBD948AFC64}" destId="{3481C0C9-3128-406F-B5D2-874FC2547930}" srcOrd="0" destOrd="0" presId="urn:microsoft.com/office/officeart/2005/8/layout/hProcess11"/>
    <dgm:cxn modelId="{9C9FE973-2702-4BD7-AE05-7AE00A78B8A2}" type="presOf" srcId="{E0136599-25CD-44A3-AD3C-6DE041E29E21}" destId="{E3BE9FB3-30E0-4B4C-88D8-F878A5D671FF}" srcOrd="0" destOrd="1" presId="urn:microsoft.com/office/officeart/2005/8/layout/hProcess11"/>
    <dgm:cxn modelId="{8D5B9479-B764-4C99-83D7-3C0237ED754D}" srcId="{ECEA961E-B862-478E-9A3D-C16A9D13564B}" destId="{7F26AF05-C60C-4AB3-8AEE-B332A609EBCF}" srcOrd="4" destOrd="0" parTransId="{DE998FCD-57E8-4BD8-B070-E72D084847AE}" sibTransId="{D5C203E6-59E5-469A-943A-B5F4456B063D}"/>
    <dgm:cxn modelId="{48780C7A-385B-4EBA-BD48-79AC55109D81}" type="presOf" srcId="{73BC4AB8-0493-4FE4-B64F-205E781C7E2A}" destId="{AD3EA5C2-0E63-461C-AA63-C615F1C03C79}" srcOrd="0" destOrd="0" presId="urn:microsoft.com/office/officeart/2005/8/layout/hProcess11"/>
    <dgm:cxn modelId="{92D5CE86-5C71-4A42-B60A-94D3914846F8}" srcId="{ECEA961E-B862-478E-9A3D-C16A9D13564B}" destId="{4C3B489B-B3CF-46AA-8A49-6EBD948AFC64}" srcOrd="0" destOrd="0" parTransId="{17107D4C-17B6-475D-86DF-6DEABEBBAAC9}" sibTransId="{295FAA29-4D07-4E30-8CB6-65D9CD8C7C63}"/>
    <dgm:cxn modelId="{49BA6D87-7B91-443B-8326-02A23677B009}" srcId="{FEE60380-4D8E-4037-8128-55451A8E6197}" destId="{E0136599-25CD-44A3-AD3C-6DE041E29E21}" srcOrd="0" destOrd="0" parTransId="{87998C8A-89EF-4225-BF2F-4B9288A68058}" sibTransId="{C4FB2335-D2CF-4470-B9E5-F10C7CD3CD17}"/>
    <dgm:cxn modelId="{7B5E6E96-E232-4EA6-9E2D-F18DC6A99A39}" srcId="{ECEA961E-B862-478E-9A3D-C16A9D13564B}" destId="{73BC4AB8-0493-4FE4-B64F-205E781C7E2A}" srcOrd="3" destOrd="0" parTransId="{68EE313E-6016-42F5-A1CC-A0D872E18402}" sibTransId="{D2A3FFEF-84FD-4B5B-8A2E-B66967A811E0}"/>
    <dgm:cxn modelId="{8BFEC4AC-6E1F-4EE2-A5AE-F62A80A4348B}" srcId="{4C3B489B-B3CF-46AA-8A49-6EBD948AFC64}" destId="{633C44D0-D0B4-47AE-BB6B-A19892A549E0}" srcOrd="0" destOrd="0" parTransId="{BDAC5DE0-A484-412E-9526-D4C10A82A358}" sibTransId="{5359B7A1-E69E-4422-ACD6-05BB7DF641FD}"/>
    <dgm:cxn modelId="{71D13AC5-9387-41BC-8CAA-4AA11C0B4723}" type="presOf" srcId="{633C44D0-D0B4-47AE-BB6B-A19892A549E0}" destId="{3481C0C9-3128-406F-B5D2-874FC2547930}" srcOrd="0" destOrd="1" presId="urn:microsoft.com/office/officeart/2005/8/layout/hProcess11"/>
    <dgm:cxn modelId="{7304A2D9-7BAA-4845-9C6F-BC260B364776}" srcId="{EA2858DF-B004-4490-8C30-3C1F3596825D}" destId="{09D05FAE-92C0-451A-848B-44F7DB814D36}" srcOrd="0" destOrd="0" parTransId="{91A97A4D-C59D-4529-B1D4-21ECE0231AC1}" sibTransId="{BAAC6D37-F908-4ADF-96E2-5FFBFE0A1445}"/>
    <dgm:cxn modelId="{8D456BE3-7901-4303-AD4C-9A2184498441}" srcId="{ECEA961E-B862-478E-9A3D-C16A9D13564B}" destId="{DC1BB20F-09CD-4FC9-8CCB-E230081C7201}" srcOrd="2" destOrd="0" parTransId="{62E5C8ED-9019-475D-A141-735602A7EFAF}" sibTransId="{12A3E0A4-5A40-45A1-AB96-17569C2560A4}"/>
    <dgm:cxn modelId="{3E7FF0E7-F5A5-4234-9DC6-76A64128884B}" srcId="{ECEA961E-B862-478E-9A3D-C16A9D13564B}" destId="{FEE60380-4D8E-4037-8128-55451A8E6197}" srcOrd="5" destOrd="0" parTransId="{5E03894B-8C9E-4FD4-A45B-68213D8C2699}" sibTransId="{133C47E7-DDE8-453D-8AEE-DBFCA3E19D47}"/>
    <dgm:cxn modelId="{7583EDEF-F645-4636-BD13-C53106BC8331}" type="presOf" srcId="{09D05FAE-92C0-451A-848B-44F7DB814D36}" destId="{752790BA-D1C1-4993-8B48-66C0BBDE4955}" srcOrd="0" destOrd="1" presId="urn:microsoft.com/office/officeart/2005/8/layout/hProcess11"/>
    <dgm:cxn modelId="{011DEF87-2EE8-49AC-A5EF-FA271FDE4CEC}" type="presParOf" srcId="{56FC0B8D-ADB8-4B8A-8ED4-B67F4F2E7EFC}" destId="{A40BE624-9C8C-4BAA-A0A0-C88DFBEA038B}" srcOrd="0" destOrd="0" presId="urn:microsoft.com/office/officeart/2005/8/layout/hProcess11"/>
    <dgm:cxn modelId="{75B09C9F-0D2B-4D88-9FFE-17B05F9C2B8B}" type="presParOf" srcId="{56FC0B8D-ADB8-4B8A-8ED4-B67F4F2E7EFC}" destId="{18FF14CE-0CDF-48B9-AFE1-39630FDFD1C9}" srcOrd="1" destOrd="0" presId="urn:microsoft.com/office/officeart/2005/8/layout/hProcess11"/>
    <dgm:cxn modelId="{37EF8220-0946-4DBE-AE47-8A2F76792599}" type="presParOf" srcId="{18FF14CE-0CDF-48B9-AFE1-39630FDFD1C9}" destId="{42BC1BDC-E562-45E8-97A2-A7F1AEED26F0}" srcOrd="0" destOrd="0" presId="urn:microsoft.com/office/officeart/2005/8/layout/hProcess11"/>
    <dgm:cxn modelId="{09C45542-2553-4BD0-B1CD-6F085D1F62AA}" type="presParOf" srcId="{42BC1BDC-E562-45E8-97A2-A7F1AEED26F0}" destId="{3481C0C9-3128-406F-B5D2-874FC2547930}" srcOrd="0" destOrd="0" presId="urn:microsoft.com/office/officeart/2005/8/layout/hProcess11"/>
    <dgm:cxn modelId="{429497AD-69D3-46F2-80A0-3B3A07116AAF}" type="presParOf" srcId="{42BC1BDC-E562-45E8-97A2-A7F1AEED26F0}" destId="{FD399676-0E89-4EC6-A943-E55376C3959B}" srcOrd="1" destOrd="0" presId="urn:microsoft.com/office/officeart/2005/8/layout/hProcess11"/>
    <dgm:cxn modelId="{045CE048-D2E6-4C17-9878-B6FD0A42EF08}" type="presParOf" srcId="{42BC1BDC-E562-45E8-97A2-A7F1AEED26F0}" destId="{0E4DC808-9CF6-4D67-B50B-23E73F733C26}" srcOrd="2" destOrd="0" presId="urn:microsoft.com/office/officeart/2005/8/layout/hProcess11"/>
    <dgm:cxn modelId="{A7794099-A026-4F27-B4B2-46CB0A3880F5}" type="presParOf" srcId="{18FF14CE-0CDF-48B9-AFE1-39630FDFD1C9}" destId="{DA25FEE1-1966-484E-BCFC-8417BEE4BC07}" srcOrd="1" destOrd="0" presId="urn:microsoft.com/office/officeart/2005/8/layout/hProcess11"/>
    <dgm:cxn modelId="{6A22EBB1-E1ED-458F-A143-0F26B9E10F70}" type="presParOf" srcId="{18FF14CE-0CDF-48B9-AFE1-39630FDFD1C9}" destId="{344087D9-8A3A-4EF0-8762-4B85DEAAAE48}" srcOrd="2" destOrd="0" presId="urn:microsoft.com/office/officeart/2005/8/layout/hProcess11"/>
    <dgm:cxn modelId="{869D905C-0DF6-4230-8166-DCEA0C522E09}" type="presParOf" srcId="{344087D9-8A3A-4EF0-8762-4B85DEAAAE48}" destId="{752790BA-D1C1-4993-8B48-66C0BBDE4955}" srcOrd="0" destOrd="0" presId="urn:microsoft.com/office/officeart/2005/8/layout/hProcess11"/>
    <dgm:cxn modelId="{E2E24DB9-A041-4368-939A-B3BAAE01420E}" type="presParOf" srcId="{344087D9-8A3A-4EF0-8762-4B85DEAAAE48}" destId="{15BF1E69-56BD-4C7A-841D-4D0AB787FD5C}" srcOrd="1" destOrd="0" presId="urn:microsoft.com/office/officeart/2005/8/layout/hProcess11"/>
    <dgm:cxn modelId="{86FAEA89-676D-4954-BE54-9871FB240A1F}" type="presParOf" srcId="{344087D9-8A3A-4EF0-8762-4B85DEAAAE48}" destId="{9A057E79-DC31-425E-8521-922EDF9D44C0}" srcOrd="2" destOrd="0" presId="urn:microsoft.com/office/officeart/2005/8/layout/hProcess11"/>
    <dgm:cxn modelId="{69D04436-1676-4C66-A0B4-3AE43B5B5F08}" type="presParOf" srcId="{18FF14CE-0CDF-48B9-AFE1-39630FDFD1C9}" destId="{1F8DBAE7-2C8C-4E23-A4E2-06BC053593AC}" srcOrd="3" destOrd="0" presId="urn:microsoft.com/office/officeart/2005/8/layout/hProcess11"/>
    <dgm:cxn modelId="{1D6175F7-1F77-49A2-97F7-E32FE7749693}" type="presParOf" srcId="{18FF14CE-0CDF-48B9-AFE1-39630FDFD1C9}" destId="{812DEA2B-A6C4-413A-A2E5-77C553B0A17F}" srcOrd="4" destOrd="0" presId="urn:microsoft.com/office/officeart/2005/8/layout/hProcess11"/>
    <dgm:cxn modelId="{A41B617A-C579-45AF-937C-8DE96292101E}" type="presParOf" srcId="{812DEA2B-A6C4-413A-A2E5-77C553B0A17F}" destId="{5C5C2202-37AE-4984-A3EF-39A3FD6654C8}" srcOrd="0" destOrd="0" presId="urn:microsoft.com/office/officeart/2005/8/layout/hProcess11"/>
    <dgm:cxn modelId="{0EBED509-5D38-48BF-B80B-405371FAFE47}" type="presParOf" srcId="{812DEA2B-A6C4-413A-A2E5-77C553B0A17F}" destId="{31E558C9-2C39-4981-B8D5-DB1406E84718}" srcOrd="1" destOrd="0" presId="urn:microsoft.com/office/officeart/2005/8/layout/hProcess11"/>
    <dgm:cxn modelId="{BC92CFF9-B365-4786-B06C-4F5DD532E866}" type="presParOf" srcId="{812DEA2B-A6C4-413A-A2E5-77C553B0A17F}" destId="{82084087-B471-42A4-9F70-9CEA31D9A4C9}" srcOrd="2" destOrd="0" presId="urn:microsoft.com/office/officeart/2005/8/layout/hProcess11"/>
    <dgm:cxn modelId="{E506ECB5-C93A-4C44-AA59-C8CA3D8B08AF}" type="presParOf" srcId="{18FF14CE-0CDF-48B9-AFE1-39630FDFD1C9}" destId="{F45C7024-1B65-4AE6-8834-44D34824A564}" srcOrd="5" destOrd="0" presId="urn:microsoft.com/office/officeart/2005/8/layout/hProcess11"/>
    <dgm:cxn modelId="{B0F76F6C-93FA-4E77-AEE3-92EF026E04ED}" type="presParOf" srcId="{18FF14CE-0CDF-48B9-AFE1-39630FDFD1C9}" destId="{A4EC26BD-8F70-4573-A688-D8015CC33E6F}" srcOrd="6" destOrd="0" presId="urn:microsoft.com/office/officeart/2005/8/layout/hProcess11"/>
    <dgm:cxn modelId="{3BDF7D8C-42F6-4FF8-9287-C5DF1A173317}" type="presParOf" srcId="{A4EC26BD-8F70-4573-A688-D8015CC33E6F}" destId="{AD3EA5C2-0E63-461C-AA63-C615F1C03C79}" srcOrd="0" destOrd="0" presId="urn:microsoft.com/office/officeart/2005/8/layout/hProcess11"/>
    <dgm:cxn modelId="{F257BFCA-79CA-429B-9658-D621C30BD79B}" type="presParOf" srcId="{A4EC26BD-8F70-4573-A688-D8015CC33E6F}" destId="{644F94A9-F1AA-451F-9DBB-29DF2E744D2C}" srcOrd="1" destOrd="0" presId="urn:microsoft.com/office/officeart/2005/8/layout/hProcess11"/>
    <dgm:cxn modelId="{8D0F3DA2-A783-41FD-8CF6-D29349D01BD3}" type="presParOf" srcId="{A4EC26BD-8F70-4573-A688-D8015CC33E6F}" destId="{9332376A-35C2-4F79-B11F-6E7E9D0C8C15}" srcOrd="2" destOrd="0" presId="urn:microsoft.com/office/officeart/2005/8/layout/hProcess11"/>
    <dgm:cxn modelId="{7CE4C4B3-73EF-4C24-8BDD-4DE3B91FC441}" type="presParOf" srcId="{18FF14CE-0CDF-48B9-AFE1-39630FDFD1C9}" destId="{771BDF2F-AD49-4F38-8AB9-F2D4029DA1FA}" srcOrd="7" destOrd="0" presId="urn:microsoft.com/office/officeart/2005/8/layout/hProcess11"/>
    <dgm:cxn modelId="{3CE7555F-23B8-4361-BB87-651FC76AF186}" type="presParOf" srcId="{18FF14CE-0CDF-48B9-AFE1-39630FDFD1C9}" destId="{6973361F-3BE0-41F7-99BD-6FF54DA300F4}" srcOrd="8" destOrd="0" presId="urn:microsoft.com/office/officeart/2005/8/layout/hProcess11"/>
    <dgm:cxn modelId="{5707490A-D5A7-43A9-8D3F-7327ED9E79ED}" type="presParOf" srcId="{6973361F-3BE0-41F7-99BD-6FF54DA300F4}" destId="{F77BBECF-775A-4284-B30C-3D1FFF37F8DF}" srcOrd="0" destOrd="0" presId="urn:microsoft.com/office/officeart/2005/8/layout/hProcess11"/>
    <dgm:cxn modelId="{7C4A390F-4431-422D-832E-4A20177FF9CB}" type="presParOf" srcId="{6973361F-3BE0-41F7-99BD-6FF54DA300F4}" destId="{236449A5-48E8-4E38-8124-14881413529C}" srcOrd="1" destOrd="0" presId="urn:microsoft.com/office/officeart/2005/8/layout/hProcess11"/>
    <dgm:cxn modelId="{937C09C9-42A2-42F0-BE09-A9482240E307}" type="presParOf" srcId="{6973361F-3BE0-41F7-99BD-6FF54DA300F4}" destId="{3399D8B0-82FF-4C4E-B6DC-EAD2AD47A9AA}" srcOrd="2" destOrd="0" presId="urn:microsoft.com/office/officeart/2005/8/layout/hProcess11"/>
    <dgm:cxn modelId="{626DF4A3-7383-41B7-A785-9BA7B6F294AF}" type="presParOf" srcId="{18FF14CE-0CDF-48B9-AFE1-39630FDFD1C9}" destId="{A564E3A3-D3A3-4BA7-A623-10EF612D141D}" srcOrd="9" destOrd="0" presId="urn:microsoft.com/office/officeart/2005/8/layout/hProcess11"/>
    <dgm:cxn modelId="{079206CA-1F67-493A-B307-AF7E33CB1EAC}" type="presParOf" srcId="{18FF14CE-0CDF-48B9-AFE1-39630FDFD1C9}" destId="{8A95A336-1D08-4E14-88C3-66C1BF8AA8EA}" srcOrd="10" destOrd="0" presId="urn:microsoft.com/office/officeart/2005/8/layout/hProcess11"/>
    <dgm:cxn modelId="{A9E25CC0-DAF1-4ED9-A133-F1481A7AEB46}" type="presParOf" srcId="{8A95A336-1D08-4E14-88C3-66C1BF8AA8EA}" destId="{E3BE9FB3-30E0-4B4C-88D8-F878A5D671FF}" srcOrd="0" destOrd="0" presId="urn:microsoft.com/office/officeart/2005/8/layout/hProcess11"/>
    <dgm:cxn modelId="{47AE308F-5019-4477-9819-F44F1F628204}" type="presParOf" srcId="{8A95A336-1D08-4E14-88C3-66C1BF8AA8EA}" destId="{92755963-C387-4CB6-ABD9-F8A1024DC220}" srcOrd="1" destOrd="0" presId="urn:microsoft.com/office/officeart/2005/8/layout/hProcess11"/>
    <dgm:cxn modelId="{3025FF67-4658-4FEB-8D46-C2FEB1F1CF1A}" type="presParOf" srcId="{8A95A336-1D08-4E14-88C3-66C1BF8AA8EA}" destId="{BA6DD9F4-3152-4641-BAE1-E36D86C1A6C5}"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397647-FAC0-4563-839E-02750E40AF7D}">
      <dsp:nvSpPr>
        <dsp:cNvPr id="0" name=""/>
        <dsp:cNvSpPr/>
      </dsp:nvSpPr>
      <dsp:spPr>
        <a:xfrm>
          <a:off x="0" y="32879"/>
          <a:ext cx="11399838" cy="59904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Resumen técnico de CONOPS</a:t>
          </a:r>
        </a:p>
      </dsp:txBody>
      <dsp:txXfrm>
        <a:off x="29243" y="62122"/>
        <a:ext cx="11341352" cy="540554"/>
      </dsp:txXfrm>
    </dsp:sp>
    <dsp:sp modelId="{B5E1779D-C399-456E-A7B0-BDCB0B2FF68C}">
      <dsp:nvSpPr>
        <dsp:cNvPr id="0" name=""/>
        <dsp:cNvSpPr/>
      </dsp:nvSpPr>
      <dsp:spPr>
        <a:xfrm>
          <a:off x="0" y="631919"/>
          <a:ext cx="11399838"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4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s-CL" sz="1800" kern="1200" dirty="0"/>
            <a:t>Descripción general del sistema</a:t>
          </a:r>
        </a:p>
        <a:p>
          <a:pPr marL="171450" lvl="1" indent="-171450" algn="l" defTabSz="800100">
            <a:lnSpc>
              <a:spcPct val="90000"/>
            </a:lnSpc>
            <a:spcBef>
              <a:spcPct val="0"/>
            </a:spcBef>
            <a:spcAft>
              <a:spcPct val="20000"/>
            </a:spcAft>
            <a:buChar char="•"/>
          </a:pPr>
          <a:r>
            <a:rPr lang="es-CL" sz="1800" kern="1200" dirty="0"/>
            <a:t>Escenario operacional nominal</a:t>
          </a:r>
        </a:p>
        <a:p>
          <a:pPr marL="171450" lvl="1" indent="-171450" algn="l" defTabSz="800100">
            <a:lnSpc>
              <a:spcPct val="90000"/>
            </a:lnSpc>
            <a:spcBef>
              <a:spcPct val="0"/>
            </a:spcBef>
            <a:spcAft>
              <a:spcPct val="20000"/>
            </a:spcAft>
            <a:buChar char="•"/>
          </a:pPr>
          <a:r>
            <a:rPr lang="es-CL" sz="1800" kern="1200" dirty="0"/>
            <a:t>Restricciones del sistema</a:t>
          </a:r>
        </a:p>
      </dsp:txBody>
      <dsp:txXfrm>
        <a:off x="0" y="631919"/>
        <a:ext cx="11399838" cy="927360"/>
      </dsp:txXfrm>
    </dsp:sp>
    <dsp:sp modelId="{4F0B3CEB-9889-438E-A3D9-CDFE921C5014}">
      <dsp:nvSpPr>
        <dsp:cNvPr id="0" name=""/>
        <dsp:cNvSpPr/>
      </dsp:nvSpPr>
      <dsp:spPr>
        <a:xfrm>
          <a:off x="0" y="1559280"/>
          <a:ext cx="11399838" cy="59904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Requerimientos</a:t>
          </a:r>
          <a:endParaRPr lang="es-CL" sz="2500" kern="1200" dirty="0"/>
        </a:p>
      </dsp:txBody>
      <dsp:txXfrm>
        <a:off x="29243" y="1588523"/>
        <a:ext cx="11341352" cy="540554"/>
      </dsp:txXfrm>
    </dsp:sp>
    <dsp:sp modelId="{4EA6E360-C174-4979-A431-40D338BD4003}">
      <dsp:nvSpPr>
        <dsp:cNvPr id="0" name=""/>
        <dsp:cNvSpPr/>
      </dsp:nvSpPr>
      <dsp:spPr>
        <a:xfrm>
          <a:off x="0" y="2158320"/>
          <a:ext cx="11399838" cy="92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4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s-CL" sz="1800" kern="1200" dirty="0"/>
            <a:t>Requerimientos de usuario</a:t>
          </a:r>
        </a:p>
        <a:p>
          <a:pPr marL="171450" lvl="1" indent="-171450" algn="l" defTabSz="800100">
            <a:lnSpc>
              <a:spcPct val="90000"/>
            </a:lnSpc>
            <a:spcBef>
              <a:spcPct val="0"/>
            </a:spcBef>
            <a:spcAft>
              <a:spcPct val="20000"/>
            </a:spcAft>
            <a:buChar char="•"/>
          </a:pPr>
          <a:r>
            <a:rPr lang="es-CL" sz="1800" kern="1200" dirty="0"/>
            <a:t>Requerimientos de sistema</a:t>
          </a:r>
        </a:p>
        <a:p>
          <a:pPr marL="171450" lvl="1" indent="-171450" algn="l" defTabSz="800100">
            <a:lnSpc>
              <a:spcPct val="90000"/>
            </a:lnSpc>
            <a:spcBef>
              <a:spcPct val="0"/>
            </a:spcBef>
            <a:spcAft>
              <a:spcPct val="20000"/>
            </a:spcAft>
            <a:buChar char="•"/>
          </a:pPr>
          <a:r>
            <a:rPr lang="es-CL" sz="1800" kern="1200" dirty="0"/>
            <a:t>Matriz de trazabilidad</a:t>
          </a:r>
        </a:p>
      </dsp:txBody>
      <dsp:txXfrm>
        <a:off x="0" y="2158320"/>
        <a:ext cx="11399838" cy="927360"/>
      </dsp:txXfrm>
    </dsp:sp>
    <dsp:sp modelId="{AC224B12-8006-4C98-81B7-291F091CFCAF}">
      <dsp:nvSpPr>
        <dsp:cNvPr id="0" name=""/>
        <dsp:cNvSpPr/>
      </dsp:nvSpPr>
      <dsp:spPr>
        <a:xfrm>
          <a:off x="0" y="3085680"/>
          <a:ext cx="11399838" cy="59904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Plan de ensayos</a:t>
          </a:r>
        </a:p>
      </dsp:txBody>
      <dsp:txXfrm>
        <a:off x="29243" y="3114923"/>
        <a:ext cx="11341352" cy="540554"/>
      </dsp:txXfrm>
    </dsp:sp>
    <dsp:sp modelId="{A473BF4A-38BB-4A3B-88EF-0F39EBB22CDF}">
      <dsp:nvSpPr>
        <dsp:cNvPr id="0" name=""/>
        <dsp:cNvSpPr/>
      </dsp:nvSpPr>
      <dsp:spPr>
        <a:xfrm>
          <a:off x="0" y="3776880"/>
          <a:ext cx="11399838" cy="59904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Evaluación de riesgos</a:t>
          </a:r>
        </a:p>
      </dsp:txBody>
      <dsp:txXfrm>
        <a:off x="29243" y="3806123"/>
        <a:ext cx="11341352" cy="540554"/>
      </dsp:txXfrm>
    </dsp:sp>
    <dsp:sp modelId="{F9E9724D-90D6-463F-9D6A-E0998C5F73E9}">
      <dsp:nvSpPr>
        <dsp:cNvPr id="0" name=""/>
        <dsp:cNvSpPr/>
      </dsp:nvSpPr>
      <dsp:spPr>
        <a:xfrm>
          <a:off x="0" y="4468080"/>
          <a:ext cx="11399838" cy="59904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Estimación de costos</a:t>
          </a:r>
        </a:p>
      </dsp:txBody>
      <dsp:txXfrm>
        <a:off x="29243" y="4497323"/>
        <a:ext cx="11341352" cy="540554"/>
      </dsp:txXfrm>
    </dsp:sp>
    <dsp:sp modelId="{5FFA0F5D-D80B-4095-B384-DB6EADAA14C1}">
      <dsp:nvSpPr>
        <dsp:cNvPr id="0" name=""/>
        <dsp:cNvSpPr/>
      </dsp:nvSpPr>
      <dsp:spPr>
        <a:xfrm>
          <a:off x="0" y="5159280"/>
          <a:ext cx="11399838" cy="59904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Pasos futuros</a:t>
          </a:r>
        </a:p>
      </dsp:txBody>
      <dsp:txXfrm>
        <a:off x="29243" y="5188523"/>
        <a:ext cx="11341352" cy="5405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2ADC3-CA64-47B6-A12B-42A3A708375E}">
      <dsp:nvSpPr>
        <dsp:cNvPr id="0" name=""/>
        <dsp:cNvSpPr/>
      </dsp:nvSpPr>
      <dsp:spPr>
        <a:xfrm>
          <a:off x="0" y="24609"/>
          <a:ext cx="11399837" cy="10108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kern="1200" dirty="0"/>
            <a:t>Revisión del estado del proyecto</a:t>
          </a:r>
        </a:p>
      </dsp:txBody>
      <dsp:txXfrm>
        <a:off x="49347" y="73956"/>
        <a:ext cx="11301143" cy="912186"/>
      </dsp:txXfrm>
    </dsp:sp>
    <dsp:sp modelId="{7C5837A2-B8F9-410E-A07F-EEDCBFA23D4B}">
      <dsp:nvSpPr>
        <dsp:cNvPr id="0" name=""/>
        <dsp:cNvSpPr/>
      </dsp:nvSpPr>
      <dsp:spPr>
        <a:xfrm>
          <a:off x="0" y="1191010"/>
          <a:ext cx="11399837" cy="10108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kern="1200" dirty="0"/>
            <a:t>Definición final de requerimientos</a:t>
          </a:r>
        </a:p>
      </dsp:txBody>
      <dsp:txXfrm>
        <a:off x="49347" y="1240357"/>
        <a:ext cx="11301143" cy="912186"/>
      </dsp:txXfrm>
    </dsp:sp>
    <dsp:sp modelId="{2EBBB2B4-2DE1-456F-BD31-8FDC44E23831}">
      <dsp:nvSpPr>
        <dsp:cNvPr id="0" name=""/>
        <dsp:cNvSpPr/>
      </dsp:nvSpPr>
      <dsp:spPr>
        <a:xfrm>
          <a:off x="0" y="2357410"/>
          <a:ext cx="11399837" cy="10108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kern="1200" dirty="0"/>
            <a:t>Establecer la línea de base del sistema</a:t>
          </a:r>
        </a:p>
      </dsp:txBody>
      <dsp:txXfrm>
        <a:off x="49347" y="2406757"/>
        <a:ext cx="11301143" cy="912186"/>
      </dsp:txXfrm>
    </dsp:sp>
    <dsp:sp modelId="{2AB8EA05-3ECA-4AA9-A672-9FC030304EB9}">
      <dsp:nvSpPr>
        <dsp:cNvPr id="0" name=""/>
        <dsp:cNvSpPr/>
      </dsp:nvSpPr>
      <dsp:spPr>
        <a:xfrm>
          <a:off x="0" y="3523810"/>
          <a:ext cx="11399837" cy="10108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kern="1200" dirty="0"/>
            <a:t>Habilitar el paso a la fase de Diseño Preliminar (PDR)</a:t>
          </a:r>
        </a:p>
      </dsp:txBody>
      <dsp:txXfrm>
        <a:off x="49347" y="3573157"/>
        <a:ext cx="11301143" cy="9121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6C7263-7A8B-4D8B-B925-D1D8936DBAFB}">
      <dsp:nvSpPr>
        <dsp:cNvPr id="0" name=""/>
        <dsp:cNvSpPr/>
      </dsp:nvSpPr>
      <dsp:spPr>
        <a:xfrm>
          <a:off x="0" y="45084"/>
          <a:ext cx="11399837" cy="81549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s-MX" sz="3400" kern="1200" dirty="0"/>
            <a:t>Carga útil de comunicaciones tipo Store &amp; Forward</a:t>
          </a:r>
          <a:endParaRPr lang="es-CL" sz="3400" kern="1200" dirty="0"/>
        </a:p>
      </dsp:txBody>
      <dsp:txXfrm>
        <a:off x="39809" y="84893"/>
        <a:ext cx="11320219" cy="735872"/>
      </dsp:txXfrm>
    </dsp:sp>
    <dsp:sp modelId="{919C8DD7-05A6-4E2E-A3BA-60113BF7D6ED}">
      <dsp:nvSpPr>
        <dsp:cNvPr id="0" name=""/>
        <dsp:cNvSpPr/>
      </dsp:nvSpPr>
      <dsp:spPr>
        <a:xfrm>
          <a:off x="0" y="958495"/>
          <a:ext cx="11399837" cy="81549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s-MX" sz="3400" kern="1200"/>
            <a:t>Integrada en plataforma CubeSat 12U</a:t>
          </a:r>
          <a:endParaRPr lang="es-CL" sz="3400" kern="1200"/>
        </a:p>
      </dsp:txBody>
      <dsp:txXfrm>
        <a:off x="39809" y="998304"/>
        <a:ext cx="11320219" cy="735872"/>
      </dsp:txXfrm>
    </dsp:sp>
    <dsp:sp modelId="{DBC281D6-960F-46CB-9AA4-7BFD71F0531A}">
      <dsp:nvSpPr>
        <dsp:cNvPr id="0" name=""/>
        <dsp:cNvSpPr/>
      </dsp:nvSpPr>
      <dsp:spPr>
        <a:xfrm>
          <a:off x="0" y="1871905"/>
          <a:ext cx="11399837" cy="81549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s-MX" sz="3400" kern="1200" dirty="0"/>
            <a:t>Recepción UHF desde estaciones remotas</a:t>
          </a:r>
          <a:endParaRPr lang="es-CL" sz="3400" kern="1200" dirty="0"/>
        </a:p>
      </dsp:txBody>
      <dsp:txXfrm>
        <a:off x="39809" y="1911714"/>
        <a:ext cx="11320219" cy="735872"/>
      </dsp:txXfrm>
    </dsp:sp>
    <dsp:sp modelId="{C7377544-CDDC-4AAF-889D-9A42336A4261}">
      <dsp:nvSpPr>
        <dsp:cNvPr id="0" name=""/>
        <dsp:cNvSpPr/>
      </dsp:nvSpPr>
      <dsp:spPr>
        <a:xfrm>
          <a:off x="0" y="2785315"/>
          <a:ext cx="11399837" cy="81549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s-MX" sz="3400" kern="1200" dirty="0"/>
            <a:t>Almacenamiento temporal de datos a bordo</a:t>
          </a:r>
          <a:endParaRPr lang="es-CL" sz="3400" kern="1200" dirty="0"/>
        </a:p>
      </dsp:txBody>
      <dsp:txXfrm>
        <a:off x="39809" y="2825124"/>
        <a:ext cx="11320219" cy="735872"/>
      </dsp:txXfrm>
    </dsp:sp>
    <dsp:sp modelId="{8EB70756-4359-4843-A592-3610035871D0}">
      <dsp:nvSpPr>
        <dsp:cNvPr id="0" name=""/>
        <dsp:cNvSpPr/>
      </dsp:nvSpPr>
      <dsp:spPr>
        <a:xfrm>
          <a:off x="0" y="3698725"/>
          <a:ext cx="11399837" cy="81549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s-MX" sz="3400" kern="1200" dirty="0"/>
            <a:t>Descarga diferida a estaciones terrenas vía Banda S</a:t>
          </a:r>
          <a:endParaRPr lang="es-CL" sz="3400" kern="1200" dirty="0"/>
        </a:p>
      </dsp:txBody>
      <dsp:txXfrm>
        <a:off x="39809" y="3738534"/>
        <a:ext cx="11320219" cy="7358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AC9D8-7D4A-4290-93B1-D07AF1120AA6}">
      <dsp:nvSpPr>
        <dsp:cNvPr id="0" name=""/>
        <dsp:cNvSpPr/>
      </dsp:nvSpPr>
      <dsp:spPr>
        <a:xfrm>
          <a:off x="0" y="110807"/>
          <a:ext cx="11399837" cy="791505"/>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CL" sz="3300" kern="1200" dirty="0"/>
            <a:t>Recepción de datos en 401 - 403 MHz</a:t>
          </a:r>
        </a:p>
      </dsp:txBody>
      <dsp:txXfrm>
        <a:off x="38638" y="149445"/>
        <a:ext cx="11322561" cy="714229"/>
      </dsp:txXfrm>
    </dsp:sp>
    <dsp:sp modelId="{7FA2B494-074B-4EF1-B137-889D2540148C}">
      <dsp:nvSpPr>
        <dsp:cNvPr id="0" name=""/>
        <dsp:cNvSpPr/>
      </dsp:nvSpPr>
      <dsp:spPr>
        <a:xfrm>
          <a:off x="0" y="997352"/>
          <a:ext cx="11399837" cy="791505"/>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CL" sz="3300" kern="1200" dirty="0"/>
            <a:t>Identificación del mensaje y decodificación</a:t>
          </a:r>
        </a:p>
      </dsp:txBody>
      <dsp:txXfrm>
        <a:off x="38638" y="1035990"/>
        <a:ext cx="11322561" cy="714229"/>
      </dsp:txXfrm>
    </dsp:sp>
    <dsp:sp modelId="{B5A995D0-F34E-4E8F-908D-9DEA20D6D605}">
      <dsp:nvSpPr>
        <dsp:cNvPr id="0" name=""/>
        <dsp:cNvSpPr/>
      </dsp:nvSpPr>
      <dsp:spPr>
        <a:xfrm>
          <a:off x="0" y="1883897"/>
          <a:ext cx="11399837" cy="791505"/>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CL" sz="3300" kern="1200" dirty="0"/>
            <a:t>Almacenamiento de datos de 16 GB</a:t>
          </a:r>
        </a:p>
      </dsp:txBody>
      <dsp:txXfrm>
        <a:off x="38638" y="1922535"/>
        <a:ext cx="11322561" cy="714229"/>
      </dsp:txXfrm>
    </dsp:sp>
    <dsp:sp modelId="{926CAF54-015F-4879-80BB-C1C7E44CC31D}">
      <dsp:nvSpPr>
        <dsp:cNvPr id="0" name=""/>
        <dsp:cNvSpPr/>
      </dsp:nvSpPr>
      <dsp:spPr>
        <a:xfrm>
          <a:off x="0" y="2770442"/>
          <a:ext cx="11399837" cy="791505"/>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CL" sz="3300" kern="1200" dirty="0"/>
            <a:t>Control de zona definida para recepción y descarga de mensajes</a:t>
          </a:r>
        </a:p>
      </dsp:txBody>
      <dsp:txXfrm>
        <a:off x="38638" y="2809080"/>
        <a:ext cx="11322561" cy="714229"/>
      </dsp:txXfrm>
    </dsp:sp>
    <dsp:sp modelId="{B193BCB7-9B3E-44D2-AF80-18D89DF40891}">
      <dsp:nvSpPr>
        <dsp:cNvPr id="0" name=""/>
        <dsp:cNvSpPr/>
      </dsp:nvSpPr>
      <dsp:spPr>
        <a:xfrm>
          <a:off x="0" y="3656987"/>
          <a:ext cx="11399837" cy="791505"/>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CL" sz="3300" kern="1200" dirty="0"/>
            <a:t>Transmisión de datos por banda S (2200 MHz)</a:t>
          </a:r>
        </a:p>
      </dsp:txBody>
      <dsp:txXfrm>
        <a:off x="38638" y="3695625"/>
        <a:ext cx="11322561" cy="7142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AC9D8-7D4A-4290-93B1-D07AF1120AA6}">
      <dsp:nvSpPr>
        <dsp:cNvPr id="0" name=""/>
        <dsp:cNvSpPr/>
      </dsp:nvSpPr>
      <dsp:spPr>
        <a:xfrm>
          <a:off x="0" y="14169"/>
          <a:ext cx="11399837" cy="104832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kern="1200" dirty="0"/>
            <a:t>Restricciones de plataforma:</a:t>
          </a:r>
        </a:p>
      </dsp:txBody>
      <dsp:txXfrm>
        <a:off x="51175" y="65344"/>
        <a:ext cx="11297487" cy="945970"/>
      </dsp:txXfrm>
    </dsp:sp>
    <dsp:sp modelId="{803D3F9D-4EE6-4F05-AC71-9E68F6412EB2}">
      <dsp:nvSpPr>
        <dsp:cNvPr id="0" name=""/>
        <dsp:cNvSpPr/>
      </dsp:nvSpPr>
      <dsp:spPr>
        <a:xfrm>
          <a:off x="0" y="1062489"/>
          <a:ext cx="11399837" cy="121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45" tIns="30480" rIns="170688" bIns="30480" numCol="1" spcCol="1270" anchor="t" anchorCtr="0">
          <a:noAutofit/>
        </a:bodyPr>
        <a:lstStyle/>
        <a:p>
          <a:pPr marL="228600" lvl="1" indent="-228600" algn="l" defTabSz="1066800">
            <a:lnSpc>
              <a:spcPct val="90000"/>
            </a:lnSpc>
            <a:spcBef>
              <a:spcPct val="0"/>
            </a:spcBef>
            <a:spcAft>
              <a:spcPct val="20000"/>
            </a:spcAft>
            <a:buFont typeface="Arial" panose="020B0604020202020204" pitchFamily="34" charset="0"/>
            <a:buChar char="•"/>
          </a:pPr>
          <a:r>
            <a:rPr lang="es-CL" sz="2400" kern="1200" dirty="0"/>
            <a:t>Potencia ≤ 10 W</a:t>
          </a:r>
        </a:p>
        <a:p>
          <a:pPr marL="228600" lvl="1" indent="-228600" algn="l" defTabSz="1066800">
            <a:lnSpc>
              <a:spcPct val="90000"/>
            </a:lnSpc>
            <a:spcBef>
              <a:spcPct val="0"/>
            </a:spcBef>
            <a:spcAft>
              <a:spcPct val="20000"/>
            </a:spcAft>
            <a:buFont typeface="Arial" panose="020B0604020202020204" pitchFamily="34" charset="0"/>
            <a:buChar char="•"/>
          </a:pPr>
          <a:r>
            <a:rPr lang="es-CL" sz="2400" kern="1200" dirty="0"/>
            <a:t>Masa ≤ 3 kg</a:t>
          </a:r>
        </a:p>
        <a:p>
          <a:pPr marL="228600" lvl="1" indent="-228600" algn="l" defTabSz="1066800">
            <a:lnSpc>
              <a:spcPct val="90000"/>
            </a:lnSpc>
            <a:spcBef>
              <a:spcPct val="0"/>
            </a:spcBef>
            <a:spcAft>
              <a:spcPct val="20000"/>
            </a:spcAft>
            <a:buFont typeface="Arial" panose="020B0604020202020204" pitchFamily="34" charset="0"/>
            <a:buChar char="•"/>
          </a:pPr>
          <a:r>
            <a:rPr lang="nl-NL" sz="2400" kern="1200" dirty="0"/>
            <a:t>Volumen ≤ 20 × 20 × 10 cm</a:t>
          </a:r>
        </a:p>
      </dsp:txBody>
      <dsp:txXfrm>
        <a:off x="0" y="1062489"/>
        <a:ext cx="11399837" cy="1217160"/>
      </dsp:txXfrm>
    </dsp:sp>
    <dsp:sp modelId="{BCC1CDB3-ECC4-4005-AC00-BB270428C499}">
      <dsp:nvSpPr>
        <dsp:cNvPr id="0" name=""/>
        <dsp:cNvSpPr/>
      </dsp:nvSpPr>
      <dsp:spPr>
        <a:xfrm>
          <a:off x="0" y="2279650"/>
          <a:ext cx="11399837" cy="104832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kern="1200" dirty="0"/>
            <a:t>Restricciones del entorno:</a:t>
          </a:r>
        </a:p>
      </dsp:txBody>
      <dsp:txXfrm>
        <a:off x="51175" y="2330825"/>
        <a:ext cx="11297487" cy="945970"/>
      </dsp:txXfrm>
    </dsp:sp>
    <dsp:sp modelId="{0600DBF4-DA40-4CCF-8A0A-C4DC3EE89A4D}">
      <dsp:nvSpPr>
        <dsp:cNvPr id="0" name=""/>
        <dsp:cNvSpPr/>
      </dsp:nvSpPr>
      <dsp:spPr>
        <a:xfrm>
          <a:off x="0" y="3327970"/>
          <a:ext cx="11399837" cy="121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45" tIns="30480" rIns="170688" bIns="30480" numCol="1" spcCol="1270" anchor="t" anchorCtr="0">
          <a:noAutofit/>
        </a:bodyPr>
        <a:lstStyle/>
        <a:p>
          <a:pPr marL="228600" lvl="1" indent="-228600" algn="l" defTabSz="1066800">
            <a:lnSpc>
              <a:spcPct val="90000"/>
            </a:lnSpc>
            <a:spcBef>
              <a:spcPct val="0"/>
            </a:spcBef>
            <a:spcAft>
              <a:spcPct val="20000"/>
            </a:spcAft>
            <a:buFont typeface="Arial" panose="020B0604020202020204" pitchFamily="34" charset="0"/>
            <a:buChar char="•"/>
          </a:pPr>
          <a:r>
            <a:rPr lang="es-CL" sz="2400" kern="1200" dirty="0"/>
            <a:t>Órbita LEO (~650 km)</a:t>
          </a:r>
        </a:p>
        <a:p>
          <a:pPr marL="228600" lvl="1" indent="-228600" algn="l" defTabSz="1066800">
            <a:lnSpc>
              <a:spcPct val="90000"/>
            </a:lnSpc>
            <a:spcBef>
              <a:spcPct val="0"/>
            </a:spcBef>
            <a:spcAft>
              <a:spcPct val="20000"/>
            </a:spcAft>
            <a:buFont typeface="Arial" panose="020B0604020202020204" pitchFamily="34" charset="0"/>
            <a:buChar char="•"/>
          </a:pPr>
          <a:r>
            <a:rPr lang="es-CL" sz="2400" kern="1200" dirty="0"/>
            <a:t>Ambiente </a:t>
          </a:r>
          <a:r>
            <a:rPr lang="es-CL" sz="2400" kern="1200" dirty="0" err="1"/>
            <a:t>radiativo</a:t>
          </a:r>
          <a:endParaRPr lang="es-CL" sz="2400" kern="1200" dirty="0"/>
        </a:p>
        <a:p>
          <a:pPr marL="228600" lvl="1" indent="-228600" algn="l" defTabSz="1066800">
            <a:lnSpc>
              <a:spcPct val="90000"/>
            </a:lnSpc>
            <a:spcBef>
              <a:spcPct val="0"/>
            </a:spcBef>
            <a:spcAft>
              <a:spcPct val="20000"/>
            </a:spcAft>
            <a:buFont typeface="Arial" panose="020B0604020202020204" pitchFamily="34" charset="0"/>
            <a:buChar char="•"/>
          </a:pPr>
          <a:r>
            <a:rPr lang="es-CL" sz="2400" kern="1200" dirty="0"/>
            <a:t>Efecto Doppler</a:t>
          </a:r>
        </a:p>
      </dsp:txBody>
      <dsp:txXfrm>
        <a:off x="0" y="3327970"/>
        <a:ext cx="11399837" cy="12171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BAC9D8-7D4A-4290-93B1-D07AF1120AA6}">
      <dsp:nvSpPr>
        <dsp:cNvPr id="0" name=""/>
        <dsp:cNvSpPr/>
      </dsp:nvSpPr>
      <dsp:spPr>
        <a:xfrm>
          <a:off x="0" y="11222"/>
          <a:ext cx="11399837" cy="76752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kern="1200" dirty="0"/>
            <a:t>Total de requerimientos de usuario y sistema acotados</a:t>
          </a:r>
        </a:p>
      </dsp:txBody>
      <dsp:txXfrm>
        <a:off x="37467" y="48689"/>
        <a:ext cx="11324903" cy="692586"/>
      </dsp:txXfrm>
    </dsp:sp>
    <dsp:sp modelId="{4DEC3E4E-E249-4615-8AB0-708C8B8C7F75}">
      <dsp:nvSpPr>
        <dsp:cNvPr id="0" name=""/>
        <dsp:cNvSpPr/>
      </dsp:nvSpPr>
      <dsp:spPr>
        <a:xfrm>
          <a:off x="0" y="896822"/>
          <a:ext cx="11399837" cy="76752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MX" sz="3000" kern="1200" dirty="0"/>
            <a:t>Requerimientos alineados con la función Store &amp; Forward</a:t>
          </a:r>
          <a:endParaRPr lang="es-CL" sz="3000" kern="1200" dirty="0"/>
        </a:p>
      </dsp:txBody>
      <dsp:txXfrm>
        <a:off x="37467" y="934289"/>
        <a:ext cx="11324903" cy="692586"/>
      </dsp:txXfrm>
    </dsp:sp>
    <dsp:sp modelId="{826C0BD4-6FBC-4E84-8637-9190C8DA4664}">
      <dsp:nvSpPr>
        <dsp:cNvPr id="0" name=""/>
        <dsp:cNvSpPr/>
      </dsp:nvSpPr>
      <dsp:spPr>
        <a:xfrm>
          <a:off x="0" y="1782422"/>
          <a:ext cx="11399837" cy="76752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MX" sz="3000" kern="1200" dirty="0"/>
            <a:t>Requerimientos de alto nivel a nivel sistema</a:t>
          </a:r>
          <a:endParaRPr lang="es-CL" sz="3000" kern="1200" dirty="0"/>
        </a:p>
      </dsp:txBody>
      <dsp:txXfrm>
        <a:off x="37467" y="1819889"/>
        <a:ext cx="11324903" cy="692586"/>
      </dsp:txXfrm>
    </dsp:sp>
    <dsp:sp modelId="{19382C52-0802-410D-AB89-D7553A3BECF6}">
      <dsp:nvSpPr>
        <dsp:cNvPr id="0" name=""/>
        <dsp:cNvSpPr/>
      </dsp:nvSpPr>
      <dsp:spPr>
        <a:xfrm>
          <a:off x="0" y="2549942"/>
          <a:ext cx="11399837" cy="12306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45"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s-CL" sz="2400" kern="1200" dirty="0"/>
            <a:t>Funcionalidad</a:t>
          </a:r>
        </a:p>
        <a:p>
          <a:pPr marL="228600" lvl="1" indent="-228600" algn="l" defTabSz="1066800">
            <a:lnSpc>
              <a:spcPct val="90000"/>
            </a:lnSpc>
            <a:spcBef>
              <a:spcPct val="0"/>
            </a:spcBef>
            <a:spcAft>
              <a:spcPct val="20000"/>
            </a:spcAft>
            <a:buChar char="•"/>
          </a:pPr>
          <a:r>
            <a:rPr lang="es-CL" sz="2400" kern="1200" dirty="0"/>
            <a:t>Interfaces</a:t>
          </a:r>
        </a:p>
        <a:p>
          <a:pPr marL="228600" lvl="1" indent="-228600" algn="l" defTabSz="1066800">
            <a:lnSpc>
              <a:spcPct val="90000"/>
            </a:lnSpc>
            <a:spcBef>
              <a:spcPct val="0"/>
            </a:spcBef>
            <a:spcAft>
              <a:spcPct val="20000"/>
            </a:spcAft>
            <a:buChar char="•"/>
          </a:pPr>
          <a:r>
            <a:rPr lang="es-CL" sz="2400" kern="1200" dirty="0"/>
            <a:t>Restricciones físicas y operacionales</a:t>
          </a:r>
        </a:p>
      </dsp:txBody>
      <dsp:txXfrm>
        <a:off x="0" y="2549942"/>
        <a:ext cx="11399837" cy="1230614"/>
      </dsp:txXfrm>
    </dsp:sp>
    <dsp:sp modelId="{21289C82-FEB6-430F-88D0-EBAE00347030}">
      <dsp:nvSpPr>
        <dsp:cNvPr id="0" name=""/>
        <dsp:cNvSpPr/>
      </dsp:nvSpPr>
      <dsp:spPr>
        <a:xfrm>
          <a:off x="0" y="3780557"/>
          <a:ext cx="11399837" cy="76752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kern="1200" dirty="0"/>
            <a:t>Trazabilidad completa desde CONOPS</a:t>
          </a:r>
        </a:p>
      </dsp:txBody>
      <dsp:txXfrm>
        <a:off x="37467" y="3818024"/>
        <a:ext cx="11324903" cy="69258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6E0C8-2DE0-4811-8965-40B465563EC8}">
      <dsp:nvSpPr>
        <dsp:cNvPr id="0" name=""/>
        <dsp:cNvSpPr/>
      </dsp:nvSpPr>
      <dsp:spPr>
        <a:xfrm>
          <a:off x="0" y="96098"/>
          <a:ext cx="11399519" cy="62361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s-MX" sz="2600" kern="1200" dirty="0"/>
            <a:t>Ensayos realizados en instalaciones del CEN</a:t>
          </a:r>
          <a:endParaRPr lang="es-CL" sz="2600" kern="1200" dirty="0"/>
        </a:p>
      </dsp:txBody>
      <dsp:txXfrm>
        <a:off x="30442" y="126540"/>
        <a:ext cx="11338635" cy="562726"/>
      </dsp:txXfrm>
    </dsp:sp>
    <dsp:sp modelId="{BB0075B1-D1F8-418E-AE79-8EAC0906E717}">
      <dsp:nvSpPr>
        <dsp:cNvPr id="0" name=""/>
        <dsp:cNvSpPr/>
      </dsp:nvSpPr>
      <dsp:spPr>
        <a:xfrm>
          <a:off x="0" y="794588"/>
          <a:ext cx="11399519" cy="62361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s-MX" sz="2600" kern="1200" dirty="0"/>
            <a:t>Objetivo:</a:t>
          </a:r>
          <a:endParaRPr lang="es-CL" sz="2600" kern="1200" dirty="0"/>
        </a:p>
      </dsp:txBody>
      <dsp:txXfrm>
        <a:off x="30442" y="825030"/>
        <a:ext cx="11338635" cy="562726"/>
      </dsp:txXfrm>
    </dsp:sp>
    <dsp:sp modelId="{FE0A0FCE-74F7-46C6-9408-01BC2231CAEE}">
      <dsp:nvSpPr>
        <dsp:cNvPr id="0" name=""/>
        <dsp:cNvSpPr/>
      </dsp:nvSpPr>
      <dsp:spPr>
        <a:xfrm>
          <a:off x="0" y="1418199"/>
          <a:ext cx="11399519" cy="104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35"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s-MX" sz="2000" kern="1200" dirty="0"/>
            <a:t>Verificar desempeño funcional</a:t>
          </a:r>
          <a:endParaRPr lang="es-CL" sz="2000" kern="1200" dirty="0"/>
        </a:p>
        <a:p>
          <a:pPr marL="228600" lvl="1" indent="-228600" algn="l" defTabSz="889000">
            <a:lnSpc>
              <a:spcPct val="90000"/>
            </a:lnSpc>
            <a:spcBef>
              <a:spcPct val="0"/>
            </a:spcBef>
            <a:spcAft>
              <a:spcPct val="20000"/>
            </a:spcAft>
            <a:buChar char="•"/>
          </a:pPr>
          <a:r>
            <a:rPr lang="es-MX" sz="2000" kern="1200" dirty="0"/>
            <a:t>Validar interfaces</a:t>
          </a:r>
          <a:endParaRPr lang="es-CL" sz="2000" kern="1200" dirty="0"/>
        </a:p>
        <a:p>
          <a:pPr marL="228600" lvl="1" indent="-228600" algn="l" defTabSz="889000">
            <a:lnSpc>
              <a:spcPct val="90000"/>
            </a:lnSpc>
            <a:spcBef>
              <a:spcPct val="0"/>
            </a:spcBef>
            <a:spcAft>
              <a:spcPct val="20000"/>
            </a:spcAft>
            <a:buChar char="•"/>
          </a:pPr>
          <a:r>
            <a:rPr lang="es-MX" sz="2000" kern="1200" dirty="0"/>
            <a:t>Asegurar robustez ambiental</a:t>
          </a:r>
          <a:endParaRPr lang="es-CL" sz="2000" kern="1200" dirty="0"/>
        </a:p>
      </dsp:txBody>
      <dsp:txXfrm>
        <a:off x="0" y="1418199"/>
        <a:ext cx="11399519" cy="1049490"/>
      </dsp:txXfrm>
    </dsp:sp>
    <dsp:sp modelId="{344E5FC6-B760-48D0-84AC-92F1633F34E2}">
      <dsp:nvSpPr>
        <dsp:cNvPr id="0" name=""/>
        <dsp:cNvSpPr/>
      </dsp:nvSpPr>
      <dsp:spPr>
        <a:xfrm>
          <a:off x="0" y="2467689"/>
          <a:ext cx="11399519" cy="62361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s-MX" sz="2600" kern="1200"/>
            <a:t>Tipos de ensayos:</a:t>
          </a:r>
          <a:endParaRPr lang="es-CL" sz="2600" kern="1200"/>
        </a:p>
      </dsp:txBody>
      <dsp:txXfrm>
        <a:off x="30442" y="2498131"/>
        <a:ext cx="11338635" cy="562726"/>
      </dsp:txXfrm>
    </dsp:sp>
    <dsp:sp modelId="{ABC635D4-7D76-48E4-A2D6-3C8068709D64}">
      <dsp:nvSpPr>
        <dsp:cNvPr id="0" name=""/>
        <dsp:cNvSpPr/>
      </dsp:nvSpPr>
      <dsp:spPr>
        <a:xfrm>
          <a:off x="0" y="3091299"/>
          <a:ext cx="11399519" cy="13724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35"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s-MX" sz="2000" kern="1200"/>
            <a:t>Funcionales y eléctricos</a:t>
          </a:r>
          <a:endParaRPr lang="es-CL" sz="2000" kern="1200"/>
        </a:p>
        <a:p>
          <a:pPr marL="228600" lvl="1" indent="-228600" algn="l" defTabSz="889000">
            <a:lnSpc>
              <a:spcPct val="90000"/>
            </a:lnSpc>
            <a:spcBef>
              <a:spcPct val="0"/>
            </a:spcBef>
            <a:spcAft>
              <a:spcPct val="20000"/>
            </a:spcAft>
            <a:buChar char="•"/>
          </a:pPr>
          <a:r>
            <a:rPr lang="es-MX" sz="2000" kern="1200" dirty="0"/>
            <a:t>Ambientales térmicos</a:t>
          </a:r>
          <a:endParaRPr lang="es-CL" sz="2000" kern="1200" dirty="0"/>
        </a:p>
        <a:p>
          <a:pPr marL="228600" lvl="1" indent="-228600" algn="l" defTabSz="889000">
            <a:lnSpc>
              <a:spcPct val="90000"/>
            </a:lnSpc>
            <a:spcBef>
              <a:spcPct val="0"/>
            </a:spcBef>
            <a:spcAft>
              <a:spcPct val="20000"/>
            </a:spcAft>
            <a:buChar char="•"/>
          </a:pPr>
          <a:r>
            <a:rPr lang="es-MX" sz="2000" kern="1200"/>
            <a:t>Mecánicos y dinámicos</a:t>
          </a:r>
          <a:endParaRPr lang="es-CL" sz="2000" kern="1200"/>
        </a:p>
        <a:p>
          <a:pPr marL="228600" lvl="1" indent="-228600" algn="l" defTabSz="889000">
            <a:lnSpc>
              <a:spcPct val="90000"/>
            </a:lnSpc>
            <a:spcBef>
              <a:spcPct val="0"/>
            </a:spcBef>
            <a:spcAft>
              <a:spcPct val="20000"/>
            </a:spcAft>
            <a:buChar char="•"/>
          </a:pPr>
          <a:r>
            <a:rPr lang="es-MX" sz="2000" kern="1200"/>
            <a:t>Compatibilidad electromagnética (EMC)</a:t>
          </a:r>
          <a:endParaRPr lang="es-CL" sz="2000" kern="1200"/>
        </a:p>
      </dsp:txBody>
      <dsp:txXfrm>
        <a:off x="0" y="3091299"/>
        <a:ext cx="11399519" cy="13724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38C15-873B-4DD9-8E59-D7843E1968F4}">
      <dsp:nvSpPr>
        <dsp:cNvPr id="0" name=""/>
        <dsp:cNvSpPr/>
      </dsp:nvSpPr>
      <dsp:spPr>
        <a:xfrm>
          <a:off x="0" y="63564"/>
          <a:ext cx="11399519" cy="6715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a:t>Validación de operación nominal y manejo de fallas</a:t>
          </a:r>
          <a:endParaRPr lang="es-CL" sz="2800" kern="1200"/>
        </a:p>
      </dsp:txBody>
      <dsp:txXfrm>
        <a:off x="32784" y="96348"/>
        <a:ext cx="11333951" cy="606012"/>
      </dsp:txXfrm>
    </dsp:sp>
    <dsp:sp modelId="{8934D51F-3BE6-4FE2-A3D7-3F7894A926FC}">
      <dsp:nvSpPr>
        <dsp:cNvPr id="0" name=""/>
        <dsp:cNvSpPr/>
      </dsp:nvSpPr>
      <dsp:spPr>
        <a:xfrm>
          <a:off x="0" y="815784"/>
          <a:ext cx="11399519" cy="6715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dirty="0"/>
            <a:t>Consumo de potencia y corrientes de arranque</a:t>
          </a:r>
          <a:endParaRPr lang="es-CL" sz="2800" kern="1200" dirty="0"/>
        </a:p>
      </dsp:txBody>
      <dsp:txXfrm>
        <a:off x="32784" y="848568"/>
        <a:ext cx="11333951" cy="606012"/>
      </dsp:txXfrm>
    </dsp:sp>
    <dsp:sp modelId="{130C3A3B-011A-4C00-9D5A-812340963E14}">
      <dsp:nvSpPr>
        <dsp:cNvPr id="0" name=""/>
        <dsp:cNvSpPr/>
      </dsp:nvSpPr>
      <dsp:spPr>
        <a:xfrm>
          <a:off x="0" y="1568004"/>
          <a:ext cx="11399519" cy="6715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dirty="0"/>
            <a:t>Desempeño RF UHF</a:t>
          </a:r>
          <a:endParaRPr lang="es-CL" sz="2800" kern="1200" dirty="0"/>
        </a:p>
      </dsp:txBody>
      <dsp:txXfrm>
        <a:off x="32784" y="1600788"/>
        <a:ext cx="11333951" cy="606012"/>
      </dsp:txXfrm>
    </dsp:sp>
    <dsp:sp modelId="{C8ABFAB6-C178-45BD-BE0B-881ECD542EB6}">
      <dsp:nvSpPr>
        <dsp:cNvPr id="0" name=""/>
        <dsp:cNvSpPr/>
      </dsp:nvSpPr>
      <dsp:spPr>
        <a:xfrm>
          <a:off x="0" y="2320224"/>
          <a:ext cx="11399519" cy="6715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a:t>Integridad de datos y almacenamiento</a:t>
          </a:r>
          <a:endParaRPr lang="es-CL" sz="2800" kern="1200"/>
        </a:p>
      </dsp:txBody>
      <dsp:txXfrm>
        <a:off x="32784" y="2353008"/>
        <a:ext cx="11333951" cy="606012"/>
      </dsp:txXfrm>
    </dsp:sp>
    <dsp:sp modelId="{5B97CDBF-5B37-404A-8577-55DDBB2A9617}">
      <dsp:nvSpPr>
        <dsp:cNvPr id="0" name=""/>
        <dsp:cNvSpPr/>
      </dsp:nvSpPr>
      <dsp:spPr>
        <a:xfrm>
          <a:off x="0" y="3072443"/>
          <a:ext cx="11399519" cy="6715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dirty="0"/>
            <a:t>Interfaces con OBC y Banda S</a:t>
          </a:r>
          <a:endParaRPr lang="es-CL" sz="2800" kern="1200" dirty="0"/>
        </a:p>
      </dsp:txBody>
      <dsp:txXfrm>
        <a:off x="32784" y="3105227"/>
        <a:ext cx="11333951" cy="606012"/>
      </dsp:txXfrm>
    </dsp:sp>
    <dsp:sp modelId="{7803F0DE-AB3A-4305-9CC4-0FA72A64ADFF}">
      <dsp:nvSpPr>
        <dsp:cNvPr id="0" name=""/>
        <dsp:cNvSpPr/>
      </dsp:nvSpPr>
      <dsp:spPr>
        <a:xfrm>
          <a:off x="0" y="3824664"/>
          <a:ext cx="11399519" cy="671580"/>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MX" sz="2800" kern="1200"/>
            <a:t>Mecanismos de seguridad y recuperación</a:t>
          </a:r>
          <a:endParaRPr lang="es-CL" sz="2800" kern="1200"/>
        </a:p>
      </dsp:txBody>
      <dsp:txXfrm>
        <a:off x="32784" y="3857448"/>
        <a:ext cx="11333951" cy="6060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78F5D-B4D5-499A-BE8F-F5D877CBC266}">
      <dsp:nvSpPr>
        <dsp:cNvPr id="0" name=""/>
        <dsp:cNvSpPr/>
      </dsp:nvSpPr>
      <dsp:spPr>
        <a:xfrm>
          <a:off x="0" y="14284"/>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MX" sz="3000" kern="1200" dirty="0"/>
            <a:t>Ciclado térmico y vacío térmico (TVAC)</a:t>
          </a:r>
          <a:endParaRPr lang="es-CL" sz="3000" kern="1200" dirty="0"/>
        </a:p>
      </dsp:txBody>
      <dsp:txXfrm>
        <a:off x="35125" y="49409"/>
        <a:ext cx="11329269" cy="649299"/>
      </dsp:txXfrm>
    </dsp:sp>
    <dsp:sp modelId="{AD4F095A-649A-429A-AEBD-3A6C8D7CCAFC}">
      <dsp:nvSpPr>
        <dsp:cNvPr id="0" name=""/>
        <dsp:cNvSpPr/>
      </dsp:nvSpPr>
      <dsp:spPr>
        <a:xfrm>
          <a:off x="0" y="820234"/>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MX" sz="3000" kern="1200" dirty="0"/>
            <a:t>Vibración aleatoria y sinusoidal</a:t>
          </a:r>
          <a:endParaRPr lang="es-CL" sz="3000" kern="1200" dirty="0"/>
        </a:p>
      </dsp:txBody>
      <dsp:txXfrm>
        <a:off x="35125" y="855359"/>
        <a:ext cx="11329269" cy="649299"/>
      </dsp:txXfrm>
    </dsp:sp>
    <dsp:sp modelId="{5EDB37B6-2F07-4B32-A281-CA75FA0C3919}">
      <dsp:nvSpPr>
        <dsp:cNvPr id="0" name=""/>
        <dsp:cNvSpPr/>
      </dsp:nvSpPr>
      <dsp:spPr>
        <a:xfrm>
          <a:off x="0" y="1626184"/>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MX" sz="3000" kern="1200" dirty="0"/>
            <a:t>Verificación de masa y centro de gravedad</a:t>
          </a:r>
          <a:endParaRPr lang="es-CL" sz="3000" kern="1200" dirty="0"/>
        </a:p>
      </dsp:txBody>
      <dsp:txXfrm>
        <a:off x="35125" y="1661309"/>
        <a:ext cx="11329269" cy="649299"/>
      </dsp:txXfrm>
    </dsp:sp>
    <dsp:sp modelId="{18450989-6D6D-49A9-A7DF-ED9BA7542ECC}">
      <dsp:nvSpPr>
        <dsp:cNvPr id="0" name=""/>
        <dsp:cNvSpPr/>
      </dsp:nvSpPr>
      <dsp:spPr>
        <a:xfrm>
          <a:off x="0" y="2432134"/>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MX" sz="3000" kern="1200" dirty="0"/>
            <a:t>Prueba de mecanismos y despliegue de antenas</a:t>
          </a:r>
          <a:endParaRPr lang="es-CL" sz="3000" kern="1200" dirty="0"/>
        </a:p>
      </dsp:txBody>
      <dsp:txXfrm>
        <a:off x="35125" y="2467259"/>
        <a:ext cx="11329269" cy="64929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D95236-D752-40A9-BF38-D04DCDFD35D8}">
      <dsp:nvSpPr>
        <dsp:cNvPr id="0" name=""/>
        <dsp:cNvSpPr/>
      </dsp:nvSpPr>
      <dsp:spPr>
        <a:xfrm>
          <a:off x="0" y="14284"/>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a:t>Auto-compatibilidad electromagnética</a:t>
          </a:r>
          <a:endParaRPr lang="es-CL" sz="3000" kern="1200"/>
        </a:p>
      </dsp:txBody>
      <dsp:txXfrm>
        <a:off x="35125" y="49409"/>
        <a:ext cx="11329269" cy="649299"/>
      </dsp:txXfrm>
    </dsp:sp>
    <dsp:sp modelId="{3E2296CD-AC53-4284-9400-ABFF628763B5}">
      <dsp:nvSpPr>
        <dsp:cNvPr id="0" name=""/>
        <dsp:cNvSpPr/>
      </dsp:nvSpPr>
      <dsp:spPr>
        <a:xfrm>
          <a:off x="0" y="820234"/>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a:t>Emisiones conducidas en potencia</a:t>
          </a:r>
          <a:endParaRPr lang="es-CL" sz="3000" kern="1200"/>
        </a:p>
      </dsp:txBody>
      <dsp:txXfrm>
        <a:off x="35125" y="855359"/>
        <a:ext cx="11329269" cy="649299"/>
      </dsp:txXfrm>
    </dsp:sp>
    <dsp:sp modelId="{31337029-D2B8-4352-AFCD-8DF1297E723B}">
      <dsp:nvSpPr>
        <dsp:cNvPr id="0" name=""/>
        <dsp:cNvSpPr/>
      </dsp:nvSpPr>
      <dsp:spPr>
        <a:xfrm>
          <a:off x="0" y="1626184"/>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a:t>Susceptibilidad frente a transmisiones RF</a:t>
          </a:r>
          <a:endParaRPr lang="es-CL" sz="3000" kern="1200"/>
        </a:p>
      </dsp:txBody>
      <dsp:txXfrm>
        <a:off x="35125" y="1661309"/>
        <a:ext cx="11329269" cy="649299"/>
      </dsp:txXfrm>
    </dsp:sp>
    <dsp:sp modelId="{C67AB559-2C59-4FA9-B14B-A62769A02EC9}">
      <dsp:nvSpPr>
        <dsp:cNvPr id="0" name=""/>
        <dsp:cNvSpPr/>
      </dsp:nvSpPr>
      <dsp:spPr>
        <a:xfrm>
          <a:off x="0" y="2432134"/>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dirty="0"/>
            <a:t>Coexistencia con la plataforma</a:t>
          </a:r>
          <a:endParaRPr lang="es-CL" sz="3000" kern="1200" dirty="0"/>
        </a:p>
      </dsp:txBody>
      <dsp:txXfrm>
        <a:off x="35125" y="2467259"/>
        <a:ext cx="11329269" cy="64929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9654E1-2A4A-477B-BD1D-BE0B1F643A6D}">
      <dsp:nvSpPr>
        <dsp:cNvPr id="0" name=""/>
        <dsp:cNvSpPr/>
      </dsp:nvSpPr>
      <dsp:spPr>
        <a:xfrm>
          <a:off x="0" y="30409"/>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a:t>Ejecutada posterior a LEOP</a:t>
          </a:r>
          <a:endParaRPr lang="es-CL" sz="3000" kern="1200"/>
        </a:p>
      </dsp:txBody>
      <dsp:txXfrm>
        <a:off x="35125" y="65534"/>
        <a:ext cx="11329269" cy="649299"/>
      </dsp:txXfrm>
    </dsp:sp>
    <dsp:sp modelId="{D1F79BEA-52A3-48DF-8774-A699255A9A8F}">
      <dsp:nvSpPr>
        <dsp:cNvPr id="0" name=""/>
        <dsp:cNvSpPr/>
      </dsp:nvSpPr>
      <dsp:spPr>
        <a:xfrm>
          <a:off x="0" y="836359"/>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a:t>Verificación de enlace y recepción de datos</a:t>
          </a:r>
          <a:endParaRPr lang="es-CL" sz="3000" kern="1200"/>
        </a:p>
      </dsp:txBody>
      <dsp:txXfrm>
        <a:off x="35125" y="871484"/>
        <a:ext cx="11329269" cy="649299"/>
      </dsp:txXfrm>
    </dsp:sp>
    <dsp:sp modelId="{A23211DA-0264-49F0-B41E-6C342CC5DEFE}">
      <dsp:nvSpPr>
        <dsp:cNvPr id="0" name=""/>
        <dsp:cNvSpPr/>
      </dsp:nvSpPr>
      <dsp:spPr>
        <a:xfrm>
          <a:off x="0" y="1642308"/>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dirty="0"/>
            <a:t>Demostración Store &amp; Forward en órbita</a:t>
          </a:r>
          <a:endParaRPr lang="es-CL" sz="3000" kern="1200" dirty="0"/>
        </a:p>
      </dsp:txBody>
      <dsp:txXfrm>
        <a:off x="35125" y="1677433"/>
        <a:ext cx="11329269" cy="649299"/>
      </dsp:txXfrm>
    </dsp:sp>
    <dsp:sp modelId="{87497322-5A86-4C77-84EA-D04AD6A50A04}">
      <dsp:nvSpPr>
        <dsp:cNvPr id="0" name=""/>
        <dsp:cNvSpPr/>
      </dsp:nvSpPr>
      <dsp:spPr>
        <a:xfrm>
          <a:off x="0" y="2448259"/>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dirty="0"/>
            <a:t>Descarga vía Banda S</a:t>
          </a:r>
          <a:endParaRPr lang="es-CL" sz="3000" kern="1200" dirty="0"/>
        </a:p>
      </dsp:txBody>
      <dsp:txXfrm>
        <a:off x="35125" y="2483384"/>
        <a:ext cx="11329269" cy="649299"/>
      </dsp:txXfrm>
    </dsp:sp>
    <dsp:sp modelId="{B2705B3B-ED9A-4CBF-978C-01372787A7F0}">
      <dsp:nvSpPr>
        <dsp:cNvPr id="0" name=""/>
        <dsp:cNvSpPr/>
      </dsp:nvSpPr>
      <dsp:spPr>
        <a:xfrm>
          <a:off x="0" y="3254209"/>
          <a:ext cx="11399519" cy="71954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CL" sz="3000" b="0" i="0" kern="1200" baseline="0"/>
            <a:t>Actualización de firmware en vuelo</a:t>
          </a:r>
          <a:endParaRPr lang="es-CL" sz="3000" kern="1200"/>
        </a:p>
      </dsp:txBody>
      <dsp:txXfrm>
        <a:off x="35125" y="3289334"/>
        <a:ext cx="11329269" cy="64929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44A8D-2D2C-427C-8B7A-D02B29CB4998}">
      <dsp:nvSpPr>
        <dsp:cNvPr id="0" name=""/>
        <dsp:cNvSpPr/>
      </dsp:nvSpPr>
      <dsp:spPr>
        <a:xfrm>
          <a:off x="0" y="28300"/>
          <a:ext cx="11399837" cy="74880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Parámetros considerados</a:t>
          </a:r>
        </a:p>
      </dsp:txBody>
      <dsp:txXfrm>
        <a:off x="36553" y="64853"/>
        <a:ext cx="11326731" cy="675694"/>
      </dsp:txXfrm>
    </dsp:sp>
    <dsp:sp modelId="{C97027C5-B203-451D-AA8D-EC01BB8F1FD7}">
      <dsp:nvSpPr>
        <dsp:cNvPr id="0" name=""/>
        <dsp:cNvSpPr/>
      </dsp:nvSpPr>
      <dsp:spPr>
        <a:xfrm>
          <a:off x="0" y="777100"/>
          <a:ext cx="11399837" cy="662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4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s-CL" sz="1800" kern="1200" dirty="0"/>
            <a:t>Impacto</a:t>
          </a:r>
        </a:p>
        <a:p>
          <a:pPr marL="171450" lvl="1" indent="-171450" algn="l" defTabSz="800100">
            <a:lnSpc>
              <a:spcPct val="90000"/>
            </a:lnSpc>
            <a:spcBef>
              <a:spcPct val="0"/>
            </a:spcBef>
            <a:spcAft>
              <a:spcPct val="20000"/>
            </a:spcAft>
            <a:buChar char="•"/>
          </a:pPr>
          <a:r>
            <a:rPr lang="es-CL" sz="1800" kern="1200" dirty="0"/>
            <a:t>Probabilidad de ocurrencia</a:t>
          </a:r>
        </a:p>
      </dsp:txBody>
      <dsp:txXfrm>
        <a:off x="0" y="777100"/>
        <a:ext cx="11399837" cy="662400"/>
      </dsp:txXfrm>
    </dsp:sp>
    <dsp:sp modelId="{5B0049A6-3FEF-4CA4-968F-D623AEB5A7E5}">
      <dsp:nvSpPr>
        <dsp:cNvPr id="0" name=""/>
        <dsp:cNvSpPr/>
      </dsp:nvSpPr>
      <dsp:spPr>
        <a:xfrm>
          <a:off x="0" y="1439500"/>
          <a:ext cx="11399837" cy="74880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Clasificación de riesgos</a:t>
          </a:r>
        </a:p>
      </dsp:txBody>
      <dsp:txXfrm>
        <a:off x="36553" y="1476053"/>
        <a:ext cx="11326731" cy="675694"/>
      </dsp:txXfrm>
    </dsp:sp>
    <dsp:sp modelId="{9182010A-637A-4DC3-9599-D9FA79A00C75}">
      <dsp:nvSpPr>
        <dsp:cNvPr id="0" name=""/>
        <dsp:cNvSpPr/>
      </dsp:nvSpPr>
      <dsp:spPr>
        <a:xfrm>
          <a:off x="0" y="2188300"/>
          <a:ext cx="11399837" cy="93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4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s-CL" sz="1800" kern="1200" dirty="0"/>
            <a:t>Bajo</a:t>
          </a:r>
        </a:p>
        <a:p>
          <a:pPr marL="171450" lvl="1" indent="-171450" algn="l" defTabSz="800100">
            <a:lnSpc>
              <a:spcPct val="90000"/>
            </a:lnSpc>
            <a:spcBef>
              <a:spcPct val="0"/>
            </a:spcBef>
            <a:spcAft>
              <a:spcPct val="20000"/>
            </a:spcAft>
            <a:buChar char="•"/>
          </a:pPr>
          <a:r>
            <a:rPr lang="es-CL" sz="1800" kern="1200" dirty="0"/>
            <a:t>Medio</a:t>
          </a:r>
        </a:p>
        <a:p>
          <a:pPr marL="171450" lvl="1" indent="-171450" algn="l" defTabSz="800100">
            <a:lnSpc>
              <a:spcPct val="90000"/>
            </a:lnSpc>
            <a:spcBef>
              <a:spcPct val="0"/>
            </a:spcBef>
            <a:spcAft>
              <a:spcPct val="20000"/>
            </a:spcAft>
            <a:buChar char="•"/>
          </a:pPr>
          <a:r>
            <a:rPr lang="es-CL" sz="1800" kern="1200" dirty="0"/>
            <a:t>Alto</a:t>
          </a:r>
        </a:p>
      </dsp:txBody>
      <dsp:txXfrm>
        <a:off x="0" y="2188300"/>
        <a:ext cx="11399837" cy="931500"/>
      </dsp:txXfrm>
    </dsp:sp>
    <dsp:sp modelId="{FF548EBC-21EE-4F09-9415-A98B19760248}">
      <dsp:nvSpPr>
        <dsp:cNvPr id="0" name=""/>
        <dsp:cNvSpPr/>
      </dsp:nvSpPr>
      <dsp:spPr>
        <a:xfrm>
          <a:off x="0" y="3119800"/>
          <a:ext cx="11399837" cy="748800"/>
        </a:xfrm>
        <a:prstGeom prst="roundRect">
          <a:avLst/>
        </a:prstGeom>
        <a:solidFill>
          <a:srgbClr val="00B050"/>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CL" sz="2400" kern="1200" dirty="0"/>
            <a:t>Riesgos relevantes</a:t>
          </a:r>
        </a:p>
      </dsp:txBody>
      <dsp:txXfrm>
        <a:off x="36553" y="3156353"/>
        <a:ext cx="11326731" cy="675694"/>
      </dsp:txXfrm>
    </dsp:sp>
    <dsp:sp modelId="{F4FE0735-6405-4F58-B7BE-F6E5D65A9CBD}">
      <dsp:nvSpPr>
        <dsp:cNvPr id="0" name=""/>
        <dsp:cNvSpPr/>
      </dsp:nvSpPr>
      <dsp:spPr>
        <a:xfrm>
          <a:off x="0" y="3868600"/>
          <a:ext cx="11399837" cy="662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94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s-CL" sz="1800" kern="1200" dirty="0"/>
            <a:t>Integración con la plataforma</a:t>
          </a:r>
        </a:p>
        <a:p>
          <a:pPr marL="171450" lvl="1" indent="-171450" algn="l" defTabSz="800100">
            <a:lnSpc>
              <a:spcPct val="90000"/>
            </a:lnSpc>
            <a:spcBef>
              <a:spcPct val="0"/>
            </a:spcBef>
            <a:spcAft>
              <a:spcPct val="20000"/>
            </a:spcAft>
            <a:buChar char="•"/>
          </a:pPr>
          <a:r>
            <a:rPr lang="es-CL" sz="1800" kern="1200" dirty="0"/>
            <a:t>Operación durante la misión</a:t>
          </a:r>
        </a:p>
      </dsp:txBody>
      <dsp:txXfrm>
        <a:off x="0" y="3868600"/>
        <a:ext cx="11399837" cy="6624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EE366-79F3-4D8B-8BA6-48DA8E6C99D9}">
      <dsp:nvSpPr>
        <dsp:cNvPr id="0" name=""/>
        <dsp:cNvSpPr/>
      </dsp:nvSpPr>
      <dsp:spPr>
        <a:xfrm>
          <a:off x="0" y="1668780"/>
          <a:ext cx="13817600" cy="2225040"/>
        </a:xfrm>
        <a:prstGeom prst="notchedRightArrow">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DB1D97-0B4A-4D63-8EF9-C5FE9AD5DF9B}">
      <dsp:nvSpPr>
        <dsp:cNvPr id="0" name=""/>
        <dsp:cNvSpPr/>
      </dsp:nvSpPr>
      <dsp:spPr>
        <a:xfrm>
          <a:off x="1894" y="0"/>
          <a:ext cx="2715335"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es-CL" sz="2400" kern="1200" dirty="0"/>
            <a:t>Definición de arquitectura de funcional</a:t>
          </a:r>
        </a:p>
      </dsp:txBody>
      <dsp:txXfrm>
        <a:off x="1894" y="0"/>
        <a:ext cx="2715335" cy="2225040"/>
      </dsp:txXfrm>
    </dsp:sp>
    <dsp:sp modelId="{BE1EA6A9-7149-48C5-A961-5800BCCA0E9E}">
      <dsp:nvSpPr>
        <dsp:cNvPr id="0" name=""/>
        <dsp:cNvSpPr/>
      </dsp:nvSpPr>
      <dsp:spPr>
        <a:xfrm>
          <a:off x="1081432" y="2503170"/>
          <a:ext cx="556260" cy="556260"/>
        </a:xfrm>
        <a:prstGeom prst="ellipse">
          <a:avLst/>
        </a:prstGeom>
        <a:solidFill>
          <a:schemeClr val="accent6"/>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E11D2E-2B97-48F8-8D3A-B31F2CF674D5}">
      <dsp:nvSpPr>
        <dsp:cNvPr id="0" name=""/>
        <dsp:cNvSpPr/>
      </dsp:nvSpPr>
      <dsp:spPr>
        <a:xfrm>
          <a:off x="2832905" y="3337560"/>
          <a:ext cx="2313503"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es-CL" sz="2400" kern="1200" dirty="0"/>
            <a:t>Diseño de diagramas de alto nivel</a:t>
          </a:r>
        </a:p>
      </dsp:txBody>
      <dsp:txXfrm>
        <a:off x="2832905" y="3337560"/>
        <a:ext cx="2313503" cy="2225040"/>
      </dsp:txXfrm>
    </dsp:sp>
    <dsp:sp modelId="{1008DD51-0D6E-46DD-AA94-FEEAC4D46323}">
      <dsp:nvSpPr>
        <dsp:cNvPr id="0" name=""/>
        <dsp:cNvSpPr/>
      </dsp:nvSpPr>
      <dsp:spPr>
        <a:xfrm>
          <a:off x="3711527" y="2503170"/>
          <a:ext cx="556260" cy="556260"/>
        </a:xfrm>
        <a:prstGeom prst="ellipse">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D7D692-3D08-44A5-8E67-023300EAB877}">
      <dsp:nvSpPr>
        <dsp:cNvPr id="0" name=""/>
        <dsp:cNvSpPr/>
      </dsp:nvSpPr>
      <dsp:spPr>
        <a:xfrm>
          <a:off x="5262084" y="0"/>
          <a:ext cx="2313503"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es-CL" sz="2400" kern="1200" dirty="0"/>
            <a:t>Definición de interfaces</a:t>
          </a:r>
        </a:p>
      </dsp:txBody>
      <dsp:txXfrm>
        <a:off x="5262084" y="0"/>
        <a:ext cx="2313503" cy="2225040"/>
      </dsp:txXfrm>
    </dsp:sp>
    <dsp:sp modelId="{C688A732-5443-4903-B034-89F257A0302A}">
      <dsp:nvSpPr>
        <dsp:cNvPr id="0" name=""/>
        <dsp:cNvSpPr/>
      </dsp:nvSpPr>
      <dsp:spPr>
        <a:xfrm>
          <a:off x="6140706" y="2503170"/>
          <a:ext cx="556260" cy="556260"/>
        </a:xfrm>
        <a:prstGeom prst="ellipse">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0860CD-883B-4390-814D-C222D8F500A6}">
      <dsp:nvSpPr>
        <dsp:cNvPr id="0" name=""/>
        <dsp:cNvSpPr/>
      </dsp:nvSpPr>
      <dsp:spPr>
        <a:xfrm>
          <a:off x="7691263" y="3337560"/>
          <a:ext cx="2313503"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marL="0" lvl="0" indent="0" algn="ctr" defTabSz="1066800">
            <a:lnSpc>
              <a:spcPct val="90000"/>
            </a:lnSpc>
            <a:spcBef>
              <a:spcPct val="0"/>
            </a:spcBef>
            <a:spcAft>
              <a:spcPct val="35000"/>
            </a:spcAft>
            <a:buNone/>
          </a:pPr>
          <a:r>
            <a:rPr lang="es-CL" sz="2400" kern="1200" dirty="0"/>
            <a:t>Diagrama de bloques de bajo nivel</a:t>
          </a:r>
        </a:p>
      </dsp:txBody>
      <dsp:txXfrm>
        <a:off x="7691263" y="3337560"/>
        <a:ext cx="2313503" cy="2225040"/>
      </dsp:txXfrm>
    </dsp:sp>
    <dsp:sp modelId="{D2ABB093-0785-45D7-9375-802A70AFC41F}">
      <dsp:nvSpPr>
        <dsp:cNvPr id="0" name=""/>
        <dsp:cNvSpPr/>
      </dsp:nvSpPr>
      <dsp:spPr>
        <a:xfrm>
          <a:off x="8569884" y="2503170"/>
          <a:ext cx="556260" cy="556260"/>
        </a:xfrm>
        <a:prstGeom prst="ellipse">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E705F9-448B-4193-9FAD-B6CA8124E588}">
      <dsp:nvSpPr>
        <dsp:cNvPr id="0" name=""/>
        <dsp:cNvSpPr/>
      </dsp:nvSpPr>
      <dsp:spPr>
        <a:xfrm>
          <a:off x="10120441" y="0"/>
          <a:ext cx="2313503"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marL="0" lvl="0" indent="0" algn="ctr" defTabSz="1066800">
            <a:lnSpc>
              <a:spcPct val="90000"/>
            </a:lnSpc>
            <a:spcBef>
              <a:spcPct val="0"/>
            </a:spcBef>
            <a:spcAft>
              <a:spcPct val="35000"/>
            </a:spcAft>
            <a:buNone/>
          </a:pPr>
          <a:r>
            <a:rPr lang="es-CL" sz="2400" kern="1200" dirty="0"/>
            <a:t>Diseño preliminar</a:t>
          </a:r>
        </a:p>
      </dsp:txBody>
      <dsp:txXfrm>
        <a:off x="10120441" y="0"/>
        <a:ext cx="2313503" cy="2225040"/>
      </dsp:txXfrm>
    </dsp:sp>
    <dsp:sp modelId="{C8625BA8-255E-4821-8B59-03F6D3E58E8D}">
      <dsp:nvSpPr>
        <dsp:cNvPr id="0" name=""/>
        <dsp:cNvSpPr/>
      </dsp:nvSpPr>
      <dsp:spPr>
        <a:xfrm>
          <a:off x="10999063" y="2503170"/>
          <a:ext cx="556260" cy="556260"/>
        </a:xfrm>
        <a:prstGeom prst="ellipse">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0BE624-9C8C-4BAA-A0A0-C88DFBEA038B}">
      <dsp:nvSpPr>
        <dsp:cNvPr id="0" name=""/>
        <dsp:cNvSpPr/>
      </dsp:nvSpPr>
      <dsp:spPr>
        <a:xfrm>
          <a:off x="0" y="1668780"/>
          <a:ext cx="13817600" cy="2225040"/>
        </a:xfrm>
        <a:prstGeom prst="notchedRightArrow">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81C0C9-3128-406F-B5D2-874FC2547930}">
      <dsp:nvSpPr>
        <dsp:cNvPr id="0" name=""/>
        <dsp:cNvSpPr/>
      </dsp:nvSpPr>
      <dsp:spPr>
        <a:xfrm>
          <a:off x="1018" y="0"/>
          <a:ext cx="1915775"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1">
          <a:noAutofit/>
        </a:bodyPr>
        <a:lstStyle/>
        <a:p>
          <a:pPr marL="0" lvl="0" indent="0" algn="l" defTabSz="889000">
            <a:lnSpc>
              <a:spcPct val="90000"/>
            </a:lnSpc>
            <a:spcBef>
              <a:spcPct val="0"/>
            </a:spcBef>
            <a:spcAft>
              <a:spcPct val="35000"/>
            </a:spcAft>
            <a:buNone/>
          </a:pPr>
          <a:r>
            <a:rPr lang="es-CL" sz="2000" b="1" kern="1200" dirty="0"/>
            <a:t>KO Meeting</a:t>
          </a:r>
        </a:p>
        <a:p>
          <a:pPr marL="228600" lvl="1" indent="-228600" algn="l" defTabSz="889000">
            <a:lnSpc>
              <a:spcPct val="90000"/>
            </a:lnSpc>
            <a:spcBef>
              <a:spcPct val="0"/>
            </a:spcBef>
            <a:spcAft>
              <a:spcPct val="15000"/>
            </a:spcAft>
            <a:buChar char="•"/>
          </a:pPr>
          <a:r>
            <a:rPr lang="es-CL" sz="2000" kern="1200"/>
            <a:t>16/01/2026</a:t>
          </a:r>
          <a:endParaRPr lang="es-CL" sz="2000" kern="1200" dirty="0"/>
        </a:p>
      </dsp:txBody>
      <dsp:txXfrm>
        <a:off x="1018" y="0"/>
        <a:ext cx="1915775" cy="2225040"/>
      </dsp:txXfrm>
    </dsp:sp>
    <dsp:sp modelId="{FD399676-0E89-4EC6-A943-E55376C3959B}">
      <dsp:nvSpPr>
        <dsp:cNvPr id="0" name=""/>
        <dsp:cNvSpPr/>
      </dsp:nvSpPr>
      <dsp:spPr>
        <a:xfrm>
          <a:off x="680776" y="2503170"/>
          <a:ext cx="556260" cy="556260"/>
        </a:xfrm>
        <a:prstGeom prst="ellipse">
          <a:avLst/>
        </a:prstGeom>
        <a:solidFill>
          <a:schemeClr val="accent5"/>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752790BA-D1C1-4993-8B48-66C0BBDE4955}">
      <dsp:nvSpPr>
        <dsp:cNvPr id="0" name=""/>
        <dsp:cNvSpPr/>
      </dsp:nvSpPr>
      <dsp:spPr>
        <a:xfrm>
          <a:off x="2012582" y="3337560"/>
          <a:ext cx="2226341"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1">
          <a:noAutofit/>
        </a:bodyPr>
        <a:lstStyle/>
        <a:p>
          <a:pPr marL="0" lvl="0" indent="0" algn="l" defTabSz="889000">
            <a:lnSpc>
              <a:spcPct val="90000"/>
            </a:lnSpc>
            <a:spcBef>
              <a:spcPct val="0"/>
            </a:spcBef>
            <a:spcAft>
              <a:spcPct val="35000"/>
            </a:spcAft>
            <a:buNone/>
          </a:pPr>
          <a:r>
            <a:rPr lang="es-CL" sz="2000" b="1" kern="1200" dirty="0"/>
            <a:t>Documento SRR</a:t>
          </a:r>
        </a:p>
        <a:p>
          <a:pPr marL="228600" lvl="1" indent="-228600" algn="l" defTabSz="889000">
            <a:lnSpc>
              <a:spcPct val="90000"/>
            </a:lnSpc>
            <a:spcBef>
              <a:spcPct val="0"/>
            </a:spcBef>
            <a:spcAft>
              <a:spcPct val="15000"/>
            </a:spcAft>
            <a:buChar char="•"/>
          </a:pPr>
          <a:r>
            <a:rPr lang="es-CL" sz="2000" kern="1200" dirty="0"/>
            <a:t>23/01/2026</a:t>
          </a:r>
        </a:p>
      </dsp:txBody>
      <dsp:txXfrm>
        <a:off x="2012582" y="3337560"/>
        <a:ext cx="2226341" cy="2225040"/>
      </dsp:txXfrm>
    </dsp:sp>
    <dsp:sp modelId="{15BF1E69-56BD-4C7A-841D-4D0AB787FD5C}">
      <dsp:nvSpPr>
        <dsp:cNvPr id="0" name=""/>
        <dsp:cNvSpPr/>
      </dsp:nvSpPr>
      <dsp:spPr>
        <a:xfrm>
          <a:off x="2847623" y="2503170"/>
          <a:ext cx="556260" cy="556260"/>
        </a:xfrm>
        <a:prstGeom prst="ellipse">
          <a:avLst/>
        </a:prstGeom>
        <a:solidFill>
          <a:schemeClr val="accent5"/>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C5C2202-37AE-4984-A3EF-39A3FD6654C8}">
      <dsp:nvSpPr>
        <dsp:cNvPr id="0" name=""/>
        <dsp:cNvSpPr/>
      </dsp:nvSpPr>
      <dsp:spPr>
        <a:xfrm>
          <a:off x="4334713" y="0"/>
          <a:ext cx="1915775"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1">
          <a:noAutofit/>
        </a:bodyPr>
        <a:lstStyle/>
        <a:p>
          <a:pPr marL="0" lvl="0" indent="0" algn="l" defTabSz="889000">
            <a:lnSpc>
              <a:spcPct val="90000"/>
            </a:lnSpc>
            <a:spcBef>
              <a:spcPct val="0"/>
            </a:spcBef>
            <a:spcAft>
              <a:spcPct val="35000"/>
            </a:spcAft>
            <a:buNone/>
          </a:pPr>
          <a:r>
            <a:rPr lang="es-CL" sz="2000" b="1" kern="1200" dirty="0"/>
            <a:t>Reunión SRR</a:t>
          </a:r>
        </a:p>
        <a:p>
          <a:pPr marL="228600" lvl="1" indent="-228600" algn="l" defTabSz="889000">
            <a:lnSpc>
              <a:spcPct val="90000"/>
            </a:lnSpc>
            <a:spcBef>
              <a:spcPct val="0"/>
            </a:spcBef>
            <a:spcAft>
              <a:spcPct val="15000"/>
            </a:spcAft>
            <a:buChar char="•"/>
          </a:pPr>
          <a:r>
            <a:rPr lang="es-CL" sz="2000" kern="1200" dirty="0"/>
            <a:t>30/01/2026</a:t>
          </a:r>
        </a:p>
      </dsp:txBody>
      <dsp:txXfrm>
        <a:off x="4334713" y="0"/>
        <a:ext cx="1915775" cy="2225040"/>
      </dsp:txXfrm>
    </dsp:sp>
    <dsp:sp modelId="{31E558C9-2C39-4981-B8D5-DB1406E84718}">
      <dsp:nvSpPr>
        <dsp:cNvPr id="0" name=""/>
        <dsp:cNvSpPr/>
      </dsp:nvSpPr>
      <dsp:spPr>
        <a:xfrm>
          <a:off x="5014470" y="2503170"/>
          <a:ext cx="556260" cy="556260"/>
        </a:xfrm>
        <a:prstGeom prst="ellipse">
          <a:avLst/>
        </a:prstGeom>
        <a:solidFill>
          <a:schemeClr val="accent5"/>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AD3EA5C2-0E63-461C-AA63-C615F1C03C79}">
      <dsp:nvSpPr>
        <dsp:cNvPr id="0" name=""/>
        <dsp:cNvSpPr/>
      </dsp:nvSpPr>
      <dsp:spPr>
        <a:xfrm>
          <a:off x="6346276" y="3337560"/>
          <a:ext cx="1915775"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1">
          <a:noAutofit/>
        </a:bodyPr>
        <a:lstStyle/>
        <a:p>
          <a:pPr marL="0" lvl="0" indent="0" algn="l" defTabSz="889000">
            <a:lnSpc>
              <a:spcPct val="90000"/>
            </a:lnSpc>
            <a:spcBef>
              <a:spcPct val="0"/>
            </a:spcBef>
            <a:spcAft>
              <a:spcPct val="35000"/>
            </a:spcAft>
            <a:buNone/>
          </a:pPr>
          <a:r>
            <a:rPr lang="es-CL" sz="2000" b="1" kern="1200" dirty="0"/>
            <a:t>Diseño </a:t>
          </a:r>
          <a:r>
            <a:rPr lang="es-CL" sz="2000" b="1" kern="1200" dirty="0" err="1"/>
            <a:t>Payload</a:t>
          </a:r>
          <a:endParaRPr lang="es-CL" sz="2000" b="1" kern="1200" dirty="0"/>
        </a:p>
        <a:p>
          <a:pPr marL="228600" lvl="1" indent="-228600" algn="l" defTabSz="889000">
            <a:lnSpc>
              <a:spcPct val="90000"/>
            </a:lnSpc>
            <a:spcBef>
              <a:spcPct val="0"/>
            </a:spcBef>
            <a:spcAft>
              <a:spcPct val="15000"/>
            </a:spcAft>
            <a:buChar char="•"/>
          </a:pPr>
          <a:r>
            <a:rPr lang="es-CL" sz="2000" kern="1200" dirty="0"/>
            <a:t>2/02/2026-13/02/2026</a:t>
          </a:r>
        </a:p>
      </dsp:txBody>
      <dsp:txXfrm>
        <a:off x="6346276" y="3337560"/>
        <a:ext cx="1915775" cy="2225040"/>
      </dsp:txXfrm>
    </dsp:sp>
    <dsp:sp modelId="{644F94A9-F1AA-451F-9DBB-29DF2E744D2C}">
      <dsp:nvSpPr>
        <dsp:cNvPr id="0" name=""/>
        <dsp:cNvSpPr/>
      </dsp:nvSpPr>
      <dsp:spPr>
        <a:xfrm>
          <a:off x="7026034" y="2503170"/>
          <a:ext cx="556260" cy="55626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F77BBECF-775A-4284-B30C-3D1FFF37F8DF}">
      <dsp:nvSpPr>
        <dsp:cNvPr id="0" name=""/>
        <dsp:cNvSpPr/>
      </dsp:nvSpPr>
      <dsp:spPr>
        <a:xfrm>
          <a:off x="8357840" y="0"/>
          <a:ext cx="2065416"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1">
          <a:noAutofit/>
        </a:bodyPr>
        <a:lstStyle/>
        <a:p>
          <a:pPr marL="0" lvl="0" indent="0" algn="l" defTabSz="889000">
            <a:lnSpc>
              <a:spcPct val="90000"/>
            </a:lnSpc>
            <a:spcBef>
              <a:spcPct val="0"/>
            </a:spcBef>
            <a:spcAft>
              <a:spcPct val="35000"/>
            </a:spcAft>
            <a:buNone/>
          </a:pPr>
          <a:r>
            <a:rPr lang="es-CL" sz="2000" b="1" kern="1200" dirty="0"/>
            <a:t>Documento PDR</a:t>
          </a:r>
        </a:p>
        <a:p>
          <a:pPr marL="228600" lvl="1" indent="-228600" algn="l" defTabSz="889000">
            <a:lnSpc>
              <a:spcPct val="90000"/>
            </a:lnSpc>
            <a:spcBef>
              <a:spcPct val="0"/>
            </a:spcBef>
            <a:spcAft>
              <a:spcPct val="15000"/>
            </a:spcAft>
            <a:buChar char="•"/>
          </a:pPr>
          <a:r>
            <a:rPr lang="es-CL" sz="2000" kern="1200" dirty="0"/>
            <a:t>20/02/206</a:t>
          </a:r>
        </a:p>
      </dsp:txBody>
      <dsp:txXfrm>
        <a:off x="8357840" y="0"/>
        <a:ext cx="2065416" cy="2225040"/>
      </dsp:txXfrm>
    </dsp:sp>
    <dsp:sp modelId="{236449A5-48E8-4E38-8124-14881413529C}">
      <dsp:nvSpPr>
        <dsp:cNvPr id="0" name=""/>
        <dsp:cNvSpPr/>
      </dsp:nvSpPr>
      <dsp:spPr>
        <a:xfrm>
          <a:off x="9112419" y="2503170"/>
          <a:ext cx="556260" cy="55626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E3BE9FB3-30E0-4B4C-88D8-F878A5D671FF}">
      <dsp:nvSpPr>
        <dsp:cNvPr id="0" name=""/>
        <dsp:cNvSpPr/>
      </dsp:nvSpPr>
      <dsp:spPr>
        <a:xfrm>
          <a:off x="10519045" y="3337560"/>
          <a:ext cx="1915775" cy="2225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t" anchorCtr="1">
          <a:noAutofit/>
        </a:bodyPr>
        <a:lstStyle/>
        <a:p>
          <a:pPr marL="0" lvl="0" indent="0" algn="l" defTabSz="889000">
            <a:lnSpc>
              <a:spcPct val="90000"/>
            </a:lnSpc>
            <a:spcBef>
              <a:spcPct val="0"/>
            </a:spcBef>
            <a:spcAft>
              <a:spcPct val="35000"/>
            </a:spcAft>
            <a:buNone/>
          </a:pPr>
          <a:r>
            <a:rPr lang="es-CL" sz="2000" b="1" kern="1200" dirty="0"/>
            <a:t>Reunión PDR</a:t>
          </a:r>
        </a:p>
        <a:p>
          <a:pPr marL="228600" lvl="1" indent="-228600" algn="l" defTabSz="889000">
            <a:lnSpc>
              <a:spcPct val="90000"/>
            </a:lnSpc>
            <a:spcBef>
              <a:spcPct val="0"/>
            </a:spcBef>
            <a:spcAft>
              <a:spcPct val="15000"/>
            </a:spcAft>
            <a:buChar char="•"/>
          </a:pPr>
          <a:r>
            <a:rPr lang="es-CL" sz="2000" kern="1200" dirty="0"/>
            <a:t>27/02/2026</a:t>
          </a:r>
        </a:p>
      </dsp:txBody>
      <dsp:txXfrm>
        <a:off x="10519045" y="3337560"/>
        <a:ext cx="1915775" cy="2225040"/>
      </dsp:txXfrm>
    </dsp:sp>
    <dsp:sp modelId="{92755963-C387-4CB6-ABD9-F8A1024DC220}">
      <dsp:nvSpPr>
        <dsp:cNvPr id="0" name=""/>
        <dsp:cNvSpPr/>
      </dsp:nvSpPr>
      <dsp:spPr>
        <a:xfrm>
          <a:off x="11198803" y="2503170"/>
          <a:ext cx="556260" cy="556260"/>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9B902D2-D521-D90B-279B-698357252336}"/>
              </a:ext>
            </a:extLst>
          </p:cNvPr>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s-CL" dirty="0"/>
          </a:p>
        </p:txBody>
      </p:sp>
      <p:sp>
        <p:nvSpPr>
          <p:cNvPr id="3" name="Marcador de fecha 2">
            <a:extLst>
              <a:ext uri="{FF2B5EF4-FFF2-40B4-BE49-F238E27FC236}">
                <a16:creationId xmlns:a16="http://schemas.microsoft.com/office/drawing/2014/main" id="{8A498081-38B3-509A-2796-69EE50D520E5}"/>
              </a:ext>
            </a:extLst>
          </p:cNvPr>
          <p:cNvSpPr>
            <a:spLocks noGrp="1"/>
          </p:cNvSpPr>
          <p:nvPr>
            <p:ph type="dt" sz="quarter" idx="1"/>
          </p:nvPr>
        </p:nvSpPr>
        <p:spPr>
          <a:xfrm>
            <a:off x="5697538" y="0"/>
            <a:ext cx="4359275" cy="388938"/>
          </a:xfrm>
          <a:prstGeom prst="rect">
            <a:avLst/>
          </a:prstGeom>
        </p:spPr>
        <p:txBody>
          <a:bodyPr vert="horz" lIns="91440" tIns="45720" rIns="91440" bIns="45720" rtlCol="0"/>
          <a:lstStyle>
            <a:lvl1pPr algn="r">
              <a:defRPr sz="1200"/>
            </a:lvl1pPr>
          </a:lstStyle>
          <a:p>
            <a:fld id="{11B2F10F-ED33-42B2-89C0-B1A3518672F5}" type="datetimeFigureOut">
              <a:rPr lang="es-CL" smtClean="0"/>
              <a:t>30-01-2026</a:t>
            </a:fld>
            <a:endParaRPr lang="es-CL" dirty="0"/>
          </a:p>
        </p:txBody>
      </p:sp>
      <p:sp>
        <p:nvSpPr>
          <p:cNvPr id="4" name="Marcador de pie de página 3">
            <a:extLst>
              <a:ext uri="{FF2B5EF4-FFF2-40B4-BE49-F238E27FC236}">
                <a16:creationId xmlns:a16="http://schemas.microsoft.com/office/drawing/2014/main" id="{CFF16B48-75B3-1788-F3AB-6256A87ACE06}"/>
              </a:ext>
            </a:extLst>
          </p:cNvPr>
          <p:cNvSpPr>
            <a:spLocks noGrp="1"/>
          </p:cNvSpPr>
          <p:nvPr>
            <p:ph type="ftr" sz="quarter" idx="2"/>
          </p:nvPr>
        </p:nvSpPr>
        <p:spPr>
          <a:xfrm>
            <a:off x="0" y="7383463"/>
            <a:ext cx="4359275" cy="388937"/>
          </a:xfrm>
          <a:prstGeom prst="rect">
            <a:avLst/>
          </a:prstGeom>
        </p:spPr>
        <p:txBody>
          <a:bodyPr vert="horz" lIns="91440" tIns="45720" rIns="91440" bIns="45720" rtlCol="0" anchor="b"/>
          <a:lstStyle>
            <a:lvl1pPr algn="l">
              <a:defRPr sz="1200"/>
            </a:lvl1pPr>
          </a:lstStyle>
          <a:p>
            <a:endParaRPr lang="es-CL" dirty="0"/>
          </a:p>
        </p:txBody>
      </p:sp>
      <p:sp>
        <p:nvSpPr>
          <p:cNvPr id="5" name="Marcador de número de diapositiva 4">
            <a:extLst>
              <a:ext uri="{FF2B5EF4-FFF2-40B4-BE49-F238E27FC236}">
                <a16:creationId xmlns:a16="http://schemas.microsoft.com/office/drawing/2014/main" id="{1F4161EF-C785-7A78-D94E-6097B725AA5E}"/>
              </a:ext>
            </a:extLst>
          </p:cNvPr>
          <p:cNvSpPr>
            <a:spLocks noGrp="1"/>
          </p:cNvSpPr>
          <p:nvPr>
            <p:ph type="sldNum" sz="quarter" idx="3"/>
          </p:nvPr>
        </p:nvSpPr>
        <p:spPr>
          <a:xfrm>
            <a:off x="5697538" y="7383463"/>
            <a:ext cx="4359275" cy="388937"/>
          </a:xfrm>
          <a:prstGeom prst="rect">
            <a:avLst/>
          </a:prstGeom>
        </p:spPr>
        <p:txBody>
          <a:bodyPr vert="horz" lIns="91440" tIns="45720" rIns="91440" bIns="45720" rtlCol="0" anchor="b"/>
          <a:lstStyle>
            <a:lvl1pPr algn="r">
              <a:defRPr sz="1200"/>
            </a:lvl1pPr>
          </a:lstStyle>
          <a:p>
            <a:fld id="{B71D7C76-84CD-4D7D-8854-921008AE9B40}" type="slidenum">
              <a:rPr lang="es-CL" smtClean="0"/>
              <a:t>‹Nº›</a:t>
            </a:fld>
            <a:endParaRPr lang="es-CL" dirty="0"/>
          </a:p>
        </p:txBody>
      </p:sp>
    </p:spTree>
    <p:extLst>
      <p:ext uri="{BB962C8B-B14F-4D97-AF65-F5344CB8AC3E}">
        <p14:creationId xmlns:p14="http://schemas.microsoft.com/office/powerpoint/2010/main" val="1613246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3984A563-C433-4AEF-B3B2-25EE52EB3BDC}" type="datetimeFigureOut">
              <a:rPr lang="es-CL" smtClean="0"/>
              <a:t>30-01-2026</a:t>
            </a:fld>
            <a:endParaRPr lang="es-CL" dirty="0"/>
          </a:p>
        </p:txBody>
      </p:sp>
      <p:sp>
        <p:nvSpPr>
          <p:cNvPr id="4" name="Marcador de imagen de diapositiva 3"/>
          <p:cNvSpPr>
            <a:spLocks noGrp="1" noRot="1" noChangeAspect="1"/>
          </p:cNvSpPr>
          <p:nvPr>
            <p:ph type="sldImg" idx="2"/>
          </p:nvPr>
        </p:nvSpPr>
        <p:spPr>
          <a:xfrm>
            <a:off x="2698750" y="971550"/>
            <a:ext cx="4660900" cy="262255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B4E9DE80-8E53-4B77-A665-E0BF97A0FFAB}" type="slidenum">
              <a:rPr lang="es-CL" smtClean="0"/>
              <a:t>‹Nº›</a:t>
            </a:fld>
            <a:endParaRPr lang="es-CL" dirty="0"/>
          </a:p>
        </p:txBody>
      </p:sp>
    </p:spTree>
    <p:extLst>
      <p:ext uri="{BB962C8B-B14F-4D97-AF65-F5344CB8AC3E}">
        <p14:creationId xmlns:p14="http://schemas.microsoft.com/office/powerpoint/2010/main" val="3895993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Buenos días a todos. Muchas gracias por estar presentes. Soy Nicolás y hoy presentaremos la Revisión de Requerimientos de Sistema (SRR) para el Proyecto BIFROST. El objetivo de hoy es consolidar la línea de base técnica para dar el paso formal hacia la fase de Diseño Preliminar (PDR).</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1</a:t>
            </a:fld>
            <a:endParaRPr lang="es-CL" dirty="0"/>
          </a:p>
        </p:txBody>
      </p:sp>
    </p:spTree>
    <p:extLst>
      <p:ext uri="{BB962C8B-B14F-4D97-AF65-F5344CB8AC3E}">
        <p14:creationId xmlns:p14="http://schemas.microsoft.com/office/powerpoint/2010/main" val="2942068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MX" dirty="0"/>
              <a:t>La presentación de hoy recorrerá desde el concepto operacional hasta la evaluación de riesgos y costos. Pondremos especial énfasis en cómo los requerimientos de sistema responden a las necesidades del usuario y cómo hemos integrado el </a:t>
            </a:r>
            <a:r>
              <a:rPr lang="es-MX" dirty="0" err="1"/>
              <a:t>feedback</a:t>
            </a:r>
            <a:r>
              <a:rPr lang="es-MX" dirty="0"/>
              <a:t> recibido recientemente para robustecer el diseño.</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2</a:t>
            </a:fld>
            <a:endParaRPr lang="es-CL" dirty="0"/>
          </a:p>
        </p:txBody>
      </p:sp>
    </p:spTree>
    <p:extLst>
      <p:ext uri="{BB962C8B-B14F-4D97-AF65-F5344CB8AC3E}">
        <p14:creationId xmlns:p14="http://schemas.microsoft.com/office/powerpoint/2010/main" val="1146675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Esta no es solo una actualización de estado. Estamos aquí para validar que el set de requerimientos actual es completo y verificable. Buscamos establecer la '</a:t>
            </a:r>
            <a:r>
              <a:rPr lang="es-MX" dirty="0" err="1"/>
              <a:t>System</a:t>
            </a:r>
            <a:r>
              <a:rPr lang="es-MX" dirty="0"/>
              <a:t> </a:t>
            </a:r>
            <a:r>
              <a:rPr lang="es-MX" dirty="0" err="1"/>
              <a:t>Baseline</a:t>
            </a:r>
            <a:r>
              <a:rPr lang="es-MX" dirty="0"/>
              <a:t>' que nos permita avanzar al PDR con un riesgo técnico controlado.</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3</a:t>
            </a:fld>
            <a:endParaRPr lang="es-CL" dirty="0"/>
          </a:p>
        </p:txBody>
      </p:sp>
    </p:spTree>
    <p:extLst>
      <p:ext uri="{BB962C8B-B14F-4D97-AF65-F5344CB8AC3E}">
        <p14:creationId xmlns:p14="http://schemas.microsoft.com/office/powerpoint/2010/main" val="3711309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BIFROST es una carga útil de comunicaciones tipo Store &amp; Forward. El núcleo de nuestra propuesta es la capacidad de recibir datos en UHF de estaciones remotas, almacenarlos de forma segura a bordo y descargarlos de manera diferida vía Banda S. Está optimizado para integrarse en un bus 12U, aprovechando al máximo la herencia tecnológica de sistemas DCS previos.</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4</a:t>
            </a:fld>
            <a:endParaRPr lang="es-CL" dirty="0"/>
          </a:p>
        </p:txBody>
      </p:sp>
    </p:spTree>
    <p:extLst>
      <p:ext uri="{BB962C8B-B14F-4D97-AF65-F5344CB8AC3E}">
        <p14:creationId xmlns:p14="http://schemas.microsoft.com/office/powerpoint/2010/main" val="495241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el concepto de operaciones, hemos definido escenarios nominales que cubren desde la adquisición de datos en zonas remotas hasta la descarga en estaciones terrenas nacionales. Un punto clave es la interoperabilidad: BIFROST está diseñado para integrarse con la infraestructura DCS existente en la región, asegurando que los protocolos de comunicación sean compatibles con las plataformas de recolección de datos (DCP) actuales.</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5</a:t>
            </a:fld>
            <a:endParaRPr lang="es-CL" dirty="0"/>
          </a:p>
        </p:txBody>
      </p:sp>
    </p:spTree>
    <p:extLst>
      <p:ext uri="{BB962C8B-B14F-4D97-AF65-F5344CB8AC3E}">
        <p14:creationId xmlns:p14="http://schemas.microsoft.com/office/powerpoint/2010/main" val="3575427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el concepto de operaciones, hemos definido escenarios nominales que cubren desde la adquisición de datos en zonas remotas hasta la descarga en estaciones terrenas nacionales. Un punto clave es la interoperabilidad: BIFROST está diseñado para integrarse con la infraestructura DCS existente en la región, asegurando que los protocolos de comunicación sean compatibles con las plataformas de recolección de datos (DCP) actuales.</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6</a:t>
            </a:fld>
            <a:endParaRPr lang="es-CL" dirty="0"/>
          </a:p>
        </p:txBody>
      </p:sp>
    </p:spTree>
    <p:extLst>
      <p:ext uri="{BB962C8B-B14F-4D97-AF65-F5344CB8AC3E}">
        <p14:creationId xmlns:p14="http://schemas.microsoft.com/office/powerpoint/2010/main" val="1527046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Sobre la trazabilidad, hemos vinculado cada requerimiento con un método de verificación específico. Esto responde directamente al </a:t>
            </a:r>
            <a:r>
              <a:rPr lang="es-MX" dirty="0" err="1"/>
              <a:t>feedback</a:t>
            </a:r>
            <a:r>
              <a:rPr lang="es-MX" dirty="0"/>
              <a:t> recibido el 28 de enero. Al llegar al PDR, cada requerimiento tendrá una 'hoja de ruta' clara sobre cómo será probado, ya sea mediante análisis térmico-mecánico o ensayos funcionales en laboratorio.</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20</a:t>
            </a:fld>
            <a:endParaRPr lang="es-CL" dirty="0"/>
          </a:p>
        </p:txBody>
      </p:sp>
    </p:spTree>
    <p:extLst>
      <p:ext uri="{BB962C8B-B14F-4D97-AF65-F5344CB8AC3E}">
        <p14:creationId xmlns:p14="http://schemas.microsoft.com/office/powerpoint/2010/main" val="3731604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Para resumir esta sección: El 100% de los requerimientos críticos ya cuenta con una definición técnica madura. Hemos abordado las observaciones de INVAP sobre la definición orbital, estableciendo una altitud de 650 km que equilibra la latencia del servicio con el tiempo de vida útil del satélite.</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21</a:t>
            </a:fld>
            <a:endParaRPr lang="es-CL" dirty="0"/>
          </a:p>
        </p:txBody>
      </p:sp>
    </p:spTree>
    <p:extLst>
      <p:ext uri="{BB962C8B-B14F-4D97-AF65-F5344CB8AC3E}">
        <p14:creationId xmlns:p14="http://schemas.microsoft.com/office/powerpoint/2010/main" val="2404778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22</a:t>
            </a:fld>
            <a:endParaRPr lang="es-CL" dirty="0"/>
          </a:p>
        </p:txBody>
      </p:sp>
    </p:spTree>
    <p:extLst>
      <p:ext uri="{BB962C8B-B14F-4D97-AF65-F5344CB8AC3E}">
        <p14:creationId xmlns:p14="http://schemas.microsoft.com/office/powerpoint/2010/main" val="3858358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cuanto a riesgos, la integración con la plataforma es nuestra prioridad. No detectamos riesgos críticos 'Show-</a:t>
            </a:r>
            <a:r>
              <a:rPr lang="es-MX" dirty="0" err="1"/>
              <a:t>stoppers</a:t>
            </a:r>
            <a:r>
              <a:rPr lang="es-MX" dirty="0"/>
              <a:t>' en esta fase; los riesgos técnicos identificados tienen planes de mitigación claros basados en pruebas tempranas de prototipado.</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32</a:t>
            </a:fld>
            <a:endParaRPr lang="es-CL" dirty="0"/>
          </a:p>
        </p:txBody>
      </p:sp>
    </p:spTree>
    <p:extLst>
      <p:ext uri="{BB962C8B-B14F-4D97-AF65-F5344CB8AC3E}">
        <p14:creationId xmlns:p14="http://schemas.microsoft.com/office/powerpoint/2010/main" val="2960677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dirty="0"/>
          </a:p>
        </p:txBody>
      </p:sp>
      <p:sp>
        <p:nvSpPr>
          <p:cNvPr id="3" name="Marcador de notas 2"/>
          <p:cNvSpPr>
            <a:spLocks noGrp="1"/>
          </p:cNvSpPr>
          <p:nvPr>
            <p:ph type="body" idx="1"/>
          </p:nvPr>
        </p:nvSpPr>
        <p:spPr/>
        <p:txBody>
          <a:bodyPr/>
          <a:lstStyle/>
          <a:p>
            <a:r>
              <a:rPr lang="es-MX" dirty="0"/>
              <a:t>Los siguientes pasos del proyecto son:</a:t>
            </a:r>
            <a:br>
              <a:rPr lang="es-MX" dirty="0"/>
            </a:br>
            <a:r>
              <a:rPr lang="es-MX" dirty="0"/>
              <a:t>La identificación de requerimientos de usuario y requerimientos de sistema.</a:t>
            </a:r>
            <a:br>
              <a:rPr lang="es-MX" dirty="0"/>
            </a:br>
            <a:r>
              <a:rPr lang="es-MX" dirty="0"/>
              <a:t>Con ellos se construye una matriz de trazabilidad que nos permite identificar si hay requerimientos que no se está cumpliendo.</a:t>
            </a:r>
            <a:br>
              <a:rPr lang="es-MX" dirty="0"/>
            </a:br>
            <a:r>
              <a:rPr lang="es-MX" dirty="0"/>
              <a:t>Luego, se comienza con el diseño del sistema. Empezamos con diagramas de alto nivel de sistema para identificar las partes principales. Luego se va profundizando hasta llegar a un diseño preliminar.</a:t>
            </a:r>
          </a:p>
          <a:p>
            <a:r>
              <a:rPr lang="es-MX" dirty="0"/>
              <a:t>A partir del diseño, se buscan los componentes que correspondan y se crea la lista de materiales (BOM)</a:t>
            </a:r>
            <a:endParaRPr lang="es-CL" dirty="0"/>
          </a:p>
        </p:txBody>
      </p:sp>
      <p:sp>
        <p:nvSpPr>
          <p:cNvPr id="4" name="Marcador de número de diapositiva 3"/>
          <p:cNvSpPr>
            <a:spLocks noGrp="1"/>
          </p:cNvSpPr>
          <p:nvPr>
            <p:ph type="sldNum" sz="quarter" idx="5"/>
          </p:nvPr>
        </p:nvSpPr>
        <p:spPr/>
        <p:txBody>
          <a:bodyPr/>
          <a:lstStyle/>
          <a:p>
            <a:fld id="{B4E9DE80-8E53-4B77-A665-E0BF97A0FFAB}" type="slidenum">
              <a:rPr lang="es-CL" smtClean="0"/>
              <a:t>36</a:t>
            </a:fld>
            <a:endParaRPr lang="es-CL" dirty="0"/>
          </a:p>
        </p:txBody>
      </p:sp>
    </p:spTree>
    <p:extLst>
      <p:ext uri="{BB962C8B-B14F-4D97-AF65-F5344CB8AC3E}">
        <p14:creationId xmlns:p14="http://schemas.microsoft.com/office/powerpoint/2010/main" val="3572601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599" y="7254240"/>
            <a:ext cx="13814002" cy="518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7178892"/>
            <a:ext cx="13814002" cy="72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243584" y="860146"/>
            <a:ext cx="11399520" cy="4041648"/>
          </a:xfrm>
        </p:spPr>
        <p:txBody>
          <a:bodyPr anchor="b">
            <a:normAutofit/>
          </a:bodyPr>
          <a:lstStyle>
            <a:lvl1pPr algn="l">
              <a:lnSpc>
                <a:spcPct val="85000"/>
              </a:lnSpc>
              <a:defRPr sz="9066" spc="-57"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46724" y="5049704"/>
            <a:ext cx="11399520" cy="1295400"/>
          </a:xfrm>
        </p:spPr>
        <p:txBody>
          <a:bodyPr lIns="91440" rIns="91440">
            <a:normAutofit/>
          </a:bodyPr>
          <a:lstStyle>
            <a:lvl1pPr marL="0" indent="0" algn="l">
              <a:buNone/>
              <a:defRPr sz="2720" cap="all" spc="227" baseline="0">
                <a:solidFill>
                  <a:schemeClr val="tx2"/>
                </a:solidFill>
                <a:latin typeface="+mj-lt"/>
              </a:defRPr>
            </a:lvl1pPr>
            <a:lvl2pPr marL="518145" indent="0" algn="ctr">
              <a:buNone/>
              <a:defRPr sz="2720"/>
            </a:lvl2pPr>
            <a:lvl3pPr marL="1036290" indent="0" algn="ctr">
              <a:buNone/>
              <a:defRPr sz="2720"/>
            </a:lvl3pPr>
            <a:lvl4pPr marL="1554434" indent="0" algn="ctr">
              <a:buNone/>
              <a:defRPr sz="2267"/>
            </a:lvl4pPr>
            <a:lvl5pPr marL="2072579" indent="0" algn="ctr">
              <a:buNone/>
              <a:defRPr sz="2267"/>
            </a:lvl5pPr>
            <a:lvl6pPr marL="2590724" indent="0" algn="ctr">
              <a:buNone/>
              <a:defRPr sz="2267"/>
            </a:lvl6pPr>
            <a:lvl7pPr marL="3108869" indent="0" algn="ctr">
              <a:buNone/>
              <a:defRPr sz="2267"/>
            </a:lvl7pPr>
            <a:lvl8pPr marL="3627013" indent="0" algn="ctr">
              <a:buNone/>
              <a:defRPr sz="2267"/>
            </a:lvl8pPr>
            <a:lvl9pPr marL="4145158" indent="0" algn="ctr">
              <a:buNone/>
              <a:defRPr sz="2267"/>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FE6F3EC-F346-4BC2-A935-84AD2EFB24A5}" type="datetime1">
              <a:rPr lang="en-US" smtClean="0"/>
              <a:t>1/30/2026</a:t>
            </a:fld>
            <a:endParaRPr lang="en-US" dirty="0">
              <a:solidFill>
                <a:schemeClr val="tx1"/>
              </a:solidFill>
            </a:endParaRPr>
          </a:p>
        </p:txBody>
      </p:sp>
      <p:sp>
        <p:nvSpPr>
          <p:cNvPr id="5" name="Footer Placeholder 4"/>
          <p:cNvSpPr>
            <a:spLocks noGrp="1"/>
          </p:cNvSpPr>
          <p:nvPr>
            <p:ph type="ftr" sz="quarter" idx="11"/>
          </p:nvPr>
        </p:nvSpPr>
        <p:spPr/>
        <p:txBody>
          <a:bodyPr/>
          <a:lstStyle/>
          <a:p>
            <a:r>
              <a:rPr lang="es-MX"/>
              <a:t>Revisión de Requerimientos de Sistema</a:t>
            </a:r>
            <a:endParaRPr lang="es-CL" dirty="0"/>
          </a:p>
        </p:txBody>
      </p:sp>
      <p:sp>
        <p:nvSpPr>
          <p:cNvPr id="6" name="Slide Number Placeholder 5"/>
          <p:cNvSpPr>
            <a:spLocks noGrp="1"/>
          </p:cNvSpPr>
          <p:nvPr>
            <p:ph type="sldNum" sz="quarter" idx="12"/>
          </p:nvPr>
        </p:nvSpPr>
        <p:spPr/>
        <p:txBody>
          <a:bodyPr/>
          <a:lstStyle/>
          <a:p>
            <a:fld id="{B6F15528-21DE-4FAA-801E-634DDDAF4B2B}" type="slidenum">
              <a:rPr lang="es-CL" smtClean="0"/>
              <a:pPr/>
              <a:t>‹Nº›</a:t>
            </a:fld>
            <a:endParaRPr lang="es-CL" b="0" dirty="0"/>
          </a:p>
        </p:txBody>
      </p:sp>
      <p:cxnSp>
        <p:nvCxnSpPr>
          <p:cNvPr id="9" name="Straight Connector 8"/>
          <p:cNvCxnSpPr/>
          <p:nvPr/>
        </p:nvCxnSpPr>
        <p:spPr>
          <a:xfrm>
            <a:off x="1368679" y="4922520"/>
            <a:ext cx="1119225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6044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6FDCE5D-6BAA-4718-9B76-7276DA178C9C}" type="datetime1">
              <a:rPr lang="en-US" smtClean="0"/>
              <a:t>1/30/2026</a:t>
            </a:fld>
            <a:endParaRPr lang="en-US" dirty="0">
              <a:solidFill>
                <a:schemeClr val="tx1"/>
              </a:solidFill>
            </a:endParaRPr>
          </a:p>
        </p:txBody>
      </p:sp>
      <p:sp>
        <p:nvSpPr>
          <p:cNvPr id="5" name="Footer Placeholder 4"/>
          <p:cNvSpPr>
            <a:spLocks noGrp="1"/>
          </p:cNvSpPr>
          <p:nvPr>
            <p:ph type="ftr" sz="quarter" idx="11"/>
          </p:nvPr>
        </p:nvSpPr>
        <p:spPr/>
        <p:txBody>
          <a:bodyPr/>
          <a:lstStyle/>
          <a:p>
            <a:r>
              <a:rPr lang="es-MX"/>
              <a:t>Revisión de Requerimientos de Sistema</a:t>
            </a:r>
            <a:endParaRPr lang="es-CL" dirty="0"/>
          </a:p>
        </p:txBody>
      </p:sp>
      <p:sp>
        <p:nvSpPr>
          <p:cNvPr id="6" name="Slide Number Placeholder 5"/>
          <p:cNvSpPr>
            <a:spLocks noGrp="1"/>
          </p:cNvSpPr>
          <p:nvPr>
            <p:ph type="sldNum" sz="quarter" idx="12"/>
          </p:nvPr>
        </p:nvSpPr>
        <p:spPr/>
        <p:txBody>
          <a:body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286660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599" y="7254240"/>
            <a:ext cx="13814002" cy="518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7178892"/>
            <a:ext cx="13814002" cy="72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43584" y="860146"/>
            <a:ext cx="11399520" cy="4041648"/>
          </a:xfrm>
        </p:spPr>
        <p:txBody>
          <a:bodyPr anchor="b" anchorCtr="0">
            <a:normAutofit/>
          </a:bodyPr>
          <a:lstStyle>
            <a:lvl1pPr>
              <a:lnSpc>
                <a:spcPct val="85000"/>
              </a:lnSpc>
              <a:defRPr sz="9066"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43584" y="5046878"/>
            <a:ext cx="11399520" cy="1295400"/>
          </a:xfrm>
        </p:spPr>
        <p:txBody>
          <a:bodyPr lIns="91440" rIns="91440" anchor="t" anchorCtr="0">
            <a:normAutofit/>
          </a:bodyPr>
          <a:lstStyle>
            <a:lvl1pPr marL="0" indent="0">
              <a:buNone/>
              <a:defRPr sz="2720" cap="all" spc="227" baseline="0">
                <a:solidFill>
                  <a:schemeClr val="tx2"/>
                </a:solidFill>
                <a:latin typeface="+mj-lt"/>
              </a:defRPr>
            </a:lvl1pPr>
            <a:lvl2pPr marL="518145" indent="0">
              <a:buNone/>
              <a:defRPr sz="2040">
                <a:solidFill>
                  <a:schemeClr val="tx1">
                    <a:tint val="75000"/>
                  </a:schemeClr>
                </a:solidFill>
              </a:defRPr>
            </a:lvl2pPr>
            <a:lvl3pPr marL="1036290" indent="0">
              <a:buNone/>
              <a:defRPr sz="1813">
                <a:solidFill>
                  <a:schemeClr val="tx1">
                    <a:tint val="75000"/>
                  </a:schemeClr>
                </a:solidFill>
              </a:defRPr>
            </a:lvl3pPr>
            <a:lvl4pPr marL="1554434" indent="0">
              <a:buNone/>
              <a:defRPr sz="1587">
                <a:solidFill>
                  <a:schemeClr val="tx1">
                    <a:tint val="75000"/>
                  </a:schemeClr>
                </a:solidFill>
              </a:defRPr>
            </a:lvl4pPr>
            <a:lvl5pPr marL="2072579" indent="0">
              <a:buNone/>
              <a:defRPr sz="1587">
                <a:solidFill>
                  <a:schemeClr val="tx1">
                    <a:tint val="75000"/>
                  </a:schemeClr>
                </a:solidFill>
              </a:defRPr>
            </a:lvl5pPr>
            <a:lvl6pPr marL="2590724" indent="0">
              <a:buNone/>
              <a:defRPr sz="1587">
                <a:solidFill>
                  <a:schemeClr val="tx1">
                    <a:tint val="75000"/>
                  </a:schemeClr>
                </a:solidFill>
              </a:defRPr>
            </a:lvl6pPr>
            <a:lvl7pPr marL="3108869" indent="0">
              <a:buNone/>
              <a:defRPr sz="1587">
                <a:solidFill>
                  <a:schemeClr val="tx1">
                    <a:tint val="75000"/>
                  </a:schemeClr>
                </a:solidFill>
              </a:defRPr>
            </a:lvl7pPr>
            <a:lvl8pPr marL="3627013" indent="0">
              <a:buNone/>
              <a:defRPr sz="1587">
                <a:solidFill>
                  <a:schemeClr val="tx1">
                    <a:tint val="75000"/>
                  </a:schemeClr>
                </a:solidFill>
              </a:defRPr>
            </a:lvl8pPr>
            <a:lvl9pPr marL="4145158" indent="0">
              <a:buNone/>
              <a:defRPr sz="1587">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F29EA12-61AC-42A9-8AC2-860E0E9AED9B}" type="datetime1">
              <a:rPr lang="en-US" smtClean="0"/>
              <a:t>1/30/2026</a:t>
            </a:fld>
            <a:endParaRPr lang="en-US" dirty="0">
              <a:solidFill>
                <a:schemeClr val="tx1"/>
              </a:solidFill>
            </a:endParaRPr>
          </a:p>
        </p:txBody>
      </p:sp>
      <p:sp>
        <p:nvSpPr>
          <p:cNvPr id="5" name="Footer Placeholder 4"/>
          <p:cNvSpPr>
            <a:spLocks noGrp="1"/>
          </p:cNvSpPr>
          <p:nvPr>
            <p:ph type="ftr" sz="quarter" idx="11"/>
          </p:nvPr>
        </p:nvSpPr>
        <p:spPr/>
        <p:txBody>
          <a:bodyPr/>
          <a:lstStyle/>
          <a:p>
            <a:r>
              <a:rPr lang="es-MX"/>
              <a:t>Revisión de Requerimientos de Sistema</a:t>
            </a:r>
            <a:endParaRPr lang="es-CL" dirty="0"/>
          </a:p>
        </p:txBody>
      </p:sp>
      <p:sp>
        <p:nvSpPr>
          <p:cNvPr id="6" name="Slide Number Placeholder 5"/>
          <p:cNvSpPr>
            <a:spLocks noGrp="1"/>
          </p:cNvSpPr>
          <p:nvPr>
            <p:ph type="sldNum" sz="quarter" idx="12"/>
          </p:nvPr>
        </p:nvSpPr>
        <p:spPr/>
        <p:txBody>
          <a:bodyPr/>
          <a:lstStyle/>
          <a:p>
            <a:fld id="{B6F15528-21DE-4FAA-801E-634DDDAF4B2B}" type="slidenum">
              <a:rPr lang="es-CL" smtClean="0"/>
              <a:pPr/>
              <a:t>‹Nº›</a:t>
            </a:fld>
            <a:endParaRPr lang="es-CL" b="0" dirty="0"/>
          </a:p>
        </p:txBody>
      </p:sp>
      <p:cxnSp>
        <p:nvCxnSpPr>
          <p:cNvPr id="9" name="Straight Connector 8"/>
          <p:cNvCxnSpPr/>
          <p:nvPr/>
        </p:nvCxnSpPr>
        <p:spPr>
          <a:xfrm>
            <a:off x="1368679" y="4922520"/>
            <a:ext cx="1119225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019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243584" y="324817"/>
            <a:ext cx="11399520" cy="164419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43582" y="2091832"/>
            <a:ext cx="5596128" cy="455980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046976" y="2091833"/>
            <a:ext cx="5596128" cy="455980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E032C33-17FC-47A6-8952-E570CD1925E8}" type="datetime1">
              <a:rPr lang="en-US" smtClean="0"/>
              <a:t>1/30/2026</a:t>
            </a:fld>
            <a:endParaRPr lang="en-US" dirty="0">
              <a:solidFill>
                <a:schemeClr val="tx1"/>
              </a:solidFill>
            </a:endParaRPr>
          </a:p>
        </p:txBody>
      </p:sp>
      <p:sp>
        <p:nvSpPr>
          <p:cNvPr id="6" name="Footer Placeholder 5"/>
          <p:cNvSpPr>
            <a:spLocks noGrp="1"/>
          </p:cNvSpPr>
          <p:nvPr>
            <p:ph type="ftr" sz="quarter" idx="11"/>
          </p:nvPr>
        </p:nvSpPr>
        <p:spPr/>
        <p:txBody>
          <a:bodyPr/>
          <a:lstStyle/>
          <a:p>
            <a:r>
              <a:rPr lang="es-MX"/>
              <a:t>Revisión de Requerimientos de Sistema</a:t>
            </a:r>
            <a:endParaRPr lang="es-CL" dirty="0"/>
          </a:p>
        </p:txBody>
      </p:sp>
      <p:sp>
        <p:nvSpPr>
          <p:cNvPr id="7" name="Slide Number Placeholder 6"/>
          <p:cNvSpPr>
            <a:spLocks noGrp="1"/>
          </p:cNvSpPr>
          <p:nvPr>
            <p:ph type="sldNum" sz="quarter" idx="12"/>
          </p:nvPr>
        </p:nvSpPr>
        <p:spPr/>
        <p:txBody>
          <a:body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2989014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243584" y="324817"/>
            <a:ext cx="11399520" cy="164419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43584" y="2092192"/>
            <a:ext cx="5596128" cy="834453"/>
          </a:xfrm>
        </p:spPr>
        <p:txBody>
          <a:bodyPr lIns="91440" rIns="91440" anchor="ctr">
            <a:normAutofit/>
          </a:bodyPr>
          <a:lstStyle>
            <a:lvl1pPr marL="0" indent="0">
              <a:buNone/>
              <a:defRPr sz="2267" b="0" cap="all" baseline="0">
                <a:solidFill>
                  <a:schemeClr val="tx2"/>
                </a:solidFill>
              </a:defRPr>
            </a:lvl1pPr>
            <a:lvl2pPr marL="518145" indent="0">
              <a:buNone/>
              <a:defRPr sz="2267" b="1"/>
            </a:lvl2pPr>
            <a:lvl3pPr marL="1036290" indent="0">
              <a:buNone/>
              <a:defRPr sz="2040" b="1"/>
            </a:lvl3pPr>
            <a:lvl4pPr marL="1554434" indent="0">
              <a:buNone/>
              <a:defRPr sz="1813" b="1"/>
            </a:lvl4pPr>
            <a:lvl5pPr marL="2072579" indent="0">
              <a:buNone/>
              <a:defRPr sz="1813" b="1"/>
            </a:lvl5pPr>
            <a:lvl6pPr marL="2590724" indent="0">
              <a:buNone/>
              <a:defRPr sz="1813" b="1"/>
            </a:lvl6pPr>
            <a:lvl7pPr marL="3108869" indent="0">
              <a:buNone/>
              <a:defRPr sz="1813" b="1"/>
            </a:lvl7pPr>
            <a:lvl8pPr marL="3627013" indent="0">
              <a:buNone/>
              <a:defRPr sz="1813" b="1"/>
            </a:lvl8pPr>
            <a:lvl9pPr marL="4145158" indent="0">
              <a:buNone/>
              <a:defRPr sz="1813" b="1"/>
            </a:lvl9pPr>
          </a:lstStyle>
          <a:p>
            <a:pPr lvl="0"/>
            <a:r>
              <a:rPr lang="es-ES"/>
              <a:t>Haga clic para modificar los estilos de texto del patrón</a:t>
            </a:r>
          </a:p>
        </p:txBody>
      </p:sp>
      <p:sp>
        <p:nvSpPr>
          <p:cNvPr id="4" name="Content Placeholder 3"/>
          <p:cNvSpPr>
            <a:spLocks noGrp="1"/>
          </p:cNvSpPr>
          <p:nvPr>
            <p:ph sz="half" idx="2"/>
          </p:nvPr>
        </p:nvSpPr>
        <p:spPr>
          <a:xfrm>
            <a:off x="1243584" y="2926645"/>
            <a:ext cx="5596128" cy="382862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046976" y="2092192"/>
            <a:ext cx="5596128" cy="834453"/>
          </a:xfrm>
        </p:spPr>
        <p:txBody>
          <a:bodyPr lIns="91440" rIns="91440" anchor="ctr">
            <a:normAutofit/>
          </a:bodyPr>
          <a:lstStyle>
            <a:lvl1pPr marL="0" indent="0">
              <a:buNone/>
              <a:defRPr sz="2267" b="0" cap="all" baseline="0">
                <a:solidFill>
                  <a:schemeClr val="tx2"/>
                </a:solidFill>
              </a:defRPr>
            </a:lvl1pPr>
            <a:lvl2pPr marL="518145" indent="0">
              <a:buNone/>
              <a:defRPr sz="2267" b="1"/>
            </a:lvl2pPr>
            <a:lvl3pPr marL="1036290" indent="0">
              <a:buNone/>
              <a:defRPr sz="2040" b="1"/>
            </a:lvl3pPr>
            <a:lvl4pPr marL="1554434" indent="0">
              <a:buNone/>
              <a:defRPr sz="1813" b="1"/>
            </a:lvl4pPr>
            <a:lvl5pPr marL="2072579" indent="0">
              <a:buNone/>
              <a:defRPr sz="1813" b="1"/>
            </a:lvl5pPr>
            <a:lvl6pPr marL="2590724" indent="0">
              <a:buNone/>
              <a:defRPr sz="1813" b="1"/>
            </a:lvl6pPr>
            <a:lvl7pPr marL="3108869" indent="0">
              <a:buNone/>
              <a:defRPr sz="1813" b="1"/>
            </a:lvl7pPr>
            <a:lvl8pPr marL="3627013" indent="0">
              <a:buNone/>
              <a:defRPr sz="1813" b="1"/>
            </a:lvl8pPr>
            <a:lvl9pPr marL="4145158" indent="0">
              <a:buNone/>
              <a:defRPr sz="1813" b="1"/>
            </a:lvl9pPr>
          </a:lstStyle>
          <a:p>
            <a:pPr lvl="0"/>
            <a:r>
              <a:rPr lang="es-ES"/>
              <a:t>Haga clic para modificar los estilos de texto del patrón</a:t>
            </a:r>
          </a:p>
        </p:txBody>
      </p:sp>
      <p:sp>
        <p:nvSpPr>
          <p:cNvPr id="6" name="Content Placeholder 5"/>
          <p:cNvSpPr>
            <a:spLocks noGrp="1"/>
          </p:cNvSpPr>
          <p:nvPr>
            <p:ph sz="quarter" idx="4"/>
          </p:nvPr>
        </p:nvSpPr>
        <p:spPr>
          <a:xfrm>
            <a:off x="7046976" y="2926645"/>
            <a:ext cx="5596128" cy="382862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A026271-C427-4BF0-B3E5-B3DB32E55CCB}" type="datetime1">
              <a:rPr lang="en-US" smtClean="0"/>
              <a:t>1/30/2026</a:t>
            </a:fld>
            <a:endParaRPr lang="en-US" dirty="0">
              <a:solidFill>
                <a:schemeClr val="tx1"/>
              </a:solidFill>
            </a:endParaRPr>
          </a:p>
        </p:txBody>
      </p:sp>
      <p:sp>
        <p:nvSpPr>
          <p:cNvPr id="8" name="Footer Placeholder 7"/>
          <p:cNvSpPr>
            <a:spLocks noGrp="1"/>
          </p:cNvSpPr>
          <p:nvPr>
            <p:ph type="ftr" sz="quarter" idx="11"/>
          </p:nvPr>
        </p:nvSpPr>
        <p:spPr/>
        <p:txBody>
          <a:bodyPr/>
          <a:lstStyle/>
          <a:p>
            <a:r>
              <a:rPr lang="es-MX"/>
              <a:t>Revisión de Requerimientos de Sistema</a:t>
            </a:r>
            <a:endParaRPr lang="es-CL" dirty="0"/>
          </a:p>
        </p:txBody>
      </p:sp>
      <p:sp>
        <p:nvSpPr>
          <p:cNvPr id="9" name="Slide Number Placeholder 8"/>
          <p:cNvSpPr>
            <a:spLocks noGrp="1"/>
          </p:cNvSpPr>
          <p:nvPr>
            <p:ph type="sldNum" sz="quarter" idx="12"/>
          </p:nvPr>
        </p:nvSpPr>
        <p:spPr/>
        <p:txBody>
          <a:body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277833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B445B53-0DEE-4B25-AAA2-901195018882}" type="datetime1">
              <a:rPr lang="en-US" smtClean="0"/>
              <a:t>1/30/2026</a:t>
            </a:fld>
            <a:endParaRPr lang="en-US" dirty="0">
              <a:solidFill>
                <a:schemeClr val="tx1"/>
              </a:solidFill>
            </a:endParaRPr>
          </a:p>
        </p:txBody>
      </p:sp>
      <p:sp>
        <p:nvSpPr>
          <p:cNvPr id="4" name="Footer Placeholder 3"/>
          <p:cNvSpPr>
            <a:spLocks noGrp="1"/>
          </p:cNvSpPr>
          <p:nvPr>
            <p:ph type="ftr" sz="quarter" idx="11"/>
          </p:nvPr>
        </p:nvSpPr>
        <p:spPr/>
        <p:txBody>
          <a:bodyPr/>
          <a:lstStyle/>
          <a:p>
            <a:r>
              <a:rPr lang="es-MX"/>
              <a:t>Revisión de Requerimientos de Sistema</a:t>
            </a:r>
            <a:endParaRPr lang="es-CL" dirty="0"/>
          </a:p>
        </p:txBody>
      </p:sp>
      <p:sp>
        <p:nvSpPr>
          <p:cNvPr id="5" name="Slide Number Placeholder 4"/>
          <p:cNvSpPr>
            <a:spLocks noGrp="1"/>
          </p:cNvSpPr>
          <p:nvPr>
            <p:ph type="sldNum" sz="quarter" idx="12"/>
          </p:nvPr>
        </p:nvSpPr>
        <p:spPr/>
        <p:txBody>
          <a:body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60100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599" y="7254240"/>
            <a:ext cx="13814002" cy="518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7178892"/>
            <a:ext cx="13814002" cy="72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CAEEB74-4536-426D-8D17-42DB131D8239}" type="datetime1">
              <a:rPr lang="en-US" smtClean="0"/>
              <a:t>1/30/2026</a:t>
            </a:fld>
            <a:endParaRPr lang="en-US" dirty="0">
              <a:solidFill>
                <a:schemeClr val="tx1"/>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MX"/>
              <a:t>Revisión de Requerimientos de Sistema</a:t>
            </a:r>
            <a:endParaRPr lang="es-CL" dirty="0"/>
          </a:p>
        </p:txBody>
      </p:sp>
      <p:sp>
        <p:nvSpPr>
          <p:cNvPr id="9" name="Slide Number Placeholder 8"/>
          <p:cNvSpPr>
            <a:spLocks noGrp="1"/>
          </p:cNvSpPr>
          <p:nvPr>
            <p:ph type="sldNum" sz="quarter" idx="12"/>
          </p:nvPr>
        </p:nvSpPr>
        <p:spPr/>
        <p:txBody>
          <a:body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4255561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9" y="0"/>
            <a:ext cx="4590896" cy="7772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578747" y="0"/>
            <a:ext cx="72542" cy="777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18160" y="673607"/>
            <a:ext cx="3627120" cy="2590800"/>
          </a:xfrm>
        </p:spPr>
        <p:txBody>
          <a:bodyPr anchor="b">
            <a:normAutofit/>
          </a:bodyPr>
          <a:lstStyle>
            <a:lvl1pPr>
              <a:defRPr sz="408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40680" y="829056"/>
            <a:ext cx="7357872" cy="595884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18160" y="3316224"/>
            <a:ext cx="3627120" cy="3829674"/>
          </a:xfrm>
        </p:spPr>
        <p:txBody>
          <a:bodyPr lIns="91440" rIns="91440">
            <a:normAutofit/>
          </a:bodyPr>
          <a:lstStyle>
            <a:lvl1pPr marL="0" indent="0">
              <a:buNone/>
              <a:defRPr sz="1700">
                <a:solidFill>
                  <a:srgbClr val="FFFFFF"/>
                </a:solidFill>
              </a:defRPr>
            </a:lvl1pPr>
            <a:lvl2pPr marL="518145" indent="0">
              <a:buNone/>
              <a:defRPr sz="1360"/>
            </a:lvl2pPr>
            <a:lvl3pPr marL="1036290" indent="0">
              <a:buNone/>
              <a:defRPr sz="1133"/>
            </a:lvl3pPr>
            <a:lvl4pPr marL="1554434" indent="0">
              <a:buNone/>
              <a:defRPr sz="1020"/>
            </a:lvl4pPr>
            <a:lvl5pPr marL="2072579" indent="0">
              <a:buNone/>
              <a:defRPr sz="1020"/>
            </a:lvl5pPr>
            <a:lvl6pPr marL="2590724" indent="0">
              <a:buNone/>
              <a:defRPr sz="1020"/>
            </a:lvl6pPr>
            <a:lvl7pPr marL="3108869" indent="0">
              <a:buNone/>
              <a:defRPr sz="1020"/>
            </a:lvl7pPr>
            <a:lvl8pPr marL="3627013" indent="0">
              <a:buNone/>
              <a:defRPr sz="1020"/>
            </a:lvl8pPr>
            <a:lvl9pPr marL="4145158" indent="0">
              <a:buNone/>
              <a:defRPr sz="1020"/>
            </a:lvl9pPr>
          </a:lstStyle>
          <a:p>
            <a:pPr lvl="0"/>
            <a:r>
              <a:rPr lang="es-ES"/>
              <a:t>Haga clic para modificar los estilos de texto del patrón</a:t>
            </a:r>
          </a:p>
        </p:txBody>
      </p:sp>
      <p:sp>
        <p:nvSpPr>
          <p:cNvPr id="5" name="Date Placeholder 4"/>
          <p:cNvSpPr>
            <a:spLocks noGrp="1"/>
          </p:cNvSpPr>
          <p:nvPr>
            <p:ph type="dt" sz="half" idx="10"/>
          </p:nvPr>
        </p:nvSpPr>
        <p:spPr>
          <a:xfrm>
            <a:off x="527580" y="7321090"/>
            <a:ext cx="2967645" cy="413808"/>
          </a:xfrm>
        </p:spPr>
        <p:txBody>
          <a:bodyPr/>
          <a:lstStyle>
            <a:lvl1pPr algn="l">
              <a:defRPr/>
            </a:lvl1pPr>
          </a:lstStyle>
          <a:p>
            <a:fld id="{FB821D23-EDB0-4AFC-8E32-7A32162BF166}" type="datetime1">
              <a:rPr lang="en-US" smtClean="0"/>
              <a:t>1/30/2026</a:t>
            </a:fld>
            <a:endParaRPr lang="en-US" dirty="0">
              <a:solidFill>
                <a:schemeClr val="tx1"/>
              </a:solidFill>
            </a:endParaRPr>
          </a:p>
        </p:txBody>
      </p:sp>
      <p:sp>
        <p:nvSpPr>
          <p:cNvPr id="6" name="Footer Placeholder 5"/>
          <p:cNvSpPr>
            <a:spLocks noGrp="1"/>
          </p:cNvSpPr>
          <p:nvPr>
            <p:ph type="ftr" sz="quarter" idx="11"/>
          </p:nvPr>
        </p:nvSpPr>
        <p:spPr>
          <a:xfrm>
            <a:off x="5440680" y="7321090"/>
            <a:ext cx="5267960" cy="413808"/>
          </a:xfrm>
        </p:spPr>
        <p:txBody>
          <a:bodyPr/>
          <a:lstStyle>
            <a:lvl1pPr algn="l">
              <a:defRPr>
                <a:solidFill>
                  <a:schemeClr val="tx2"/>
                </a:solidFill>
              </a:defRPr>
            </a:lvl1pPr>
          </a:lstStyle>
          <a:p>
            <a:r>
              <a:rPr lang="es-MX"/>
              <a:t>Revisión de Requerimientos de Sistema</a:t>
            </a:r>
            <a:endParaRPr lang="es-CL"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2541617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5613400"/>
            <a:ext cx="13814002" cy="215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5570420"/>
            <a:ext cx="13814002" cy="72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43585" y="5751576"/>
            <a:ext cx="11462131" cy="932688"/>
          </a:xfrm>
        </p:spPr>
        <p:txBody>
          <a:bodyPr lIns="91440" tIns="0" rIns="91440" bIns="0" anchor="b">
            <a:noAutofit/>
          </a:bodyPr>
          <a:lstStyle>
            <a:lvl1pPr>
              <a:defRPr sz="408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8" y="0"/>
            <a:ext cx="13817583" cy="5570419"/>
          </a:xfrm>
          <a:solidFill>
            <a:schemeClr val="bg2">
              <a:lumMod val="90000"/>
            </a:schemeClr>
          </a:solidFill>
        </p:spPr>
        <p:txBody>
          <a:bodyPr lIns="457200" tIns="457200" anchor="t"/>
          <a:lstStyle>
            <a:lvl1pPr marL="0" indent="0">
              <a:buNone/>
              <a:defRPr sz="3627"/>
            </a:lvl1pPr>
            <a:lvl2pPr marL="518145" indent="0">
              <a:buNone/>
              <a:defRPr sz="3173"/>
            </a:lvl2pPr>
            <a:lvl3pPr marL="1036290" indent="0">
              <a:buNone/>
              <a:defRPr sz="2720"/>
            </a:lvl3pPr>
            <a:lvl4pPr marL="1554434" indent="0">
              <a:buNone/>
              <a:defRPr sz="2267"/>
            </a:lvl4pPr>
            <a:lvl5pPr marL="2072579" indent="0">
              <a:buNone/>
              <a:defRPr sz="2267"/>
            </a:lvl5pPr>
            <a:lvl6pPr marL="2590724" indent="0">
              <a:buNone/>
              <a:defRPr sz="2267"/>
            </a:lvl6pPr>
            <a:lvl7pPr marL="3108869" indent="0">
              <a:buNone/>
              <a:defRPr sz="2267"/>
            </a:lvl7pPr>
            <a:lvl8pPr marL="3627013" indent="0">
              <a:buNone/>
              <a:defRPr sz="2267"/>
            </a:lvl8pPr>
            <a:lvl9pPr marL="4145158" indent="0">
              <a:buNone/>
              <a:defRPr sz="226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43584" y="6694627"/>
            <a:ext cx="11461699" cy="673608"/>
          </a:xfrm>
        </p:spPr>
        <p:txBody>
          <a:bodyPr lIns="91440" tIns="0" rIns="91440" bIns="0">
            <a:normAutofit/>
          </a:bodyPr>
          <a:lstStyle>
            <a:lvl1pPr marL="0" indent="0">
              <a:spcBef>
                <a:spcPts val="0"/>
              </a:spcBef>
              <a:spcAft>
                <a:spcPts val="680"/>
              </a:spcAft>
              <a:buNone/>
              <a:defRPr sz="1700">
                <a:solidFill>
                  <a:srgbClr val="FFFFFF"/>
                </a:solidFill>
              </a:defRPr>
            </a:lvl1pPr>
            <a:lvl2pPr marL="518145" indent="0">
              <a:buNone/>
              <a:defRPr sz="1360"/>
            </a:lvl2pPr>
            <a:lvl3pPr marL="1036290" indent="0">
              <a:buNone/>
              <a:defRPr sz="1133"/>
            </a:lvl3pPr>
            <a:lvl4pPr marL="1554434" indent="0">
              <a:buNone/>
              <a:defRPr sz="1020"/>
            </a:lvl4pPr>
            <a:lvl5pPr marL="2072579" indent="0">
              <a:buNone/>
              <a:defRPr sz="1020"/>
            </a:lvl5pPr>
            <a:lvl6pPr marL="2590724" indent="0">
              <a:buNone/>
              <a:defRPr sz="1020"/>
            </a:lvl6pPr>
            <a:lvl7pPr marL="3108869" indent="0">
              <a:buNone/>
              <a:defRPr sz="1020"/>
            </a:lvl7pPr>
            <a:lvl8pPr marL="3627013" indent="0">
              <a:buNone/>
              <a:defRPr sz="1020"/>
            </a:lvl8pPr>
            <a:lvl9pPr marL="4145158" indent="0">
              <a:buNone/>
              <a:defRPr sz="102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92161DA-0783-43F0-9419-3751734A028A}" type="datetime1">
              <a:rPr lang="en-US" smtClean="0"/>
              <a:t>1/30/2026</a:t>
            </a:fld>
            <a:endParaRPr lang="en-US" dirty="0">
              <a:solidFill>
                <a:schemeClr val="tx1"/>
              </a:solidFill>
            </a:endParaRPr>
          </a:p>
        </p:txBody>
      </p:sp>
      <p:sp>
        <p:nvSpPr>
          <p:cNvPr id="6" name="Footer Placeholder 5"/>
          <p:cNvSpPr>
            <a:spLocks noGrp="1"/>
          </p:cNvSpPr>
          <p:nvPr>
            <p:ph type="ftr" sz="quarter" idx="11"/>
          </p:nvPr>
        </p:nvSpPr>
        <p:spPr/>
        <p:txBody>
          <a:bodyPr/>
          <a:lstStyle/>
          <a:p>
            <a:r>
              <a:rPr lang="es-MX"/>
              <a:t>Revisión de Requerimientos de Sistema</a:t>
            </a:r>
            <a:endParaRPr lang="es-CL" dirty="0"/>
          </a:p>
        </p:txBody>
      </p:sp>
      <p:sp>
        <p:nvSpPr>
          <p:cNvPr id="7" name="Slide Number Placeholder 6"/>
          <p:cNvSpPr>
            <a:spLocks noGrp="1"/>
          </p:cNvSpPr>
          <p:nvPr>
            <p:ph type="sldNum" sz="quarter" idx="12"/>
          </p:nvPr>
        </p:nvSpPr>
        <p:spPr/>
        <p:txBody>
          <a:body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2531089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2FCD93F-8ECD-41D2-9B9E-261879BD8219}" type="datetime1">
              <a:rPr lang="en-US" smtClean="0"/>
              <a:t>1/30/2026</a:t>
            </a:fld>
            <a:endParaRPr lang="en-US" dirty="0">
              <a:solidFill>
                <a:schemeClr val="tx1"/>
              </a:solidFill>
            </a:endParaRPr>
          </a:p>
        </p:txBody>
      </p:sp>
      <p:sp>
        <p:nvSpPr>
          <p:cNvPr id="5" name="Footer Placeholder 4"/>
          <p:cNvSpPr>
            <a:spLocks noGrp="1"/>
          </p:cNvSpPr>
          <p:nvPr>
            <p:ph type="ftr" sz="quarter" idx="11"/>
          </p:nvPr>
        </p:nvSpPr>
        <p:spPr/>
        <p:txBody>
          <a:bodyPr/>
          <a:lstStyle/>
          <a:p>
            <a:r>
              <a:rPr lang="es-MX"/>
              <a:t>Revisión de Requerimientos de Sistema</a:t>
            </a:r>
            <a:endParaRPr lang="es-CL" dirty="0"/>
          </a:p>
        </p:txBody>
      </p:sp>
      <p:sp>
        <p:nvSpPr>
          <p:cNvPr id="6" name="Slide Number Placeholder 5"/>
          <p:cNvSpPr>
            <a:spLocks noGrp="1"/>
          </p:cNvSpPr>
          <p:nvPr>
            <p:ph type="sldNum" sz="quarter" idx="12"/>
          </p:nvPr>
        </p:nvSpPr>
        <p:spPr/>
        <p:txBody>
          <a:body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495415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599" y="7254240"/>
            <a:ext cx="13814002" cy="518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7178892"/>
            <a:ext cx="13814002" cy="72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888220" y="467276"/>
            <a:ext cx="2979420" cy="652788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49960" y="467276"/>
            <a:ext cx="8765540" cy="6527884"/>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3B150A0-B956-4D9A-92C4-A213C26B6DCC}" type="datetime1">
              <a:rPr lang="en-US" smtClean="0"/>
              <a:t>1/30/2026</a:t>
            </a:fld>
            <a:endParaRPr lang="en-US" dirty="0">
              <a:solidFill>
                <a:schemeClr val="tx1"/>
              </a:solidFill>
            </a:endParaRPr>
          </a:p>
        </p:txBody>
      </p:sp>
      <p:sp>
        <p:nvSpPr>
          <p:cNvPr id="5" name="Footer Placeholder 4"/>
          <p:cNvSpPr>
            <a:spLocks noGrp="1"/>
          </p:cNvSpPr>
          <p:nvPr>
            <p:ph type="ftr" sz="quarter" idx="11"/>
          </p:nvPr>
        </p:nvSpPr>
        <p:spPr/>
        <p:txBody>
          <a:bodyPr/>
          <a:lstStyle/>
          <a:p>
            <a:r>
              <a:rPr lang="es-MX"/>
              <a:t>Revisión de Requerimientos de Sistema</a:t>
            </a:r>
            <a:endParaRPr lang="es-CL" dirty="0"/>
          </a:p>
        </p:txBody>
      </p:sp>
      <p:sp>
        <p:nvSpPr>
          <p:cNvPr id="6" name="Slide Number Placeholder 5"/>
          <p:cNvSpPr>
            <a:spLocks noGrp="1"/>
          </p:cNvSpPr>
          <p:nvPr>
            <p:ph type="sldNum" sz="quarter" idx="12"/>
          </p:nvPr>
        </p:nvSpPr>
        <p:spPr/>
        <p:txBody>
          <a:bodyPr/>
          <a:lstStyle/>
          <a:p>
            <a:fld id="{B6F15528-21DE-4FAA-801E-634DDDAF4B2B}" type="slidenum">
              <a:rPr lang="es-CL" smtClean="0"/>
              <a:pPr/>
              <a:t>‹Nº›</a:t>
            </a:fld>
            <a:endParaRPr lang="es-CL" b="0" dirty="0"/>
          </a:p>
        </p:txBody>
      </p:sp>
    </p:spTree>
    <p:extLst>
      <p:ext uri="{BB962C8B-B14F-4D97-AF65-F5344CB8AC3E}">
        <p14:creationId xmlns:p14="http://schemas.microsoft.com/office/powerpoint/2010/main" val="2766503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254240"/>
            <a:ext cx="13817600" cy="518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8" y="7178891"/>
            <a:ext cx="13817583" cy="753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43584" y="324817"/>
            <a:ext cx="11399520" cy="1644191"/>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43584" y="2091832"/>
            <a:ext cx="11399520" cy="4559808"/>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43585" y="7321090"/>
            <a:ext cx="2801907" cy="413808"/>
          </a:xfrm>
          <a:prstGeom prst="rect">
            <a:avLst/>
          </a:prstGeom>
        </p:spPr>
        <p:txBody>
          <a:bodyPr vert="horz" lIns="91440" tIns="45720" rIns="91440" bIns="45720" rtlCol="0" anchor="ctr"/>
          <a:lstStyle>
            <a:lvl1pPr algn="l">
              <a:defRPr sz="1020">
                <a:solidFill>
                  <a:srgbClr val="FFFFFF"/>
                </a:solidFill>
              </a:defRPr>
            </a:lvl1pPr>
          </a:lstStyle>
          <a:p>
            <a:fld id="{D691A2CC-EC56-4569-9280-C8B36BD9C0B3}" type="datetime1">
              <a:rPr lang="en-US" smtClean="0"/>
              <a:t>1/30/2026</a:t>
            </a:fld>
            <a:endParaRPr lang="en-US" dirty="0">
              <a:solidFill>
                <a:schemeClr val="tx1"/>
              </a:solidFill>
            </a:endParaRPr>
          </a:p>
        </p:txBody>
      </p:sp>
      <p:sp>
        <p:nvSpPr>
          <p:cNvPr id="5" name="Footer Placeholder 4"/>
          <p:cNvSpPr>
            <a:spLocks noGrp="1"/>
          </p:cNvSpPr>
          <p:nvPr>
            <p:ph type="ftr" sz="quarter" idx="3"/>
          </p:nvPr>
        </p:nvSpPr>
        <p:spPr>
          <a:xfrm>
            <a:off x="4177676" y="7321090"/>
            <a:ext cx="5465845" cy="413808"/>
          </a:xfrm>
          <a:prstGeom prst="rect">
            <a:avLst/>
          </a:prstGeom>
        </p:spPr>
        <p:txBody>
          <a:bodyPr vert="horz" lIns="91440" tIns="45720" rIns="91440" bIns="45720" rtlCol="0" anchor="ctr"/>
          <a:lstStyle>
            <a:lvl1pPr algn="ctr">
              <a:defRPr sz="1020" cap="all" baseline="0">
                <a:solidFill>
                  <a:srgbClr val="FFFFFF"/>
                </a:solidFill>
              </a:defRPr>
            </a:lvl1pPr>
          </a:lstStyle>
          <a:p>
            <a:r>
              <a:rPr lang="es-MX"/>
              <a:t>Revisión de Requerimientos de Sistema</a:t>
            </a:r>
            <a:endParaRPr lang="es-CL" dirty="0"/>
          </a:p>
        </p:txBody>
      </p:sp>
      <p:sp>
        <p:nvSpPr>
          <p:cNvPr id="6" name="Slide Number Placeholder 5"/>
          <p:cNvSpPr>
            <a:spLocks noGrp="1"/>
          </p:cNvSpPr>
          <p:nvPr>
            <p:ph type="sldNum" sz="quarter" idx="4"/>
          </p:nvPr>
        </p:nvSpPr>
        <p:spPr>
          <a:xfrm>
            <a:off x="11220519" y="7321090"/>
            <a:ext cx="1486962" cy="413808"/>
          </a:xfrm>
          <a:prstGeom prst="rect">
            <a:avLst/>
          </a:prstGeom>
        </p:spPr>
        <p:txBody>
          <a:bodyPr vert="horz" lIns="91440" tIns="45720" rIns="91440" bIns="45720" rtlCol="0" anchor="ctr"/>
          <a:lstStyle>
            <a:lvl1pPr algn="r">
              <a:defRPr sz="1190">
                <a:solidFill>
                  <a:srgbClr val="FFFFFF"/>
                </a:solidFill>
              </a:defRPr>
            </a:lvl1pPr>
          </a:lstStyle>
          <a:p>
            <a:fld id="{B6F15528-21DE-4FAA-801E-634DDDAF4B2B}" type="slidenum">
              <a:rPr lang="es-CL" smtClean="0"/>
              <a:pPr/>
              <a:t>‹Nº›</a:t>
            </a:fld>
            <a:endParaRPr lang="es-CL" b="0" dirty="0"/>
          </a:p>
        </p:txBody>
      </p:sp>
      <p:cxnSp>
        <p:nvCxnSpPr>
          <p:cNvPr id="10" name="Straight Connector 9"/>
          <p:cNvCxnSpPr/>
          <p:nvPr/>
        </p:nvCxnSpPr>
        <p:spPr>
          <a:xfrm>
            <a:off x="1352670" y="1969558"/>
            <a:ext cx="1129588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6103462"/>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hf hdr="0"/>
  <p:txStyles>
    <p:titleStyle>
      <a:lvl1pPr algn="l" defTabSz="1036290" rtl="0" eaLnBrk="1" latinLnBrk="0" hangingPunct="1">
        <a:lnSpc>
          <a:spcPct val="85000"/>
        </a:lnSpc>
        <a:spcBef>
          <a:spcPct val="0"/>
        </a:spcBef>
        <a:buNone/>
        <a:defRPr sz="5440" kern="1200" spc="-57" baseline="0">
          <a:solidFill>
            <a:schemeClr val="tx1">
              <a:lumMod val="75000"/>
              <a:lumOff val="25000"/>
            </a:schemeClr>
          </a:solidFill>
          <a:latin typeface="+mj-lt"/>
          <a:ea typeface="+mj-ea"/>
          <a:cs typeface="+mj-cs"/>
        </a:defRPr>
      </a:lvl1pPr>
    </p:titleStyle>
    <p:bodyStyle>
      <a:lvl1pPr marL="103629" indent="-103629" algn="l" defTabSz="1036290" rtl="0" eaLnBrk="1" latinLnBrk="0" hangingPunct="1">
        <a:lnSpc>
          <a:spcPct val="90000"/>
        </a:lnSpc>
        <a:spcBef>
          <a:spcPts val="1360"/>
        </a:spcBef>
        <a:spcAft>
          <a:spcPts val="227"/>
        </a:spcAft>
        <a:buClr>
          <a:schemeClr val="accent1"/>
        </a:buClr>
        <a:buSzPct val="100000"/>
        <a:buFont typeface="Calibri" panose="020F0502020204030204" pitchFamily="34" charset="0"/>
        <a:buChar char=" "/>
        <a:defRPr sz="2267" kern="1200">
          <a:solidFill>
            <a:schemeClr val="tx1">
              <a:lumMod val="75000"/>
              <a:lumOff val="25000"/>
            </a:schemeClr>
          </a:solidFill>
          <a:latin typeface="+mn-lt"/>
          <a:ea typeface="+mn-ea"/>
          <a:cs typeface="+mn-cs"/>
        </a:defRPr>
      </a:lvl1pPr>
      <a:lvl2pPr marL="435242" indent="-207258" algn="l" defTabSz="1036290" rtl="0" eaLnBrk="1" latinLnBrk="0" hangingPunct="1">
        <a:lnSpc>
          <a:spcPct val="90000"/>
        </a:lnSpc>
        <a:spcBef>
          <a:spcPts val="227"/>
        </a:spcBef>
        <a:spcAft>
          <a:spcPts val="453"/>
        </a:spcAft>
        <a:buClr>
          <a:schemeClr val="accent1"/>
        </a:buClr>
        <a:buFont typeface="Calibri" pitchFamily="34" charset="0"/>
        <a:buChar char="◦"/>
        <a:defRPr sz="2040" kern="1200">
          <a:solidFill>
            <a:schemeClr val="tx1">
              <a:lumMod val="75000"/>
              <a:lumOff val="25000"/>
            </a:schemeClr>
          </a:solidFill>
          <a:latin typeface="+mn-lt"/>
          <a:ea typeface="+mn-ea"/>
          <a:cs typeface="+mn-cs"/>
        </a:defRPr>
      </a:lvl2pPr>
      <a:lvl3pPr marL="642500" indent="-207258" algn="l" defTabSz="1036290" rtl="0" eaLnBrk="1" latinLnBrk="0" hangingPunct="1">
        <a:lnSpc>
          <a:spcPct val="90000"/>
        </a:lnSpc>
        <a:spcBef>
          <a:spcPts val="227"/>
        </a:spcBef>
        <a:spcAft>
          <a:spcPts val="453"/>
        </a:spcAft>
        <a:buClr>
          <a:schemeClr val="accent1"/>
        </a:buClr>
        <a:buFont typeface="Calibri" pitchFamily="34" charset="0"/>
        <a:buChar char="◦"/>
        <a:defRPr sz="1587" kern="1200">
          <a:solidFill>
            <a:schemeClr val="tx1">
              <a:lumMod val="75000"/>
              <a:lumOff val="25000"/>
            </a:schemeClr>
          </a:solidFill>
          <a:latin typeface="+mn-lt"/>
          <a:ea typeface="+mn-ea"/>
          <a:cs typeface="+mn-cs"/>
        </a:defRPr>
      </a:lvl3pPr>
      <a:lvl4pPr marL="849757" indent="-207258" algn="l" defTabSz="1036290" rtl="0" eaLnBrk="1" latinLnBrk="0" hangingPunct="1">
        <a:lnSpc>
          <a:spcPct val="90000"/>
        </a:lnSpc>
        <a:spcBef>
          <a:spcPts val="227"/>
        </a:spcBef>
        <a:spcAft>
          <a:spcPts val="453"/>
        </a:spcAft>
        <a:buClr>
          <a:schemeClr val="accent1"/>
        </a:buClr>
        <a:buFont typeface="Calibri" pitchFamily="34" charset="0"/>
        <a:buChar char="◦"/>
        <a:defRPr sz="1587" kern="1200">
          <a:solidFill>
            <a:schemeClr val="tx1">
              <a:lumMod val="75000"/>
              <a:lumOff val="25000"/>
            </a:schemeClr>
          </a:solidFill>
          <a:latin typeface="+mn-lt"/>
          <a:ea typeface="+mn-ea"/>
          <a:cs typeface="+mn-cs"/>
        </a:defRPr>
      </a:lvl4pPr>
      <a:lvl5pPr marL="1057015" indent="-207258" algn="l" defTabSz="1036290" rtl="0" eaLnBrk="1" latinLnBrk="0" hangingPunct="1">
        <a:lnSpc>
          <a:spcPct val="90000"/>
        </a:lnSpc>
        <a:spcBef>
          <a:spcPts val="227"/>
        </a:spcBef>
        <a:spcAft>
          <a:spcPts val="453"/>
        </a:spcAft>
        <a:buClr>
          <a:schemeClr val="accent1"/>
        </a:buClr>
        <a:buFont typeface="Calibri" pitchFamily="34" charset="0"/>
        <a:buChar char="◦"/>
        <a:defRPr sz="1587" kern="1200">
          <a:solidFill>
            <a:schemeClr val="tx1">
              <a:lumMod val="75000"/>
              <a:lumOff val="25000"/>
            </a:schemeClr>
          </a:solidFill>
          <a:latin typeface="+mn-lt"/>
          <a:ea typeface="+mn-ea"/>
          <a:cs typeface="+mn-cs"/>
        </a:defRPr>
      </a:lvl5pPr>
      <a:lvl6pPr marL="1246630" indent="-259072" algn="l" defTabSz="1036290" rtl="0" eaLnBrk="1" latinLnBrk="0" hangingPunct="1">
        <a:lnSpc>
          <a:spcPct val="90000"/>
        </a:lnSpc>
        <a:spcBef>
          <a:spcPts val="227"/>
        </a:spcBef>
        <a:spcAft>
          <a:spcPts val="453"/>
        </a:spcAft>
        <a:buClr>
          <a:schemeClr val="accent1"/>
        </a:buClr>
        <a:buFont typeface="Calibri" pitchFamily="34" charset="0"/>
        <a:buChar char="◦"/>
        <a:defRPr sz="1587" kern="1200">
          <a:solidFill>
            <a:schemeClr val="tx1">
              <a:lumMod val="75000"/>
              <a:lumOff val="25000"/>
            </a:schemeClr>
          </a:solidFill>
          <a:latin typeface="+mn-lt"/>
          <a:ea typeface="+mn-ea"/>
          <a:cs typeface="+mn-cs"/>
        </a:defRPr>
      </a:lvl6pPr>
      <a:lvl7pPr marL="1473290" indent="-259072" algn="l" defTabSz="1036290" rtl="0" eaLnBrk="1" latinLnBrk="0" hangingPunct="1">
        <a:lnSpc>
          <a:spcPct val="90000"/>
        </a:lnSpc>
        <a:spcBef>
          <a:spcPts val="227"/>
        </a:spcBef>
        <a:spcAft>
          <a:spcPts val="453"/>
        </a:spcAft>
        <a:buClr>
          <a:schemeClr val="accent1"/>
        </a:buClr>
        <a:buFont typeface="Calibri" pitchFamily="34" charset="0"/>
        <a:buChar char="◦"/>
        <a:defRPr sz="1587" kern="1200">
          <a:solidFill>
            <a:schemeClr val="tx1">
              <a:lumMod val="75000"/>
              <a:lumOff val="25000"/>
            </a:schemeClr>
          </a:solidFill>
          <a:latin typeface="+mn-lt"/>
          <a:ea typeface="+mn-ea"/>
          <a:cs typeface="+mn-cs"/>
        </a:defRPr>
      </a:lvl7pPr>
      <a:lvl8pPr marL="1699950" indent="-259072" algn="l" defTabSz="1036290" rtl="0" eaLnBrk="1" latinLnBrk="0" hangingPunct="1">
        <a:lnSpc>
          <a:spcPct val="90000"/>
        </a:lnSpc>
        <a:spcBef>
          <a:spcPts val="227"/>
        </a:spcBef>
        <a:spcAft>
          <a:spcPts val="453"/>
        </a:spcAft>
        <a:buClr>
          <a:schemeClr val="accent1"/>
        </a:buClr>
        <a:buFont typeface="Calibri" pitchFamily="34" charset="0"/>
        <a:buChar char="◦"/>
        <a:defRPr sz="1587" kern="1200">
          <a:solidFill>
            <a:schemeClr val="tx1">
              <a:lumMod val="75000"/>
              <a:lumOff val="25000"/>
            </a:schemeClr>
          </a:solidFill>
          <a:latin typeface="+mn-lt"/>
          <a:ea typeface="+mn-ea"/>
          <a:cs typeface="+mn-cs"/>
        </a:defRPr>
      </a:lvl8pPr>
      <a:lvl9pPr marL="1926610" indent="-259072" algn="l" defTabSz="1036290" rtl="0" eaLnBrk="1" latinLnBrk="0" hangingPunct="1">
        <a:lnSpc>
          <a:spcPct val="90000"/>
        </a:lnSpc>
        <a:spcBef>
          <a:spcPts val="227"/>
        </a:spcBef>
        <a:spcAft>
          <a:spcPts val="453"/>
        </a:spcAft>
        <a:buClr>
          <a:schemeClr val="accent1"/>
        </a:buClr>
        <a:buFont typeface="Calibri" pitchFamily="34" charset="0"/>
        <a:buChar char="◦"/>
        <a:defRPr sz="1587" kern="1200">
          <a:solidFill>
            <a:schemeClr val="tx1">
              <a:lumMod val="75000"/>
              <a:lumOff val="25000"/>
            </a:schemeClr>
          </a:solidFill>
          <a:latin typeface="+mn-lt"/>
          <a:ea typeface="+mn-ea"/>
          <a:cs typeface="+mn-cs"/>
        </a:defRPr>
      </a:lvl9pPr>
    </p:bodyStyle>
    <p:otherStyle>
      <a:defPPr>
        <a:defRPr lang="en-US"/>
      </a:defPPr>
      <a:lvl1pPr marL="0" algn="l" defTabSz="1036290" rtl="0" eaLnBrk="1" latinLnBrk="0" hangingPunct="1">
        <a:defRPr sz="2040" kern="1200">
          <a:solidFill>
            <a:schemeClr val="tx1"/>
          </a:solidFill>
          <a:latin typeface="+mn-lt"/>
          <a:ea typeface="+mn-ea"/>
          <a:cs typeface="+mn-cs"/>
        </a:defRPr>
      </a:lvl1pPr>
      <a:lvl2pPr marL="518145" algn="l" defTabSz="1036290" rtl="0" eaLnBrk="1" latinLnBrk="0" hangingPunct="1">
        <a:defRPr sz="2040" kern="1200">
          <a:solidFill>
            <a:schemeClr val="tx1"/>
          </a:solidFill>
          <a:latin typeface="+mn-lt"/>
          <a:ea typeface="+mn-ea"/>
          <a:cs typeface="+mn-cs"/>
        </a:defRPr>
      </a:lvl2pPr>
      <a:lvl3pPr marL="1036290" algn="l" defTabSz="1036290" rtl="0" eaLnBrk="1" latinLnBrk="0" hangingPunct="1">
        <a:defRPr sz="2040" kern="1200">
          <a:solidFill>
            <a:schemeClr val="tx1"/>
          </a:solidFill>
          <a:latin typeface="+mn-lt"/>
          <a:ea typeface="+mn-ea"/>
          <a:cs typeface="+mn-cs"/>
        </a:defRPr>
      </a:lvl3pPr>
      <a:lvl4pPr marL="1554434" algn="l" defTabSz="1036290" rtl="0" eaLnBrk="1" latinLnBrk="0" hangingPunct="1">
        <a:defRPr sz="2040" kern="1200">
          <a:solidFill>
            <a:schemeClr val="tx1"/>
          </a:solidFill>
          <a:latin typeface="+mn-lt"/>
          <a:ea typeface="+mn-ea"/>
          <a:cs typeface="+mn-cs"/>
        </a:defRPr>
      </a:lvl4pPr>
      <a:lvl5pPr marL="2072579" algn="l" defTabSz="1036290" rtl="0" eaLnBrk="1" latinLnBrk="0" hangingPunct="1">
        <a:defRPr sz="2040" kern="1200">
          <a:solidFill>
            <a:schemeClr val="tx1"/>
          </a:solidFill>
          <a:latin typeface="+mn-lt"/>
          <a:ea typeface="+mn-ea"/>
          <a:cs typeface="+mn-cs"/>
        </a:defRPr>
      </a:lvl5pPr>
      <a:lvl6pPr marL="2590724" algn="l" defTabSz="1036290" rtl="0" eaLnBrk="1" latinLnBrk="0" hangingPunct="1">
        <a:defRPr sz="2040" kern="1200">
          <a:solidFill>
            <a:schemeClr val="tx1"/>
          </a:solidFill>
          <a:latin typeface="+mn-lt"/>
          <a:ea typeface="+mn-ea"/>
          <a:cs typeface="+mn-cs"/>
        </a:defRPr>
      </a:lvl6pPr>
      <a:lvl7pPr marL="3108869" algn="l" defTabSz="1036290" rtl="0" eaLnBrk="1" latinLnBrk="0" hangingPunct="1">
        <a:defRPr sz="2040" kern="1200">
          <a:solidFill>
            <a:schemeClr val="tx1"/>
          </a:solidFill>
          <a:latin typeface="+mn-lt"/>
          <a:ea typeface="+mn-ea"/>
          <a:cs typeface="+mn-cs"/>
        </a:defRPr>
      </a:lvl7pPr>
      <a:lvl8pPr marL="3627013" algn="l" defTabSz="1036290" rtl="0" eaLnBrk="1" latinLnBrk="0" hangingPunct="1">
        <a:defRPr sz="2040" kern="1200">
          <a:solidFill>
            <a:schemeClr val="tx1"/>
          </a:solidFill>
          <a:latin typeface="+mn-lt"/>
          <a:ea typeface="+mn-ea"/>
          <a:cs typeface="+mn-cs"/>
        </a:defRPr>
      </a:lvl8pPr>
      <a:lvl9pPr marL="4145158" algn="l" defTabSz="1036290" rtl="0" eaLnBrk="1" latinLnBrk="0" hangingPunct="1">
        <a:defRPr sz="204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D1789-F400-2DCB-1028-E6C4FA9C9C68}"/>
              </a:ext>
            </a:extLst>
          </p:cNvPr>
          <p:cNvSpPr>
            <a:spLocks noGrp="1"/>
          </p:cNvSpPr>
          <p:nvPr>
            <p:ph type="ctrTitle"/>
          </p:nvPr>
        </p:nvSpPr>
        <p:spPr>
          <a:xfrm>
            <a:off x="1243584" y="860146"/>
            <a:ext cx="11399520" cy="4041648"/>
          </a:xfrm>
        </p:spPr>
        <p:txBody>
          <a:bodyPr/>
          <a:lstStyle/>
          <a:p>
            <a:r>
              <a:rPr lang="es-CL"/>
              <a:t>Proyecto BIFROST</a:t>
            </a:r>
            <a:endParaRPr lang="es-CL" dirty="0"/>
          </a:p>
        </p:txBody>
      </p:sp>
      <p:sp>
        <p:nvSpPr>
          <p:cNvPr id="3" name="Subtítulo 2">
            <a:extLst>
              <a:ext uri="{FF2B5EF4-FFF2-40B4-BE49-F238E27FC236}">
                <a16:creationId xmlns:a16="http://schemas.microsoft.com/office/drawing/2014/main" id="{9E71170F-47BB-3DE6-3247-75EE85C87F09}"/>
              </a:ext>
            </a:extLst>
          </p:cNvPr>
          <p:cNvSpPr>
            <a:spLocks noGrp="1"/>
          </p:cNvSpPr>
          <p:nvPr>
            <p:ph type="subTitle" idx="1"/>
          </p:nvPr>
        </p:nvSpPr>
        <p:spPr>
          <a:xfrm>
            <a:off x="1246724" y="5049704"/>
            <a:ext cx="11399520" cy="1295400"/>
          </a:xfrm>
        </p:spPr>
        <p:txBody>
          <a:bodyPr/>
          <a:lstStyle/>
          <a:p>
            <a:r>
              <a:rPr lang="es-CL"/>
              <a:t>Revisión de requerimientos de sistema (SRR)</a:t>
            </a:r>
          </a:p>
          <a:p>
            <a:endParaRPr lang="es-CL" dirty="0"/>
          </a:p>
        </p:txBody>
      </p:sp>
      <p:sp>
        <p:nvSpPr>
          <p:cNvPr id="8" name="Marcador de fecha 7">
            <a:extLst>
              <a:ext uri="{FF2B5EF4-FFF2-40B4-BE49-F238E27FC236}">
                <a16:creationId xmlns:a16="http://schemas.microsoft.com/office/drawing/2014/main" id="{B68C10DA-830E-1A72-F1C0-842248FABEBE}"/>
              </a:ext>
            </a:extLst>
          </p:cNvPr>
          <p:cNvSpPr>
            <a:spLocks noGrp="1"/>
          </p:cNvSpPr>
          <p:nvPr>
            <p:ph type="dt" sz="half" idx="10"/>
          </p:nvPr>
        </p:nvSpPr>
        <p:spPr>
          <a:xfrm>
            <a:off x="1243585" y="7321090"/>
            <a:ext cx="2801907" cy="413808"/>
          </a:xfrm>
        </p:spPr>
        <p:txBody>
          <a:bodyPr/>
          <a:lstStyle/>
          <a:p>
            <a:fld id="{D74154D2-16E6-4969-84D0-D7DD483DDF84}" type="datetime1">
              <a:rPr lang="en-US" smtClean="0"/>
              <a:t>1/30/2026</a:t>
            </a:fld>
            <a:endParaRPr lang="en-US" dirty="0"/>
          </a:p>
        </p:txBody>
      </p:sp>
      <p:sp>
        <p:nvSpPr>
          <p:cNvPr id="9" name="Marcador de pie de página 8">
            <a:extLst>
              <a:ext uri="{FF2B5EF4-FFF2-40B4-BE49-F238E27FC236}">
                <a16:creationId xmlns:a16="http://schemas.microsoft.com/office/drawing/2014/main" id="{2C21D2B0-55F3-84A1-6A05-CBB17BCA795E}"/>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10" name="Marcador de número de diapositiva 9">
            <a:extLst>
              <a:ext uri="{FF2B5EF4-FFF2-40B4-BE49-F238E27FC236}">
                <a16:creationId xmlns:a16="http://schemas.microsoft.com/office/drawing/2014/main" id="{950D9C75-6800-0DA5-E7B5-29F3B352518F}"/>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a:t>
            </a:fld>
            <a:endParaRPr lang="es-CL" dirty="0"/>
          </a:p>
        </p:txBody>
      </p:sp>
      <p:pic>
        <p:nvPicPr>
          <p:cNvPr id="7" name="Imagen 6">
            <a:extLst>
              <a:ext uri="{FF2B5EF4-FFF2-40B4-BE49-F238E27FC236}">
                <a16:creationId xmlns:a16="http://schemas.microsoft.com/office/drawing/2014/main" id="{C0308659-6190-CACB-56E0-A46A7D6C00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0" cy="2574235"/>
          </a:xfrm>
          <a:prstGeom prst="rect">
            <a:avLst/>
          </a:prstGeom>
        </p:spPr>
      </p:pic>
    </p:spTree>
    <p:extLst>
      <p:ext uri="{BB962C8B-B14F-4D97-AF65-F5344CB8AC3E}">
        <p14:creationId xmlns:p14="http://schemas.microsoft.com/office/powerpoint/2010/main" val="3478865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fecha 5">
            <a:extLst>
              <a:ext uri="{FF2B5EF4-FFF2-40B4-BE49-F238E27FC236}">
                <a16:creationId xmlns:a16="http://schemas.microsoft.com/office/drawing/2014/main" id="{386C4884-204E-62F3-A710-FC448D59802A}"/>
              </a:ext>
            </a:extLst>
          </p:cNvPr>
          <p:cNvSpPr>
            <a:spLocks noGrp="1"/>
          </p:cNvSpPr>
          <p:nvPr>
            <p:ph type="dt" sz="half" idx="10"/>
          </p:nvPr>
        </p:nvSpPr>
        <p:spPr/>
        <p:txBody>
          <a:bodyPr/>
          <a:lstStyle/>
          <a:p>
            <a:fld id="{EEB61128-9A26-48B7-884F-8FE40C459163}" type="datetime1">
              <a:rPr lang="en-US" smtClean="0">
                <a:solidFill>
                  <a:schemeClr val="tx1"/>
                </a:solidFill>
              </a:rPr>
              <a:t>1/30/2026</a:t>
            </a:fld>
            <a:endParaRPr lang="en-US" dirty="0">
              <a:solidFill>
                <a:schemeClr val="tx1"/>
              </a:solidFill>
            </a:endParaRPr>
          </a:p>
        </p:txBody>
      </p:sp>
      <p:sp>
        <p:nvSpPr>
          <p:cNvPr id="7" name="Marcador de pie de página 6">
            <a:extLst>
              <a:ext uri="{FF2B5EF4-FFF2-40B4-BE49-F238E27FC236}">
                <a16:creationId xmlns:a16="http://schemas.microsoft.com/office/drawing/2014/main" id="{4E442BA1-730C-E816-9E34-D90749FCF865}"/>
              </a:ext>
            </a:extLst>
          </p:cNvPr>
          <p:cNvSpPr>
            <a:spLocks noGrp="1"/>
          </p:cNvSpPr>
          <p:nvPr>
            <p:ph type="ftr" sz="quarter" idx="11"/>
          </p:nvPr>
        </p:nvSpPr>
        <p:spPr/>
        <p:txBody>
          <a:bodyPr/>
          <a:lstStyle/>
          <a:p>
            <a:r>
              <a:rPr lang="es-MX"/>
              <a:t>Revisión de Requerimientos de Sistema</a:t>
            </a:r>
            <a:endParaRPr lang="es-CL" dirty="0"/>
          </a:p>
        </p:txBody>
      </p:sp>
      <p:sp>
        <p:nvSpPr>
          <p:cNvPr id="8" name="Marcador de número de diapositiva 7">
            <a:extLst>
              <a:ext uri="{FF2B5EF4-FFF2-40B4-BE49-F238E27FC236}">
                <a16:creationId xmlns:a16="http://schemas.microsoft.com/office/drawing/2014/main" id="{878B91F4-496A-D90E-23FF-89B9CD1BAB85}"/>
              </a:ext>
            </a:extLst>
          </p:cNvPr>
          <p:cNvSpPr>
            <a:spLocks noGrp="1"/>
          </p:cNvSpPr>
          <p:nvPr>
            <p:ph type="sldNum" sz="quarter" idx="12"/>
          </p:nvPr>
        </p:nvSpPr>
        <p:spPr/>
        <p:txBody>
          <a:bodyPr/>
          <a:lstStyle/>
          <a:p>
            <a:fld id="{B6F15528-21DE-4FAA-801E-634DDDAF4B2B}" type="slidenum">
              <a:rPr lang="es-CL" smtClean="0"/>
              <a:pPr/>
              <a:t>2</a:t>
            </a:fld>
            <a:endParaRPr lang="es-CL" b="0" dirty="0"/>
          </a:p>
        </p:txBody>
      </p:sp>
      <p:graphicFrame>
        <p:nvGraphicFramePr>
          <p:cNvPr id="11" name="Marcador de contenido 10">
            <a:extLst>
              <a:ext uri="{FF2B5EF4-FFF2-40B4-BE49-F238E27FC236}">
                <a16:creationId xmlns:a16="http://schemas.microsoft.com/office/drawing/2014/main" id="{7A3F6988-E08C-D809-FB9F-39962766A867}"/>
              </a:ext>
            </a:extLst>
          </p:cNvPr>
          <p:cNvGraphicFramePr>
            <a:graphicFrameLocks noGrp="1"/>
          </p:cNvGraphicFramePr>
          <p:nvPr>
            <p:ph idx="4294967295"/>
            <p:extLst>
              <p:ext uri="{D42A27DB-BD31-4B8C-83A1-F6EECF244321}">
                <p14:modId xmlns:p14="http://schemas.microsoft.com/office/powerpoint/2010/main" val="1013511160"/>
              </p:ext>
            </p:extLst>
          </p:nvPr>
        </p:nvGraphicFramePr>
        <p:xfrm>
          <a:off x="1208881" y="990600"/>
          <a:ext cx="11399838"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3481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0D322C7-6521-1C9F-F796-2180B2B2BD27}"/>
              </a:ext>
            </a:extLst>
          </p:cNvPr>
          <p:cNvSpPr>
            <a:spLocks noGrp="1"/>
          </p:cNvSpPr>
          <p:nvPr>
            <p:ph type="title"/>
          </p:nvPr>
        </p:nvSpPr>
        <p:spPr>
          <a:xfrm>
            <a:off x="1243584" y="324817"/>
            <a:ext cx="11399520" cy="1644191"/>
          </a:xfrm>
        </p:spPr>
        <p:txBody>
          <a:bodyPr/>
          <a:lstStyle/>
          <a:p>
            <a:r>
              <a:rPr lang="es-CL"/>
              <a:t>Objetivo de esta presentación</a:t>
            </a:r>
            <a:endParaRPr lang="es-CL" dirty="0"/>
          </a:p>
        </p:txBody>
      </p:sp>
      <p:graphicFrame>
        <p:nvGraphicFramePr>
          <p:cNvPr id="7" name="Marcador de contenido 6">
            <a:extLst>
              <a:ext uri="{FF2B5EF4-FFF2-40B4-BE49-F238E27FC236}">
                <a16:creationId xmlns:a16="http://schemas.microsoft.com/office/drawing/2014/main" id="{B7A54D2B-90EC-0DFD-1C03-FCA8CB2B7E57}"/>
              </a:ext>
            </a:extLst>
          </p:cNvPr>
          <p:cNvGraphicFramePr>
            <a:graphicFrameLocks noGrp="1"/>
          </p:cNvGraphicFramePr>
          <p:nvPr>
            <p:ph idx="1"/>
            <p:extLst>
              <p:ext uri="{D42A27DB-BD31-4B8C-83A1-F6EECF244321}">
                <p14:modId xmlns:p14="http://schemas.microsoft.com/office/powerpoint/2010/main" val="4250779203"/>
              </p:ext>
            </p:extLst>
          </p:nvPr>
        </p:nvGraphicFramePr>
        <p:xfrm>
          <a:off x="1243013" y="2092325"/>
          <a:ext cx="11399837" cy="4559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Marcador de fecha 7">
            <a:extLst>
              <a:ext uri="{FF2B5EF4-FFF2-40B4-BE49-F238E27FC236}">
                <a16:creationId xmlns:a16="http://schemas.microsoft.com/office/drawing/2014/main" id="{8B4E23C5-8A0E-5552-69BA-8358592167DE}"/>
              </a:ext>
            </a:extLst>
          </p:cNvPr>
          <p:cNvSpPr>
            <a:spLocks noGrp="1"/>
          </p:cNvSpPr>
          <p:nvPr>
            <p:ph type="dt" sz="half" idx="10"/>
          </p:nvPr>
        </p:nvSpPr>
        <p:spPr>
          <a:xfrm>
            <a:off x="1243585" y="7321090"/>
            <a:ext cx="2801907" cy="413808"/>
          </a:xfrm>
        </p:spPr>
        <p:txBody>
          <a:bodyPr/>
          <a:lstStyle/>
          <a:p>
            <a:fld id="{CC0E263E-E3A5-4B1C-9D17-C98DC1C29D7A}" type="datetime1">
              <a:rPr lang="en-US" smtClean="0"/>
              <a:pPr/>
              <a:t>1/30/2026</a:t>
            </a:fld>
            <a:endParaRPr lang="en-US" dirty="0"/>
          </a:p>
        </p:txBody>
      </p:sp>
      <p:sp>
        <p:nvSpPr>
          <p:cNvPr id="9" name="Marcador de pie de página 8">
            <a:extLst>
              <a:ext uri="{FF2B5EF4-FFF2-40B4-BE49-F238E27FC236}">
                <a16:creationId xmlns:a16="http://schemas.microsoft.com/office/drawing/2014/main" id="{6B4C0C75-53FE-1BF9-3C22-5A7D7672B541}"/>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10" name="Marcador de número de diapositiva 9">
            <a:extLst>
              <a:ext uri="{FF2B5EF4-FFF2-40B4-BE49-F238E27FC236}">
                <a16:creationId xmlns:a16="http://schemas.microsoft.com/office/drawing/2014/main" id="{B2AFA54F-4A8C-4117-50F1-D6B218F43687}"/>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a:t>
            </a:fld>
            <a:endParaRPr lang="es-CL" dirty="0"/>
          </a:p>
        </p:txBody>
      </p:sp>
    </p:spTree>
    <p:extLst>
      <p:ext uri="{BB962C8B-B14F-4D97-AF65-F5344CB8AC3E}">
        <p14:creationId xmlns:p14="http://schemas.microsoft.com/office/powerpoint/2010/main" val="1267743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EBD1767D-76CE-95A3-DF4D-2852A83C0AAE}"/>
              </a:ext>
            </a:extLst>
          </p:cNvPr>
          <p:cNvSpPr>
            <a:spLocks noGrp="1"/>
          </p:cNvSpPr>
          <p:nvPr>
            <p:ph type="title"/>
          </p:nvPr>
        </p:nvSpPr>
        <p:spPr>
          <a:xfrm>
            <a:off x="1243584" y="860146"/>
            <a:ext cx="11399520" cy="4041648"/>
          </a:xfrm>
        </p:spPr>
        <p:txBody>
          <a:bodyPr/>
          <a:lstStyle/>
          <a:p>
            <a:r>
              <a:rPr lang="es-CL"/>
              <a:t>Resumen técnico del CONOPS</a:t>
            </a:r>
            <a:endParaRPr lang="es-CL" dirty="0"/>
          </a:p>
        </p:txBody>
      </p:sp>
      <p:sp>
        <p:nvSpPr>
          <p:cNvPr id="19" name="Marcador de texto 18">
            <a:extLst>
              <a:ext uri="{FF2B5EF4-FFF2-40B4-BE49-F238E27FC236}">
                <a16:creationId xmlns:a16="http://schemas.microsoft.com/office/drawing/2014/main" id="{F1CB6AAB-43E7-DB33-0FF2-50881EBE40DC}"/>
              </a:ext>
            </a:extLst>
          </p:cNvPr>
          <p:cNvSpPr>
            <a:spLocks noGrp="1"/>
          </p:cNvSpPr>
          <p:nvPr>
            <p:ph type="body" idx="1"/>
          </p:nvPr>
        </p:nvSpPr>
        <p:spPr/>
        <p:txBody>
          <a:bodyPr/>
          <a:lstStyle/>
          <a:p>
            <a:endParaRPr lang="es-CL"/>
          </a:p>
        </p:txBody>
      </p:sp>
      <p:sp>
        <p:nvSpPr>
          <p:cNvPr id="7" name="Marcador de fecha 6">
            <a:extLst>
              <a:ext uri="{FF2B5EF4-FFF2-40B4-BE49-F238E27FC236}">
                <a16:creationId xmlns:a16="http://schemas.microsoft.com/office/drawing/2014/main" id="{2FBFDBA7-F949-476D-BB91-CCDEABA33B92}"/>
              </a:ext>
            </a:extLst>
          </p:cNvPr>
          <p:cNvSpPr>
            <a:spLocks noGrp="1"/>
          </p:cNvSpPr>
          <p:nvPr>
            <p:ph type="dt" sz="half" idx="10"/>
          </p:nvPr>
        </p:nvSpPr>
        <p:spPr>
          <a:xfrm>
            <a:off x="1243585" y="7321090"/>
            <a:ext cx="2801907" cy="413808"/>
          </a:xfrm>
        </p:spPr>
        <p:txBody>
          <a:bodyPr/>
          <a:lstStyle/>
          <a:p>
            <a:fld id="{D1DF2864-E31F-4342-B619-2761389E45B4}" type="datetime1">
              <a:rPr lang="en-US" smtClean="0"/>
              <a:pPr/>
              <a:t>1/30/2026</a:t>
            </a:fld>
            <a:endParaRPr lang="en-US" dirty="0"/>
          </a:p>
        </p:txBody>
      </p:sp>
      <p:sp>
        <p:nvSpPr>
          <p:cNvPr id="8" name="Marcador de pie de página 7">
            <a:extLst>
              <a:ext uri="{FF2B5EF4-FFF2-40B4-BE49-F238E27FC236}">
                <a16:creationId xmlns:a16="http://schemas.microsoft.com/office/drawing/2014/main" id="{94EA89EF-1C8F-BBA9-2057-5C534BA8F79F}"/>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9" name="Marcador de número de diapositiva 8">
            <a:extLst>
              <a:ext uri="{FF2B5EF4-FFF2-40B4-BE49-F238E27FC236}">
                <a16:creationId xmlns:a16="http://schemas.microsoft.com/office/drawing/2014/main" id="{6B7C5538-ABBA-01A2-7C1A-C75750E673D8}"/>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4</a:t>
            </a:fld>
            <a:endParaRPr lang="es-CL" dirty="0"/>
          </a:p>
        </p:txBody>
      </p:sp>
    </p:spTree>
    <p:extLst>
      <p:ext uri="{BB962C8B-B14F-4D97-AF65-F5344CB8AC3E}">
        <p14:creationId xmlns:p14="http://schemas.microsoft.com/office/powerpoint/2010/main" val="3617909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6AB5D6A-8CDD-3FA7-3170-28D4279E64F3}"/>
              </a:ext>
            </a:extLst>
          </p:cNvPr>
          <p:cNvSpPr>
            <a:spLocks noGrp="1"/>
          </p:cNvSpPr>
          <p:nvPr>
            <p:ph type="title"/>
          </p:nvPr>
        </p:nvSpPr>
        <p:spPr>
          <a:xfrm>
            <a:off x="1243584" y="324817"/>
            <a:ext cx="11399520" cy="1644191"/>
          </a:xfrm>
        </p:spPr>
        <p:txBody>
          <a:bodyPr/>
          <a:lstStyle/>
          <a:p>
            <a:r>
              <a:rPr lang="es-CL"/>
              <a:t>Descripción general del sistema</a:t>
            </a:r>
            <a:endParaRPr lang="es-CL" dirty="0"/>
          </a:p>
        </p:txBody>
      </p:sp>
      <p:graphicFrame>
        <p:nvGraphicFramePr>
          <p:cNvPr id="9" name="Marcador de contenido 8">
            <a:extLst>
              <a:ext uri="{FF2B5EF4-FFF2-40B4-BE49-F238E27FC236}">
                <a16:creationId xmlns:a16="http://schemas.microsoft.com/office/drawing/2014/main" id="{5C516C3F-CFE4-D9CC-EB8C-E83FA82B9BDF}"/>
              </a:ext>
            </a:extLst>
          </p:cNvPr>
          <p:cNvGraphicFramePr>
            <a:graphicFrameLocks noGrp="1"/>
          </p:cNvGraphicFramePr>
          <p:nvPr>
            <p:ph idx="1"/>
            <p:extLst>
              <p:ext uri="{D42A27DB-BD31-4B8C-83A1-F6EECF244321}">
                <p14:modId xmlns:p14="http://schemas.microsoft.com/office/powerpoint/2010/main" val="3295792823"/>
              </p:ext>
            </p:extLst>
          </p:nvPr>
        </p:nvGraphicFramePr>
        <p:xfrm>
          <a:off x="1243013" y="2092325"/>
          <a:ext cx="11399837" cy="4559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Marcador de fecha 4">
            <a:extLst>
              <a:ext uri="{FF2B5EF4-FFF2-40B4-BE49-F238E27FC236}">
                <a16:creationId xmlns:a16="http://schemas.microsoft.com/office/drawing/2014/main" id="{9DF854E2-7C7A-A6FC-353C-7F000A1A6944}"/>
              </a:ext>
            </a:extLst>
          </p:cNvPr>
          <p:cNvSpPr>
            <a:spLocks noGrp="1"/>
          </p:cNvSpPr>
          <p:nvPr>
            <p:ph type="dt" sz="half" idx="10"/>
          </p:nvPr>
        </p:nvSpPr>
        <p:spPr>
          <a:xfrm>
            <a:off x="1243585" y="7321090"/>
            <a:ext cx="2801907" cy="413808"/>
          </a:xfrm>
        </p:spPr>
        <p:txBody>
          <a:bodyPr/>
          <a:lstStyle/>
          <a:p>
            <a:fld id="{2D5A2EE2-E963-4E70-B267-83A72AD77483}" type="datetime1">
              <a:rPr lang="en-US" smtClean="0"/>
              <a:pPr/>
              <a:t>1/30/2026</a:t>
            </a:fld>
            <a:endParaRPr lang="en-US" dirty="0"/>
          </a:p>
        </p:txBody>
      </p:sp>
      <p:sp>
        <p:nvSpPr>
          <p:cNvPr id="6" name="Marcador de pie de página 5">
            <a:extLst>
              <a:ext uri="{FF2B5EF4-FFF2-40B4-BE49-F238E27FC236}">
                <a16:creationId xmlns:a16="http://schemas.microsoft.com/office/drawing/2014/main" id="{34DE472D-982B-F7A2-DE13-31845DC7EBF0}"/>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7" name="Marcador de número de diapositiva 6">
            <a:extLst>
              <a:ext uri="{FF2B5EF4-FFF2-40B4-BE49-F238E27FC236}">
                <a16:creationId xmlns:a16="http://schemas.microsoft.com/office/drawing/2014/main" id="{CF832A7A-5BBB-361B-56E8-482A4EFB49FA}"/>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5</a:t>
            </a:fld>
            <a:endParaRPr lang="es-CL" dirty="0"/>
          </a:p>
        </p:txBody>
      </p:sp>
    </p:spTree>
    <p:extLst>
      <p:ext uri="{BB962C8B-B14F-4D97-AF65-F5344CB8AC3E}">
        <p14:creationId xmlns:p14="http://schemas.microsoft.com/office/powerpoint/2010/main" val="4161782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3F6BB9B-FD9A-F057-B536-792FEE1AD81A}"/>
              </a:ext>
            </a:extLst>
          </p:cNvPr>
          <p:cNvSpPr>
            <a:spLocks noGrp="1"/>
          </p:cNvSpPr>
          <p:nvPr>
            <p:ph type="title"/>
          </p:nvPr>
        </p:nvSpPr>
        <p:spPr>
          <a:xfrm>
            <a:off x="1243584" y="324817"/>
            <a:ext cx="11399520" cy="1644191"/>
          </a:xfrm>
        </p:spPr>
        <p:txBody>
          <a:bodyPr/>
          <a:lstStyle/>
          <a:p>
            <a:r>
              <a:rPr lang="es-CL"/>
              <a:t>Escenario de operación nominal</a:t>
            </a:r>
            <a:endParaRPr lang="es-CL" dirty="0"/>
          </a:p>
        </p:txBody>
      </p:sp>
      <p:graphicFrame>
        <p:nvGraphicFramePr>
          <p:cNvPr id="9" name="Marcador de contenido 8">
            <a:extLst>
              <a:ext uri="{FF2B5EF4-FFF2-40B4-BE49-F238E27FC236}">
                <a16:creationId xmlns:a16="http://schemas.microsoft.com/office/drawing/2014/main" id="{41C74CFE-A27B-B5C8-AAF2-31DF9BC2BD09}"/>
              </a:ext>
            </a:extLst>
          </p:cNvPr>
          <p:cNvGraphicFramePr>
            <a:graphicFrameLocks noGrp="1"/>
          </p:cNvGraphicFramePr>
          <p:nvPr>
            <p:ph idx="1"/>
            <p:extLst>
              <p:ext uri="{D42A27DB-BD31-4B8C-83A1-F6EECF244321}">
                <p14:modId xmlns:p14="http://schemas.microsoft.com/office/powerpoint/2010/main" val="637150141"/>
              </p:ext>
            </p:extLst>
          </p:nvPr>
        </p:nvGraphicFramePr>
        <p:xfrm>
          <a:off x="1243013" y="2092325"/>
          <a:ext cx="11399837" cy="4559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Marcador de fecha 4">
            <a:extLst>
              <a:ext uri="{FF2B5EF4-FFF2-40B4-BE49-F238E27FC236}">
                <a16:creationId xmlns:a16="http://schemas.microsoft.com/office/drawing/2014/main" id="{E6D6818C-2BED-519F-FCDA-D20B9C35EC37}"/>
              </a:ext>
            </a:extLst>
          </p:cNvPr>
          <p:cNvSpPr>
            <a:spLocks noGrp="1"/>
          </p:cNvSpPr>
          <p:nvPr>
            <p:ph type="dt" sz="half" idx="10"/>
          </p:nvPr>
        </p:nvSpPr>
        <p:spPr>
          <a:xfrm>
            <a:off x="1243585" y="7321090"/>
            <a:ext cx="2801907" cy="413808"/>
          </a:xfrm>
        </p:spPr>
        <p:txBody>
          <a:bodyPr/>
          <a:lstStyle/>
          <a:p>
            <a:fld id="{9C466E77-A819-48F9-B3B9-C61EB7CD87D6}" type="datetime1">
              <a:rPr lang="en-US" smtClean="0"/>
              <a:pPr/>
              <a:t>1/30/2026</a:t>
            </a:fld>
            <a:endParaRPr lang="en-US" dirty="0"/>
          </a:p>
        </p:txBody>
      </p:sp>
      <p:sp>
        <p:nvSpPr>
          <p:cNvPr id="6" name="Marcador de pie de página 5">
            <a:extLst>
              <a:ext uri="{FF2B5EF4-FFF2-40B4-BE49-F238E27FC236}">
                <a16:creationId xmlns:a16="http://schemas.microsoft.com/office/drawing/2014/main" id="{1B0CB847-ED83-3239-6B31-0DDB693062B8}"/>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7" name="Marcador de número de diapositiva 6">
            <a:extLst>
              <a:ext uri="{FF2B5EF4-FFF2-40B4-BE49-F238E27FC236}">
                <a16:creationId xmlns:a16="http://schemas.microsoft.com/office/drawing/2014/main" id="{642A182B-ECA8-4774-9C29-636F174B8F40}"/>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6</a:t>
            </a:fld>
            <a:endParaRPr lang="es-CL" dirty="0"/>
          </a:p>
        </p:txBody>
      </p:sp>
    </p:spTree>
    <p:extLst>
      <p:ext uri="{BB962C8B-B14F-4D97-AF65-F5344CB8AC3E}">
        <p14:creationId xmlns:p14="http://schemas.microsoft.com/office/powerpoint/2010/main" val="1347151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6B1F2-525F-04B7-FE8E-71E398173FEA}"/>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3ED34A73-AFC8-0622-53B1-171858036043}"/>
              </a:ext>
            </a:extLst>
          </p:cNvPr>
          <p:cNvSpPr>
            <a:spLocks noGrp="1"/>
          </p:cNvSpPr>
          <p:nvPr>
            <p:ph type="title"/>
          </p:nvPr>
        </p:nvSpPr>
        <p:spPr>
          <a:xfrm>
            <a:off x="1243584" y="324817"/>
            <a:ext cx="11399520" cy="1644191"/>
          </a:xfrm>
        </p:spPr>
        <p:txBody>
          <a:bodyPr/>
          <a:lstStyle/>
          <a:p>
            <a:r>
              <a:rPr lang="es-CL"/>
              <a:t>Restricciones del sistema</a:t>
            </a:r>
            <a:endParaRPr lang="es-CL" dirty="0"/>
          </a:p>
        </p:txBody>
      </p:sp>
      <p:graphicFrame>
        <p:nvGraphicFramePr>
          <p:cNvPr id="8" name="Marcador de contenido 7">
            <a:extLst>
              <a:ext uri="{FF2B5EF4-FFF2-40B4-BE49-F238E27FC236}">
                <a16:creationId xmlns:a16="http://schemas.microsoft.com/office/drawing/2014/main" id="{DDB9393F-FD1E-45D8-7560-DC6C9DC6C24B}"/>
              </a:ext>
            </a:extLst>
          </p:cNvPr>
          <p:cNvGraphicFramePr>
            <a:graphicFrameLocks noGrp="1"/>
          </p:cNvGraphicFramePr>
          <p:nvPr>
            <p:ph idx="1"/>
            <p:extLst>
              <p:ext uri="{D42A27DB-BD31-4B8C-83A1-F6EECF244321}">
                <p14:modId xmlns:p14="http://schemas.microsoft.com/office/powerpoint/2010/main" val="3811353765"/>
              </p:ext>
            </p:extLst>
          </p:nvPr>
        </p:nvGraphicFramePr>
        <p:xfrm>
          <a:off x="1243013" y="2092325"/>
          <a:ext cx="11399837" cy="4559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Marcador de fecha 1">
            <a:extLst>
              <a:ext uri="{FF2B5EF4-FFF2-40B4-BE49-F238E27FC236}">
                <a16:creationId xmlns:a16="http://schemas.microsoft.com/office/drawing/2014/main" id="{FE853DDC-9EDF-BF34-4F6F-721D796C0FE5}"/>
              </a:ext>
            </a:extLst>
          </p:cNvPr>
          <p:cNvSpPr>
            <a:spLocks noGrp="1"/>
          </p:cNvSpPr>
          <p:nvPr>
            <p:ph type="dt" sz="half" idx="10"/>
          </p:nvPr>
        </p:nvSpPr>
        <p:spPr>
          <a:xfrm>
            <a:off x="1243585" y="7321090"/>
            <a:ext cx="2801907" cy="413808"/>
          </a:xfrm>
        </p:spPr>
        <p:txBody>
          <a:bodyPr/>
          <a:lstStyle/>
          <a:p>
            <a:fld id="{BF4ED8E9-D0A9-4C18-98A0-814782977730}" type="datetime1">
              <a:rPr lang="en-US" smtClean="0"/>
              <a:pPr/>
              <a:t>1/30/2026</a:t>
            </a:fld>
            <a:endParaRPr lang="en-US" dirty="0"/>
          </a:p>
        </p:txBody>
      </p:sp>
      <p:sp>
        <p:nvSpPr>
          <p:cNvPr id="5" name="Marcador de pie de página 4">
            <a:extLst>
              <a:ext uri="{FF2B5EF4-FFF2-40B4-BE49-F238E27FC236}">
                <a16:creationId xmlns:a16="http://schemas.microsoft.com/office/drawing/2014/main" id="{2E585AD2-54E0-2510-1088-79F634F56A01}"/>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6" name="Marcador de número de diapositiva 5">
            <a:extLst>
              <a:ext uri="{FF2B5EF4-FFF2-40B4-BE49-F238E27FC236}">
                <a16:creationId xmlns:a16="http://schemas.microsoft.com/office/drawing/2014/main" id="{A5AA81CC-CB3B-30D6-9E5F-6105E2F066CA}"/>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7</a:t>
            </a:fld>
            <a:endParaRPr lang="es-CL" dirty="0"/>
          </a:p>
        </p:txBody>
      </p:sp>
    </p:spTree>
    <p:extLst>
      <p:ext uri="{BB962C8B-B14F-4D97-AF65-F5344CB8AC3E}">
        <p14:creationId xmlns:p14="http://schemas.microsoft.com/office/powerpoint/2010/main" val="1042159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5B0DF-1229-72E0-5419-CBEFAB8A44EB}"/>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7C73F209-9849-220D-522B-D58D0A4FB4EC}"/>
              </a:ext>
            </a:extLst>
          </p:cNvPr>
          <p:cNvSpPr>
            <a:spLocks noGrp="1"/>
          </p:cNvSpPr>
          <p:nvPr>
            <p:ph type="title"/>
          </p:nvPr>
        </p:nvSpPr>
        <p:spPr>
          <a:xfrm>
            <a:off x="1243584" y="860146"/>
            <a:ext cx="11399520" cy="4041648"/>
          </a:xfrm>
        </p:spPr>
        <p:txBody>
          <a:bodyPr/>
          <a:lstStyle/>
          <a:p>
            <a:r>
              <a:rPr lang="es-CL"/>
              <a:t>Requerimientos de usuario</a:t>
            </a:r>
            <a:endParaRPr lang="es-CL" dirty="0"/>
          </a:p>
        </p:txBody>
      </p:sp>
      <p:sp>
        <p:nvSpPr>
          <p:cNvPr id="16" name="Marcador de texto 15">
            <a:extLst>
              <a:ext uri="{FF2B5EF4-FFF2-40B4-BE49-F238E27FC236}">
                <a16:creationId xmlns:a16="http://schemas.microsoft.com/office/drawing/2014/main" id="{D171F4C1-45BA-B283-1A72-86135EA7028F}"/>
              </a:ext>
            </a:extLst>
          </p:cNvPr>
          <p:cNvSpPr>
            <a:spLocks noGrp="1"/>
          </p:cNvSpPr>
          <p:nvPr>
            <p:ph type="body" idx="1"/>
          </p:nvPr>
        </p:nvSpPr>
        <p:spPr/>
        <p:txBody>
          <a:bodyPr/>
          <a:lstStyle/>
          <a:p>
            <a:endParaRPr lang="es-CL"/>
          </a:p>
        </p:txBody>
      </p:sp>
      <p:sp>
        <p:nvSpPr>
          <p:cNvPr id="2" name="Marcador de fecha 1">
            <a:extLst>
              <a:ext uri="{FF2B5EF4-FFF2-40B4-BE49-F238E27FC236}">
                <a16:creationId xmlns:a16="http://schemas.microsoft.com/office/drawing/2014/main" id="{28447788-BD5B-134B-1168-A038EE7E1C23}"/>
              </a:ext>
            </a:extLst>
          </p:cNvPr>
          <p:cNvSpPr>
            <a:spLocks noGrp="1"/>
          </p:cNvSpPr>
          <p:nvPr>
            <p:ph type="dt" sz="half" idx="10"/>
          </p:nvPr>
        </p:nvSpPr>
        <p:spPr>
          <a:xfrm>
            <a:off x="1243585" y="7321090"/>
            <a:ext cx="2801907" cy="413808"/>
          </a:xfrm>
        </p:spPr>
        <p:txBody>
          <a:bodyPr/>
          <a:lstStyle/>
          <a:p>
            <a:fld id="{8160F3B6-C46D-4CDD-900F-579D25BFEA23}" type="datetime1">
              <a:rPr lang="en-US" smtClean="0"/>
              <a:pPr/>
              <a:t>1/30/2026</a:t>
            </a:fld>
            <a:endParaRPr lang="en-US" dirty="0"/>
          </a:p>
        </p:txBody>
      </p:sp>
      <p:sp>
        <p:nvSpPr>
          <p:cNvPr id="3" name="Marcador de pie de página 2">
            <a:extLst>
              <a:ext uri="{FF2B5EF4-FFF2-40B4-BE49-F238E27FC236}">
                <a16:creationId xmlns:a16="http://schemas.microsoft.com/office/drawing/2014/main" id="{41C72A21-0F84-DBA7-A334-276FF109DC07}"/>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2A00BDE4-7735-02F3-E7A1-E2F44DCB9D16}"/>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8</a:t>
            </a:fld>
            <a:endParaRPr lang="es-CL" dirty="0"/>
          </a:p>
        </p:txBody>
      </p:sp>
    </p:spTree>
    <p:extLst>
      <p:ext uri="{BB962C8B-B14F-4D97-AF65-F5344CB8AC3E}">
        <p14:creationId xmlns:p14="http://schemas.microsoft.com/office/powerpoint/2010/main" val="37799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B1F98-F990-B5A8-8C42-E60FD909CA44}"/>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EF0AD113-9905-82BB-294E-3B708F075BF8}"/>
              </a:ext>
            </a:extLst>
          </p:cNvPr>
          <p:cNvGraphicFramePr>
            <a:graphicFrameLocks noGrp="1"/>
          </p:cNvGraphicFramePr>
          <p:nvPr>
            <p:extLst>
              <p:ext uri="{D42A27DB-BD31-4B8C-83A1-F6EECF244321}">
                <p14:modId xmlns:p14="http://schemas.microsoft.com/office/powerpoint/2010/main" val="2420345470"/>
              </p:ext>
            </p:extLst>
          </p:nvPr>
        </p:nvGraphicFramePr>
        <p:xfrm>
          <a:off x="712470" y="1281112"/>
          <a:ext cx="12392660" cy="5357948"/>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462958">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Descripción del Requerimiento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UR-01</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proveer un servicio Store &amp; Forward satelital, almacenando datos durante su orbita para ser descargados en una estación terrestre.</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150577023"/>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UR-02</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soportar un enlace downlink desde el satélite hacia estaciones terrenas en territorio chileno.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81662968"/>
                  </a:ext>
                </a:extLst>
              </a:tr>
              <a:tr h="1265898">
                <a:tc>
                  <a:txBody>
                    <a:bodyPr/>
                    <a:lstStyle/>
                    <a:p>
                      <a:pPr algn="l" fontAlgn="ctr">
                        <a:buNone/>
                      </a:pPr>
                      <a:r>
                        <a:rPr lang="es-CL" sz="1800" b="0" i="0" u="none" strike="noStrike">
                          <a:solidFill>
                            <a:srgbClr val="000000"/>
                          </a:solidFill>
                          <a:effectLst/>
                          <a:latin typeface="Calibri" panose="020F0502020204030204" pitchFamily="34" charset="0"/>
                        </a:rPr>
                        <a:t>UR-03</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soportar un enlace uplink desde estaciones remotas de monitoreo meteorológico, sismológico y/o vulcanológico hacia el satélite para la recolección de datos.</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219462142"/>
                  </a:ext>
                </a:extLst>
              </a:tr>
              <a:tr h="1582386">
                <a:tc>
                  <a:txBody>
                    <a:bodyPr/>
                    <a:lstStyle/>
                    <a:p>
                      <a:pPr algn="l" fontAlgn="ctr">
                        <a:buNone/>
                      </a:pPr>
                      <a:r>
                        <a:rPr lang="es-CL" sz="1800" b="0" i="0" u="none" strike="noStrike">
                          <a:solidFill>
                            <a:srgbClr val="000000"/>
                          </a:solidFill>
                          <a:effectLst/>
                          <a:latin typeface="Calibri" panose="020F0502020204030204" pitchFamily="34" charset="0"/>
                        </a:rPr>
                        <a:t>UR-04</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ser compatible con el estándar internacional para recolección de datos ambientales por satélite utilizado por estaciones remotas autónomas de meteorología, sismología, vulcanología, etc.</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Proceso</a:t>
                      </a:r>
                    </a:p>
                  </a:txBody>
                  <a:tcPr marL="0" marR="0" marT="0" marB="0" anchor="ctr"/>
                </a:tc>
                <a:tc>
                  <a:txBody>
                    <a:bodyPr/>
                    <a:lstStyle/>
                    <a:p>
                      <a:pPr algn="ctr" fontAlgn="ctr">
                        <a:buNone/>
                      </a:pPr>
                      <a:r>
                        <a:rPr lang="es-CL" sz="1800" b="0" i="0" u="none" strike="noStrike" dirty="0">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52398504"/>
                  </a:ext>
                </a:extLst>
              </a:tr>
            </a:tbl>
          </a:graphicData>
        </a:graphic>
      </p:graphicFrame>
      <p:sp>
        <p:nvSpPr>
          <p:cNvPr id="16" name="Marcador de fecha 15">
            <a:extLst>
              <a:ext uri="{FF2B5EF4-FFF2-40B4-BE49-F238E27FC236}">
                <a16:creationId xmlns:a16="http://schemas.microsoft.com/office/drawing/2014/main" id="{8C388796-E42A-88B0-91A3-7B4E161FAD2C}"/>
              </a:ext>
            </a:extLst>
          </p:cNvPr>
          <p:cNvSpPr>
            <a:spLocks noGrp="1"/>
          </p:cNvSpPr>
          <p:nvPr>
            <p:ph type="dt" sz="half" idx="10"/>
          </p:nvPr>
        </p:nvSpPr>
        <p:spPr>
          <a:xfrm>
            <a:off x="1243585" y="7321090"/>
            <a:ext cx="2801907" cy="413808"/>
          </a:xfrm>
        </p:spPr>
        <p:txBody>
          <a:bodyPr/>
          <a:lstStyle/>
          <a:p>
            <a:fld id="{25990BCC-69FF-440A-853E-28FB997965CE}" type="datetime1">
              <a:rPr lang="en-US" smtClean="0"/>
              <a:pPr/>
              <a:t>1/30/2026</a:t>
            </a:fld>
            <a:endParaRPr lang="en-US" dirty="0"/>
          </a:p>
        </p:txBody>
      </p:sp>
      <p:sp>
        <p:nvSpPr>
          <p:cNvPr id="17" name="Marcador de pie de página 16">
            <a:extLst>
              <a:ext uri="{FF2B5EF4-FFF2-40B4-BE49-F238E27FC236}">
                <a16:creationId xmlns:a16="http://schemas.microsoft.com/office/drawing/2014/main" id="{79634069-429D-4E15-24CD-7C14234D118E}"/>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18" name="Marcador de número de diapositiva 17">
            <a:extLst>
              <a:ext uri="{FF2B5EF4-FFF2-40B4-BE49-F238E27FC236}">
                <a16:creationId xmlns:a16="http://schemas.microsoft.com/office/drawing/2014/main" id="{A67F1E2F-8C14-7A38-D645-D87E0D1BFC38}"/>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9</a:t>
            </a:fld>
            <a:endParaRPr lang="es-CL" dirty="0"/>
          </a:p>
        </p:txBody>
      </p:sp>
    </p:spTree>
    <p:extLst>
      <p:ext uri="{BB962C8B-B14F-4D97-AF65-F5344CB8AC3E}">
        <p14:creationId xmlns:p14="http://schemas.microsoft.com/office/powerpoint/2010/main" val="329816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C0B23-6CF9-C0FF-507F-D7C8DF6A7531}"/>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D4C5C5D3-84AD-3E38-9AB6-A6CAB948F37B}"/>
              </a:ext>
            </a:extLst>
          </p:cNvPr>
          <p:cNvGraphicFramePr>
            <a:graphicFrameLocks noGrp="1"/>
          </p:cNvGraphicFramePr>
          <p:nvPr>
            <p:extLst>
              <p:ext uri="{D42A27DB-BD31-4B8C-83A1-F6EECF244321}">
                <p14:modId xmlns:p14="http://schemas.microsoft.com/office/powerpoint/2010/main" val="814604433"/>
              </p:ext>
            </p:extLst>
          </p:nvPr>
        </p:nvGraphicFramePr>
        <p:xfrm>
          <a:off x="712470" y="1281112"/>
          <a:ext cx="12392660" cy="5421482"/>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462958">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Descripción del Requerimiento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UR-05</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asegurar la integridad de los datos durante su recepción, almacenamiento y transmisión.</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150577023"/>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UR-06</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ser compatible con plataforma CubeSat 12U en órbita terrestre baja (LEO) sol síncrona a una altitud nominal aproximada de 650 km con una inclinación de 96°.</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81662968"/>
                  </a:ext>
                </a:extLst>
              </a:tr>
              <a:tr h="1265898">
                <a:tc>
                  <a:txBody>
                    <a:bodyPr/>
                    <a:lstStyle/>
                    <a:p>
                      <a:pPr algn="l" fontAlgn="ctr">
                        <a:buNone/>
                      </a:pPr>
                      <a:r>
                        <a:rPr lang="es-CL" sz="1800" b="0" i="0" u="none" strike="noStrike">
                          <a:solidFill>
                            <a:srgbClr val="000000"/>
                          </a:solidFill>
                          <a:effectLst/>
                          <a:latin typeface="Calibri" panose="020F0502020204030204" pitchFamily="34" charset="0"/>
                        </a:rPr>
                        <a:t>UR-07</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cubrir el territorio chileno continental, zonas extremas, territorio insular y territorio antártico.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219462142"/>
                  </a:ext>
                </a:extLst>
              </a:tr>
              <a:tr h="1582386">
                <a:tc>
                  <a:txBody>
                    <a:bodyPr/>
                    <a:lstStyle/>
                    <a:p>
                      <a:pPr algn="l" fontAlgn="ctr">
                        <a:buNone/>
                      </a:pPr>
                      <a:r>
                        <a:rPr lang="es-CL" sz="1800" b="0" i="0" u="none" strike="noStrike">
                          <a:solidFill>
                            <a:srgbClr val="000000"/>
                          </a:solidFill>
                          <a:effectLst/>
                          <a:latin typeface="Calibri" panose="020F0502020204030204" pitchFamily="34" charset="0"/>
                        </a:rPr>
                        <a:t>UR-08</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permitir el uso de componentes COTS siempre que cumplan con: (a) funcionamiento en órbita probada, (b) tolerancia a la radiación verificada, o (c) mitigaciones de diseño que reduzcan el riesgo a un nivel aceptable para la misión.</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dirty="0">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52398504"/>
                  </a:ext>
                </a:extLst>
              </a:tr>
            </a:tbl>
          </a:graphicData>
        </a:graphic>
      </p:graphicFrame>
      <p:sp>
        <p:nvSpPr>
          <p:cNvPr id="2" name="Marcador de fecha 1">
            <a:extLst>
              <a:ext uri="{FF2B5EF4-FFF2-40B4-BE49-F238E27FC236}">
                <a16:creationId xmlns:a16="http://schemas.microsoft.com/office/drawing/2014/main" id="{0E3D4E29-757C-D184-8FC0-5AA1997504CA}"/>
              </a:ext>
            </a:extLst>
          </p:cNvPr>
          <p:cNvSpPr>
            <a:spLocks noGrp="1"/>
          </p:cNvSpPr>
          <p:nvPr>
            <p:ph type="dt" sz="half" idx="10"/>
          </p:nvPr>
        </p:nvSpPr>
        <p:spPr>
          <a:xfrm>
            <a:off x="1243585" y="7321090"/>
            <a:ext cx="2801907" cy="413808"/>
          </a:xfrm>
        </p:spPr>
        <p:txBody>
          <a:bodyPr/>
          <a:lstStyle/>
          <a:p>
            <a:fld id="{D5D70A7B-C62F-4E32-AA61-447545DF7F53}" type="datetime1">
              <a:rPr lang="en-US" smtClean="0"/>
              <a:pPr/>
              <a:t>1/30/2026</a:t>
            </a:fld>
            <a:endParaRPr lang="en-US" dirty="0"/>
          </a:p>
        </p:txBody>
      </p:sp>
      <p:sp>
        <p:nvSpPr>
          <p:cNvPr id="3" name="Marcador de pie de página 2">
            <a:extLst>
              <a:ext uri="{FF2B5EF4-FFF2-40B4-BE49-F238E27FC236}">
                <a16:creationId xmlns:a16="http://schemas.microsoft.com/office/drawing/2014/main" id="{1638305A-6EC7-6CB1-7ADF-022B9C0A512F}"/>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4" name="Marcador de número de diapositiva 3">
            <a:extLst>
              <a:ext uri="{FF2B5EF4-FFF2-40B4-BE49-F238E27FC236}">
                <a16:creationId xmlns:a16="http://schemas.microsoft.com/office/drawing/2014/main" id="{025C83B5-5D60-A1D4-2E1D-592A7D240CF1}"/>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10</a:t>
            </a:fld>
            <a:endParaRPr lang="es-CL" dirty="0"/>
          </a:p>
        </p:txBody>
      </p:sp>
    </p:spTree>
    <p:extLst>
      <p:ext uri="{BB962C8B-B14F-4D97-AF65-F5344CB8AC3E}">
        <p14:creationId xmlns:p14="http://schemas.microsoft.com/office/powerpoint/2010/main" val="1200430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773F0-4D15-9A7F-58AD-5474A2CB8EA4}"/>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BFEB7705-EA7F-93A7-6195-C56F0A8327E6}"/>
              </a:ext>
            </a:extLst>
          </p:cNvPr>
          <p:cNvGraphicFramePr>
            <a:graphicFrameLocks noGrp="1"/>
          </p:cNvGraphicFramePr>
          <p:nvPr>
            <p:extLst>
              <p:ext uri="{D42A27DB-BD31-4B8C-83A1-F6EECF244321}">
                <p14:modId xmlns:p14="http://schemas.microsoft.com/office/powerpoint/2010/main" val="2305768652"/>
              </p:ext>
            </p:extLst>
          </p:nvPr>
        </p:nvGraphicFramePr>
        <p:xfrm>
          <a:off x="712470" y="1281112"/>
          <a:ext cx="12392660" cy="5576887"/>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380106">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dirty="0">
                          <a:effectLst/>
                        </a:rPr>
                        <a:t>Descripción del Requerimiento</a:t>
                      </a:r>
                      <a:endParaRPr lang="es-CL" sz="1800" b="1" i="0" u="none" strike="noStrike" dirty="0">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779515">
                <a:tc>
                  <a:txBody>
                    <a:bodyPr/>
                    <a:lstStyle/>
                    <a:p>
                      <a:pPr algn="l" fontAlgn="ctr">
                        <a:buNone/>
                      </a:pPr>
                      <a:r>
                        <a:rPr lang="es-CL" sz="1800" b="0" i="0" u="none" strike="noStrike">
                          <a:solidFill>
                            <a:srgbClr val="000000"/>
                          </a:solidFill>
                          <a:effectLst/>
                          <a:latin typeface="Calibri" panose="020F0502020204030204" pitchFamily="34" charset="0"/>
                        </a:rPr>
                        <a:t>UR-09</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ser de carácter experimental, con proyección a futuras aplicaciones comerciales.</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l" fontAlgn="ctr">
                        <a:buNone/>
                      </a:pPr>
                      <a:r>
                        <a:rPr lang="es-CL" sz="1800" b="0" i="0" u="none" strike="noStrike">
                          <a:solidFill>
                            <a:srgbClr val="000000"/>
                          </a:solidFill>
                          <a:effectLst/>
                          <a:latin typeface="Calibri" panose="020F0502020204030204" pitchFamily="34" charset="0"/>
                        </a:rPr>
                        <a:t>UR-09</a:t>
                      </a:r>
                    </a:p>
                  </a:txBody>
                  <a:tcPr marL="0" marR="0" marT="0" marB="0" anchor="ctr"/>
                </a:tc>
                <a:extLst>
                  <a:ext uri="{0D108BD9-81ED-4DB2-BD59-A6C34878D82A}">
                    <a16:rowId xmlns:a16="http://schemas.microsoft.com/office/drawing/2014/main" val="150577023"/>
                  </a:ext>
                </a:extLst>
              </a:tr>
              <a:tr h="779515">
                <a:tc>
                  <a:txBody>
                    <a:bodyPr/>
                    <a:lstStyle/>
                    <a:p>
                      <a:pPr algn="l" fontAlgn="ctr">
                        <a:buNone/>
                      </a:pPr>
                      <a:r>
                        <a:rPr lang="es-CL" sz="1800" b="0" i="0" u="none" strike="noStrike">
                          <a:solidFill>
                            <a:srgbClr val="000000"/>
                          </a:solidFill>
                          <a:effectLst/>
                          <a:latin typeface="Calibri" panose="020F0502020204030204" pitchFamily="34" charset="0"/>
                        </a:rPr>
                        <a:t>UR-10</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presentar una arquitectura modular, reutilizable y escalable.</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l" fontAlgn="ctr">
                        <a:buNone/>
                      </a:pPr>
                      <a:r>
                        <a:rPr lang="es-CL" sz="1800" b="0" i="0" u="none" strike="noStrike">
                          <a:solidFill>
                            <a:srgbClr val="000000"/>
                          </a:solidFill>
                          <a:effectLst/>
                          <a:latin typeface="Calibri" panose="020F0502020204030204" pitchFamily="34" charset="0"/>
                        </a:rPr>
                        <a:t>UR-10</a:t>
                      </a:r>
                    </a:p>
                  </a:txBody>
                  <a:tcPr marL="0" marR="0" marT="0" marB="0" anchor="ctr"/>
                </a:tc>
                <a:extLst>
                  <a:ext uri="{0D108BD9-81ED-4DB2-BD59-A6C34878D82A}">
                    <a16:rowId xmlns:a16="http://schemas.microsoft.com/office/drawing/2014/main" val="3981662968"/>
                  </a:ext>
                </a:extLst>
              </a:tr>
              <a:tr h="1039351">
                <a:tc>
                  <a:txBody>
                    <a:bodyPr/>
                    <a:lstStyle/>
                    <a:p>
                      <a:pPr algn="l" fontAlgn="ctr">
                        <a:buNone/>
                      </a:pPr>
                      <a:r>
                        <a:rPr lang="es-CL" sz="1800" b="0" i="0" u="none" strike="noStrike">
                          <a:solidFill>
                            <a:srgbClr val="000000"/>
                          </a:solidFill>
                          <a:effectLst/>
                          <a:latin typeface="Calibri" panose="020F0502020204030204" pitchFamily="34" charset="0"/>
                        </a:rPr>
                        <a:t>UR-11</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 garantizar una vida útil operativa mínima de 5 años en el entorno de radiación LEO definido.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l" fontAlgn="ctr">
                        <a:buNone/>
                      </a:pPr>
                      <a:r>
                        <a:rPr lang="es-CL" sz="1800" b="0" i="0" u="none" strike="noStrike">
                          <a:solidFill>
                            <a:srgbClr val="000000"/>
                          </a:solidFill>
                          <a:effectLst/>
                          <a:latin typeface="Calibri" panose="020F0502020204030204" pitchFamily="34" charset="0"/>
                        </a:rPr>
                        <a:t>UR-11</a:t>
                      </a:r>
                    </a:p>
                  </a:txBody>
                  <a:tcPr marL="0" marR="0" marT="0" marB="0" anchor="ctr"/>
                </a:tc>
                <a:extLst>
                  <a:ext uri="{0D108BD9-81ED-4DB2-BD59-A6C34878D82A}">
                    <a16:rowId xmlns:a16="http://schemas.microsoft.com/office/drawing/2014/main" val="3219462142"/>
                  </a:ext>
                </a:extLst>
              </a:tr>
              <a:tr h="1299200">
                <a:tc>
                  <a:txBody>
                    <a:bodyPr/>
                    <a:lstStyle/>
                    <a:p>
                      <a:pPr algn="l" fontAlgn="ctr">
                        <a:buNone/>
                      </a:pPr>
                      <a:r>
                        <a:rPr lang="es-CL" sz="1800" b="0" i="0" u="none" strike="noStrike">
                          <a:solidFill>
                            <a:srgbClr val="000000"/>
                          </a:solidFill>
                          <a:effectLst/>
                          <a:latin typeface="Calibri" panose="020F0502020204030204" pitchFamily="34" charset="0"/>
                        </a:rPr>
                        <a:t>UR-12</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 ser validado mediante pruebas funcionales en tierra y demostración en órbita.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Proceso</a:t>
                      </a:r>
                    </a:p>
                  </a:txBody>
                  <a:tcPr marL="0" marR="0" marT="0" marB="0" anchor="ctr"/>
                </a:tc>
                <a:tc>
                  <a:txBody>
                    <a:bodyPr/>
                    <a:lstStyle/>
                    <a:p>
                      <a:pPr algn="l" fontAlgn="ctr">
                        <a:buNone/>
                      </a:pPr>
                      <a:r>
                        <a:rPr lang="es-CL" sz="1800" b="0" i="0" u="none" strike="noStrike">
                          <a:solidFill>
                            <a:srgbClr val="000000"/>
                          </a:solidFill>
                          <a:effectLst/>
                          <a:latin typeface="Calibri" panose="020F0502020204030204" pitchFamily="34" charset="0"/>
                        </a:rPr>
                        <a:t>UR-12</a:t>
                      </a:r>
                    </a:p>
                  </a:txBody>
                  <a:tcPr marL="0" marR="0" marT="0" marB="0" anchor="ctr"/>
                </a:tc>
                <a:extLst>
                  <a:ext uri="{0D108BD9-81ED-4DB2-BD59-A6C34878D82A}">
                    <a16:rowId xmlns:a16="http://schemas.microsoft.com/office/drawing/2014/main" val="3952398504"/>
                  </a:ext>
                </a:extLst>
              </a:tr>
              <a:tr h="1299200">
                <a:tc>
                  <a:txBody>
                    <a:bodyPr/>
                    <a:lstStyle/>
                    <a:p>
                      <a:pPr algn="l" fontAlgn="ctr">
                        <a:buNone/>
                      </a:pPr>
                      <a:r>
                        <a:rPr lang="es-CL" sz="1800" b="0" i="0" u="none" strike="noStrike">
                          <a:solidFill>
                            <a:srgbClr val="000000"/>
                          </a:solidFill>
                          <a:effectLst/>
                          <a:latin typeface="Calibri" panose="020F0502020204030204" pitchFamily="34" charset="0"/>
                        </a:rPr>
                        <a:t>UR-13</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1.0</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ser compatible con el sistema de separación del lanzador seleccionado EXOpod 12U, cumpliendo con las restricciones geométricas, mecánicas y de seguridad.</a:t>
                      </a: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l" fontAlgn="ctr">
                        <a:buNone/>
                      </a:pPr>
                      <a:r>
                        <a:rPr lang="es-CL" sz="1800" b="0" i="0" u="none" strike="noStrike" dirty="0">
                          <a:solidFill>
                            <a:srgbClr val="000000"/>
                          </a:solidFill>
                          <a:effectLst/>
                          <a:latin typeface="Calibri" panose="020F0502020204030204" pitchFamily="34" charset="0"/>
                        </a:rPr>
                        <a:t>UR-13</a:t>
                      </a:r>
                    </a:p>
                  </a:txBody>
                  <a:tcPr marL="0" marR="0" marT="0" marB="0" anchor="ctr"/>
                </a:tc>
                <a:extLst>
                  <a:ext uri="{0D108BD9-81ED-4DB2-BD59-A6C34878D82A}">
                    <a16:rowId xmlns:a16="http://schemas.microsoft.com/office/drawing/2014/main" val="3243758008"/>
                  </a:ext>
                </a:extLst>
              </a:tr>
            </a:tbl>
          </a:graphicData>
        </a:graphic>
      </p:graphicFrame>
      <p:sp>
        <p:nvSpPr>
          <p:cNvPr id="2" name="Marcador de fecha 1">
            <a:extLst>
              <a:ext uri="{FF2B5EF4-FFF2-40B4-BE49-F238E27FC236}">
                <a16:creationId xmlns:a16="http://schemas.microsoft.com/office/drawing/2014/main" id="{A0B14DEB-B326-D40A-2B70-9BE6AF411C22}"/>
              </a:ext>
            </a:extLst>
          </p:cNvPr>
          <p:cNvSpPr>
            <a:spLocks noGrp="1"/>
          </p:cNvSpPr>
          <p:nvPr>
            <p:ph type="dt" sz="half" idx="10"/>
          </p:nvPr>
        </p:nvSpPr>
        <p:spPr>
          <a:xfrm>
            <a:off x="1243585" y="7321090"/>
            <a:ext cx="2801907" cy="413808"/>
          </a:xfrm>
        </p:spPr>
        <p:txBody>
          <a:bodyPr/>
          <a:lstStyle/>
          <a:p>
            <a:fld id="{99E7ECA4-8078-4860-B142-F5D80AC8FFB3}" type="datetime1">
              <a:rPr lang="en-US" smtClean="0"/>
              <a:pPr/>
              <a:t>1/30/2026</a:t>
            </a:fld>
            <a:endParaRPr lang="en-US" dirty="0"/>
          </a:p>
        </p:txBody>
      </p:sp>
      <p:sp>
        <p:nvSpPr>
          <p:cNvPr id="3" name="Marcador de pie de página 2">
            <a:extLst>
              <a:ext uri="{FF2B5EF4-FFF2-40B4-BE49-F238E27FC236}">
                <a16:creationId xmlns:a16="http://schemas.microsoft.com/office/drawing/2014/main" id="{FC31B18D-01CB-020A-8463-127C9E78E184}"/>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4" name="Marcador de número de diapositiva 3">
            <a:extLst>
              <a:ext uri="{FF2B5EF4-FFF2-40B4-BE49-F238E27FC236}">
                <a16:creationId xmlns:a16="http://schemas.microsoft.com/office/drawing/2014/main" id="{92CC93DA-B9F3-DA66-A96B-96FDAB644DC8}"/>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11</a:t>
            </a:fld>
            <a:endParaRPr lang="es-CL" dirty="0"/>
          </a:p>
        </p:txBody>
      </p:sp>
    </p:spTree>
    <p:extLst>
      <p:ext uri="{BB962C8B-B14F-4D97-AF65-F5344CB8AC3E}">
        <p14:creationId xmlns:p14="http://schemas.microsoft.com/office/powerpoint/2010/main" val="771370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CD4F1-C7B7-242A-99B1-A6D4E86D5275}"/>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4137F5FA-0DBB-9F4F-78B8-60B62D971830}"/>
              </a:ext>
            </a:extLst>
          </p:cNvPr>
          <p:cNvSpPr>
            <a:spLocks noGrp="1"/>
          </p:cNvSpPr>
          <p:nvPr>
            <p:ph type="title"/>
          </p:nvPr>
        </p:nvSpPr>
        <p:spPr>
          <a:xfrm>
            <a:off x="1243584" y="860146"/>
            <a:ext cx="11399520" cy="4041648"/>
          </a:xfrm>
        </p:spPr>
        <p:txBody>
          <a:bodyPr/>
          <a:lstStyle/>
          <a:p>
            <a:r>
              <a:rPr lang="es-CL"/>
              <a:t>Requerimientos de sistema</a:t>
            </a:r>
            <a:endParaRPr lang="es-CL" dirty="0"/>
          </a:p>
        </p:txBody>
      </p:sp>
      <p:sp>
        <p:nvSpPr>
          <p:cNvPr id="16" name="Marcador de texto 15">
            <a:extLst>
              <a:ext uri="{FF2B5EF4-FFF2-40B4-BE49-F238E27FC236}">
                <a16:creationId xmlns:a16="http://schemas.microsoft.com/office/drawing/2014/main" id="{C139B401-0032-493D-7242-6CBD3942E555}"/>
              </a:ext>
            </a:extLst>
          </p:cNvPr>
          <p:cNvSpPr>
            <a:spLocks noGrp="1"/>
          </p:cNvSpPr>
          <p:nvPr>
            <p:ph type="body" idx="1"/>
          </p:nvPr>
        </p:nvSpPr>
        <p:spPr/>
        <p:txBody>
          <a:bodyPr/>
          <a:lstStyle/>
          <a:p>
            <a:endParaRPr lang="es-CL"/>
          </a:p>
        </p:txBody>
      </p:sp>
      <p:sp>
        <p:nvSpPr>
          <p:cNvPr id="2" name="Marcador de fecha 1">
            <a:extLst>
              <a:ext uri="{FF2B5EF4-FFF2-40B4-BE49-F238E27FC236}">
                <a16:creationId xmlns:a16="http://schemas.microsoft.com/office/drawing/2014/main" id="{3E869BE9-5D32-9185-7B61-BC8C0129476F}"/>
              </a:ext>
            </a:extLst>
          </p:cNvPr>
          <p:cNvSpPr>
            <a:spLocks noGrp="1"/>
          </p:cNvSpPr>
          <p:nvPr>
            <p:ph type="dt" sz="half" idx="10"/>
          </p:nvPr>
        </p:nvSpPr>
        <p:spPr>
          <a:xfrm>
            <a:off x="1243585" y="7321090"/>
            <a:ext cx="2801907" cy="413808"/>
          </a:xfrm>
        </p:spPr>
        <p:txBody>
          <a:bodyPr/>
          <a:lstStyle/>
          <a:p>
            <a:fld id="{957E7FBA-1134-44ED-9AE9-EA9F3090AC8D}" type="datetime1">
              <a:rPr lang="en-US" smtClean="0"/>
              <a:pPr/>
              <a:t>1/30/2026</a:t>
            </a:fld>
            <a:endParaRPr lang="en-US" dirty="0"/>
          </a:p>
        </p:txBody>
      </p:sp>
      <p:sp>
        <p:nvSpPr>
          <p:cNvPr id="3" name="Marcador de pie de página 2">
            <a:extLst>
              <a:ext uri="{FF2B5EF4-FFF2-40B4-BE49-F238E27FC236}">
                <a16:creationId xmlns:a16="http://schemas.microsoft.com/office/drawing/2014/main" id="{EFECA95A-4F23-EDBA-46BA-4EE6E6E2D545}"/>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CEEE6A38-4C60-5D9A-3F79-3B3472557D31}"/>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12</a:t>
            </a:fld>
            <a:endParaRPr lang="es-CL" dirty="0"/>
          </a:p>
        </p:txBody>
      </p:sp>
    </p:spTree>
    <p:extLst>
      <p:ext uri="{BB962C8B-B14F-4D97-AF65-F5344CB8AC3E}">
        <p14:creationId xmlns:p14="http://schemas.microsoft.com/office/powerpoint/2010/main" val="1445674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BDA5C-3426-9E53-B8C9-A50367EEAAE6}"/>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387C966A-3EDA-E231-971F-59F0B3064C04}"/>
              </a:ext>
            </a:extLst>
          </p:cNvPr>
          <p:cNvGraphicFramePr>
            <a:graphicFrameLocks noGrp="1"/>
          </p:cNvGraphicFramePr>
          <p:nvPr>
            <p:extLst>
              <p:ext uri="{D42A27DB-BD31-4B8C-83A1-F6EECF244321}">
                <p14:modId xmlns:p14="http://schemas.microsoft.com/office/powerpoint/2010/main" val="2691554318"/>
              </p:ext>
            </p:extLst>
          </p:nvPr>
        </p:nvGraphicFramePr>
        <p:xfrm>
          <a:off x="712470" y="1281112"/>
          <a:ext cx="12392660" cy="5463650"/>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462958">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Descripción del Requerimiento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SR-01</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permitir la recepción de paquetes de datos con una tamaño desde 32 a 256 bits, con una tasa de datos de 400 bps.</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150577023"/>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SR-02</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1.4</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operar como receptor en el rango de frecuencias 401 -402 MHz utilizado por estaciones remotas, con una polarización circular y una cobertura angular de 88°.</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81662968"/>
                  </a:ext>
                </a:extLst>
              </a:tr>
              <a:tr h="1265898">
                <a:tc>
                  <a:txBody>
                    <a:bodyPr/>
                    <a:lstStyle/>
                    <a:p>
                      <a:pPr algn="l" fontAlgn="ctr">
                        <a:buNone/>
                      </a:pPr>
                      <a:r>
                        <a:rPr lang="es-CL" sz="1800" b="0" i="0" u="none" strike="noStrike">
                          <a:solidFill>
                            <a:srgbClr val="000000"/>
                          </a:solidFill>
                          <a:effectLst/>
                          <a:latin typeface="Calibri" panose="020F0502020204030204" pitchFamily="34" charset="0"/>
                        </a:rPr>
                        <a:t>SR-03</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1.3</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ser compatible con la estructura de datos enviado por las estaciones remotas , incluyendo modulación, canalización y protocolos, además de las variaciones en frecuencia por efecto Doppler.</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219462142"/>
                  </a:ext>
                </a:extLst>
              </a:tr>
              <a:tr h="1582386">
                <a:tc>
                  <a:txBody>
                    <a:bodyPr/>
                    <a:lstStyle/>
                    <a:p>
                      <a:pPr algn="l" fontAlgn="ctr">
                        <a:buNone/>
                      </a:pPr>
                      <a:r>
                        <a:rPr lang="es-CL" sz="1800" b="0" i="0" u="none" strike="noStrike">
                          <a:solidFill>
                            <a:srgbClr val="000000"/>
                          </a:solidFill>
                          <a:effectLst/>
                          <a:latin typeface="Calibri" panose="020F0502020204030204" pitchFamily="34" charset="0"/>
                        </a:rPr>
                        <a:t>SR-04</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1.3</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almacenar al menos 1.000.000 mensajes de durante un tiempo máximo de 15 órbitas y sin pérdidas hasta establecer contacto con una estación terrestre para la descarga.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dirty="0">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52398504"/>
                  </a:ext>
                </a:extLst>
              </a:tr>
            </a:tbl>
          </a:graphicData>
        </a:graphic>
      </p:graphicFrame>
      <p:sp>
        <p:nvSpPr>
          <p:cNvPr id="2" name="Marcador de fecha 1">
            <a:extLst>
              <a:ext uri="{FF2B5EF4-FFF2-40B4-BE49-F238E27FC236}">
                <a16:creationId xmlns:a16="http://schemas.microsoft.com/office/drawing/2014/main" id="{6C5238E9-5972-C8C5-946E-05EA2EF33232}"/>
              </a:ext>
            </a:extLst>
          </p:cNvPr>
          <p:cNvSpPr>
            <a:spLocks noGrp="1"/>
          </p:cNvSpPr>
          <p:nvPr>
            <p:ph type="dt" sz="half" idx="10"/>
          </p:nvPr>
        </p:nvSpPr>
        <p:spPr>
          <a:xfrm>
            <a:off x="1243585" y="7321090"/>
            <a:ext cx="2801907" cy="413808"/>
          </a:xfrm>
        </p:spPr>
        <p:txBody>
          <a:bodyPr/>
          <a:lstStyle/>
          <a:p>
            <a:fld id="{08786C26-53D6-4904-B8BD-AD66BF32D55F}" type="datetime1">
              <a:rPr lang="en-US" smtClean="0"/>
              <a:pPr/>
              <a:t>1/30/2026</a:t>
            </a:fld>
            <a:endParaRPr lang="en-US" dirty="0"/>
          </a:p>
        </p:txBody>
      </p:sp>
      <p:sp>
        <p:nvSpPr>
          <p:cNvPr id="3" name="Marcador de pie de página 2">
            <a:extLst>
              <a:ext uri="{FF2B5EF4-FFF2-40B4-BE49-F238E27FC236}">
                <a16:creationId xmlns:a16="http://schemas.microsoft.com/office/drawing/2014/main" id="{641F6FF9-E1FD-0548-CF85-63EAE2F7D32D}"/>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4" name="Marcador de número de diapositiva 3">
            <a:extLst>
              <a:ext uri="{FF2B5EF4-FFF2-40B4-BE49-F238E27FC236}">
                <a16:creationId xmlns:a16="http://schemas.microsoft.com/office/drawing/2014/main" id="{64C5A7FB-B59C-B340-A35A-86DA6530D589}"/>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13</a:t>
            </a:fld>
            <a:endParaRPr lang="es-CL" dirty="0"/>
          </a:p>
        </p:txBody>
      </p:sp>
    </p:spTree>
    <p:extLst>
      <p:ext uri="{BB962C8B-B14F-4D97-AF65-F5344CB8AC3E}">
        <p14:creationId xmlns:p14="http://schemas.microsoft.com/office/powerpoint/2010/main" val="2071764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97747-610E-9041-0D7C-D70DED369C8C}"/>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674AF37C-A230-FF49-ABC6-81224021CA24}"/>
              </a:ext>
            </a:extLst>
          </p:cNvPr>
          <p:cNvGraphicFramePr>
            <a:graphicFrameLocks noGrp="1"/>
          </p:cNvGraphicFramePr>
          <p:nvPr>
            <p:extLst>
              <p:ext uri="{D42A27DB-BD31-4B8C-83A1-F6EECF244321}">
                <p14:modId xmlns:p14="http://schemas.microsoft.com/office/powerpoint/2010/main" val="419336799"/>
              </p:ext>
            </p:extLst>
          </p:nvPr>
        </p:nvGraphicFramePr>
        <p:xfrm>
          <a:off x="712470" y="1281112"/>
          <a:ext cx="12392660" cy="5210094"/>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462958">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Descripción del Requerimiento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SR-05</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mantener la asociación temporal de los datos almacenados.</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150577023"/>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SR-06</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permitir la descarga de al menos 10.000 mensajes almacenados hacia estaciones terrestres cuando exista conectividad disponible.</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81662968"/>
                  </a:ext>
                </a:extLst>
              </a:tr>
              <a:tr h="1265898">
                <a:tc>
                  <a:txBody>
                    <a:bodyPr/>
                    <a:lstStyle/>
                    <a:p>
                      <a:pPr algn="l" fontAlgn="ctr">
                        <a:buNone/>
                      </a:pPr>
                      <a:r>
                        <a:rPr lang="es-CL" sz="1800" b="0" i="0" u="none" strike="noStrike">
                          <a:solidFill>
                            <a:srgbClr val="000000"/>
                          </a:solidFill>
                          <a:effectLst/>
                          <a:latin typeface="Calibri" panose="020F0502020204030204" pitchFamily="34" charset="0"/>
                        </a:rPr>
                        <a:t>SR-07</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1.3</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entregar los datos al subsistema de comunicaciones de la plataforma (Transponder Banda S) para el enlace downlink.</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Proceso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219462142"/>
                  </a:ext>
                </a:extLst>
              </a:tr>
              <a:tr h="1582386">
                <a:tc>
                  <a:txBody>
                    <a:bodyPr/>
                    <a:lstStyle/>
                    <a:p>
                      <a:pPr algn="l" fontAlgn="ctr">
                        <a:buNone/>
                      </a:pPr>
                      <a:r>
                        <a:rPr lang="es-CL" sz="1800" b="0" i="0" u="none" strike="noStrike">
                          <a:solidFill>
                            <a:srgbClr val="000000"/>
                          </a:solidFill>
                          <a:effectLst/>
                          <a:latin typeface="Calibri" panose="020F0502020204030204" pitchFamily="34" charset="0"/>
                        </a:rPr>
                        <a:t>SR-08</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gestionar una tasa de transferencia hacia el OBC compatible con el bus del satélite (ej. &gt;1 Mbps sobre CAN/SPI).</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dirty="0">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52398504"/>
                  </a:ext>
                </a:extLst>
              </a:tr>
            </a:tbl>
          </a:graphicData>
        </a:graphic>
      </p:graphicFrame>
      <p:sp>
        <p:nvSpPr>
          <p:cNvPr id="2" name="Marcador de fecha 1">
            <a:extLst>
              <a:ext uri="{FF2B5EF4-FFF2-40B4-BE49-F238E27FC236}">
                <a16:creationId xmlns:a16="http://schemas.microsoft.com/office/drawing/2014/main" id="{60168CE9-36CF-21AE-4453-98D122D3B262}"/>
              </a:ext>
            </a:extLst>
          </p:cNvPr>
          <p:cNvSpPr>
            <a:spLocks noGrp="1"/>
          </p:cNvSpPr>
          <p:nvPr>
            <p:ph type="dt" sz="half" idx="10"/>
          </p:nvPr>
        </p:nvSpPr>
        <p:spPr>
          <a:xfrm>
            <a:off x="1243585" y="7321090"/>
            <a:ext cx="2801907" cy="413808"/>
          </a:xfrm>
        </p:spPr>
        <p:txBody>
          <a:bodyPr/>
          <a:lstStyle/>
          <a:p>
            <a:fld id="{A1FE4292-8CAF-4D2A-9651-F91560DF70CD}" type="datetime1">
              <a:rPr lang="en-US" smtClean="0"/>
              <a:pPr/>
              <a:t>1/30/2026</a:t>
            </a:fld>
            <a:endParaRPr lang="en-US" dirty="0"/>
          </a:p>
        </p:txBody>
      </p:sp>
      <p:sp>
        <p:nvSpPr>
          <p:cNvPr id="3" name="Marcador de pie de página 2">
            <a:extLst>
              <a:ext uri="{FF2B5EF4-FFF2-40B4-BE49-F238E27FC236}">
                <a16:creationId xmlns:a16="http://schemas.microsoft.com/office/drawing/2014/main" id="{81EA5E2B-F265-E9D7-7EF6-78E5B79A81FC}"/>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4" name="Marcador de número de diapositiva 3">
            <a:extLst>
              <a:ext uri="{FF2B5EF4-FFF2-40B4-BE49-F238E27FC236}">
                <a16:creationId xmlns:a16="http://schemas.microsoft.com/office/drawing/2014/main" id="{6EFFC68D-D2AF-A153-F0AA-C8614161E49A}"/>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14</a:t>
            </a:fld>
            <a:endParaRPr lang="es-CL" dirty="0"/>
          </a:p>
        </p:txBody>
      </p:sp>
    </p:spTree>
    <p:extLst>
      <p:ext uri="{BB962C8B-B14F-4D97-AF65-F5344CB8AC3E}">
        <p14:creationId xmlns:p14="http://schemas.microsoft.com/office/powerpoint/2010/main" val="1962789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2EF5-6FCE-D3C9-0A85-B71F87227366}"/>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2640F6A3-1157-2C4D-93BB-CECD7F15B350}"/>
              </a:ext>
            </a:extLst>
          </p:cNvPr>
          <p:cNvGraphicFramePr>
            <a:graphicFrameLocks noGrp="1"/>
          </p:cNvGraphicFramePr>
          <p:nvPr>
            <p:extLst>
              <p:ext uri="{D42A27DB-BD31-4B8C-83A1-F6EECF244321}">
                <p14:modId xmlns:p14="http://schemas.microsoft.com/office/powerpoint/2010/main" val="2649822519"/>
              </p:ext>
            </p:extLst>
          </p:nvPr>
        </p:nvGraphicFramePr>
        <p:xfrm>
          <a:off x="712470" y="1281112"/>
          <a:ext cx="12392660" cy="5357948"/>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462958">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Descripción del Requerimiento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SR-09</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1.3</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protocolo de comunicación interno deberá soportar control de flujo y retransmisión para asegurar la entrega al OBC.</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150577023"/>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SR-10</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implementar mecanismos de integridad de datos en todas las etapas, con un error de bit menor a 0.01% y control de acceso a la descarga de datos por estaciones terrestres.</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Interfaz</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81662968"/>
                  </a:ext>
                </a:extLst>
              </a:tr>
              <a:tr h="1265898">
                <a:tc>
                  <a:txBody>
                    <a:bodyPr/>
                    <a:lstStyle/>
                    <a:p>
                      <a:pPr algn="l" fontAlgn="ctr">
                        <a:buNone/>
                      </a:pPr>
                      <a:r>
                        <a:rPr lang="es-CL" sz="1800" b="0" i="0" u="none" strike="noStrike">
                          <a:solidFill>
                            <a:srgbClr val="000000"/>
                          </a:solidFill>
                          <a:effectLst/>
                          <a:latin typeface="Calibri" panose="020F0502020204030204" pitchFamily="34" charset="0"/>
                        </a:rPr>
                        <a:t>SR-11</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comunicarse con el OBC del CubeSat 12U mediante CANBUS y reportar su estado periódicamente.</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Interfaz</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219462142"/>
                  </a:ext>
                </a:extLst>
              </a:tr>
              <a:tr h="1582386">
                <a:tc>
                  <a:txBody>
                    <a:bodyPr/>
                    <a:lstStyle/>
                    <a:p>
                      <a:pPr algn="l" fontAlgn="ctr">
                        <a:buNone/>
                      </a:pPr>
                      <a:r>
                        <a:rPr lang="es-CL" sz="1800" b="0" i="0" u="none" strike="noStrike">
                          <a:solidFill>
                            <a:srgbClr val="000000"/>
                          </a:solidFill>
                          <a:effectLst/>
                          <a:latin typeface="Calibri" panose="020F0502020204030204" pitchFamily="34" charset="0"/>
                        </a:rPr>
                        <a:t>SR-12</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escuchar activamente en las zonas definidas por la misión y transmitir cuando el OBC lo ordene.</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dirty="0">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52398504"/>
                  </a:ext>
                </a:extLst>
              </a:tr>
            </a:tbl>
          </a:graphicData>
        </a:graphic>
      </p:graphicFrame>
      <p:sp>
        <p:nvSpPr>
          <p:cNvPr id="2" name="Marcador de fecha 1">
            <a:extLst>
              <a:ext uri="{FF2B5EF4-FFF2-40B4-BE49-F238E27FC236}">
                <a16:creationId xmlns:a16="http://schemas.microsoft.com/office/drawing/2014/main" id="{96C9975E-4528-E150-B9F9-29102D264543}"/>
              </a:ext>
            </a:extLst>
          </p:cNvPr>
          <p:cNvSpPr>
            <a:spLocks noGrp="1"/>
          </p:cNvSpPr>
          <p:nvPr>
            <p:ph type="dt" sz="half" idx="10"/>
          </p:nvPr>
        </p:nvSpPr>
        <p:spPr>
          <a:xfrm>
            <a:off x="1243585" y="7321090"/>
            <a:ext cx="2801907" cy="413808"/>
          </a:xfrm>
        </p:spPr>
        <p:txBody>
          <a:bodyPr/>
          <a:lstStyle/>
          <a:p>
            <a:fld id="{4FD9ABC3-4FBD-4576-BDCA-20B8FAA4A688}" type="datetime1">
              <a:rPr lang="en-US" smtClean="0"/>
              <a:pPr/>
              <a:t>1/30/2026</a:t>
            </a:fld>
            <a:endParaRPr lang="en-US" dirty="0"/>
          </a:p>
        </p:txBody>
      </p:sp>
      <p:sp>
        <p:nvSpPr>
          <p:cNvPr id="3" name="Marcador de pie de página 2">
            <a:extLst>
              <a:ext uri="{FF2B5EF4-FFF2-40B4-BE49-F238E27FC236}">
                <a16:creationId xmlns:a16="http://schemas.microsoft.com/office/drawing/2014/main" id="{98ABC8BC-4DE7-CC95-AD56-B6D11504B2A8}"/>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4" name="Marcador de número de diapositiva 3">
            <a:extLst>
              <a:ext uri="{FF2B5EF4-FFF2-40B4-BE49-F238E27FC236}">
                <a16:creationId xmlns:a16="http://schemas.microsoft.com/office/drawing/2014/main" id="{3DA52AF2-F6E3-D297-31CD-5DE0CE3732E2}"/>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15</a:t>
            </a:fld>
            <a:endParaRPr lang="es-CL" dirty="0"/>
          </a:p>
        </p:txBody>
      </p:sp>
    </p:spTree>
    <p:extLst>
      <p:ext uri="{BB962C8B-B14F-4D97-AF65-F5344CB8AC3E}">
        <p14:creationId xmlns:p14="http://schemas.microsoft.com/office/powerpoint/2010/main" val="3487070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CEFCD-22E4-EB0C-DBDD-49D5F0EEB147}"/>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EA593745-6D11-5B34-24D1-BCD1DDA0FC99}"/>
              </a:ext>
            </a:extLst>
          </p:cNvPr>
          <p:cNvGraphicFramePr>
            <a:graphicFrameLocks noGrp="1"/>
          </p:cNvGraphicFramePr>
          <p:nvPr>
            <p:extLst>
              <p:ext uri="{D42A27DB-BD31-4B8C-83A1-F6EECF244321}">
                <p14:modId xmlns:p14="http://schemas.microsoft.com/office/powerpoint/2010/main" val="912778662"/>
              </p:ext>
            </p:extLst>
          </p:nvPr>
        </p:nvGraphicFramePr>
        <p:xfrm>
          <a:off x="712470" y="1281112"/>
          <a:ext cx="12392660" cy="5357948"/>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462958">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Descripción del Requerimiento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SR-13</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consumir un máximo de 10 W en operación nominal y ser alimentado por el sistema de potencia del satélite de forma continua.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150577023"/>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SR-14</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tener dimensiones máximas 20 cm x 20 cm x 10 cm.</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81662968"/>
                  </a:ext>
                </a:extLst>
              </a:tr>
              <a:tr h="1265898">
                <a:tc>
                  <a:txBody>
                    <a:bodyPr/>
                    <a:lstStyle/>
                    <a:p>
                      <a:pPr algn="l" fontAlgn="ctr">
                        <a:buNone/>
                      </a:pPr>
                      <a:r>
                        <a:rPr lang="es-CL" sz="1800" b="0" i="0" u="none" strike="noStrike">
                          <a:solidFill>
                            <a:srgbClr val="000000"/>
                          </a:solidFill>
                          <a:effectLst/>
                          <a:latin typeface="Calibri" panose="020F0502020204030204" pitchFamily="34" charset="0"/>
                        </a:rPr>
                        <a:t>SR-15</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 El sistema deberá tener una masa máxima de 3.0 kg y mantener su Centro de Gravedad (CoG) a ±2 mm del centro geométrico.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219462142"/>
                  </a:ext>
                </a:extLst>
              </a:tr>
              <a:tr h="1582386">
                <a:tc>
                  <a:txBody>
                    <a:bodyPr/>
                    <a:lstStyle/>
                    <a:p>
                      <a:pPr algn="l" fontAlgn="ctr">
                        <a:buNone/>
                      </a:pPr>
                      <a:r>
                        <a:rPr lang="es-CL" sz="1800" b="0" i="0" u="none" strike="noStrike">
                          <a:solidFill>
                            <a:srgbClr val="000000"/>
                          </a:solidFill>
                          <a:effectLst/>
                          <a:latin typeface="Calibri" panose="020F0502020204030204" pitchFamily="34" charset="0"/>
                        </a:rPr>
                        <a:t>SR-16</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1.1</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cumplir con requisitos de EMI/EMC compatibles con operación satelital, evitando interferencias internas y externas durante todo el proceso de lanzamiento, despliege y operación.</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Alto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dirty="0">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52398504"/>
                  </a:ext>
                </a:extLst>
              </a:tr>
            </a:tbl>
          </a:graphicData>
        </a:graphic>
      </p:graphicFrame>
      <p:sp>
        <p:nvSpPr>
          <p:cNvPr id="2" name="Marcador de fecha 1">
            <a:extLst>
              <a:ext uri="{FF2B5EF4-FFF2-40B4-BE49-F238E27FC236}">
                <a16:creationId xmlns:a16="http://schemas.microsoft.com/office/drawing/2014/main" id="{1EF0C0FC-FF39-DCEC-AF93-A5F4ABF1B99A}"/>
              </a:ext>
            </a:extLst>
          </p:cNvPr>
          <p:cNvSpPr>
            <a:spLocks noGrp="1"/>
          </p:cNvSpPr>
          <p:nvPr>
            <p:ph type="dt" sz="half" idx="10"/>
          </p:nvPr>
        </p:nvSpPr>
        <p:spPr>
          <a:xfrm>
            <a:off x="1243585" y="7321090"/>
            <a:ext cx="2801907" cy="413808"/>
          </a:xfrm>
        </p:spPr>
        <p:txBody>
          <a:bodyPr/>
          <a:lstStyle/>
          <a:p>
            <a:fld id="{A1DE5992-F296-4058-B15E-842DE688F3FE}" type="datetime1">
              <a:rPr lang="en-US" smtClean="0"/>
              <a:pPr/>
              <a:t>1/30/2026</a:t>
            </a:fld>
            <a:endParaRPr lang="en-US" dirty="0"/>
          </a:p>
        </p:txBody>
      </p:sp>
      <p:sp>
        <p:nvSpPr>
          <p:cNvPr id="3" name="Marcador de pie de página 2">
            <a:extLst>
              <a:ext uri="{FF2B5EF4-FFF2-40B4-BE49-F238E27FC236}">
                <a16:creationId xmlns:a16="http://schemas.microsoft.com/office/drawing/2014/main" id="{C02789A1-A741-1E4D-65FB-4AA39037A56E}"/>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4" name="Marcador de número de diapositiva 3">
            <a:extLst>
              <a:ext uri="{FF2B5EF4-FFF2-40B4-BE49-F238E27FC236}">
                <a16:creationId xmlns:a16="http://schemas.microsoft.com/office/drawing/2014/main" id="{38C251E1-EF8B-F1F0-1570-AE3A81A9746A}"/>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16</a:t>
            </a:fld>
            <a:endParaRPr lang="es-CL" dirty="0"/>
          </a:p>
        </p:txBody>
      </p:sp>
    </p:spTree>
    <p:extLst>
      <p:ext uri="{BB962C8B-B14F-4D97-AF65-F5344CB8AC3E}">
        <p14:creationId xmlns:p14="http://schemas.microsoft.com/office/powerpoint/2010/main" val="2308600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8D281-2230-2BBC-9C66-1D3A0938F819}"/>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5258BBC4-786D-5B90-1C3C-5686F7C58C67}"/>
              </a:ext>
            </a:extLst>
          </p:cNvPr>
          <p:cNvGraphicFramePr>
            <a:graphicFrameLocks noGrp="1"/>
          </p:cNvGraphicFramePr>
          <p:nvPr>
            <p:extLst>
              <p:ext uri="{D42A27DB-BD31-4B8C-83A1-F6EECF244321}">
                <p14:modId xmlns:p14="http://schemas.microsoft.com/office/powerpoint/2010/main" val="3898210356"/>
              </p:ext>
            </p:extLst>
          </p:nvPr>
        </p:nvGraphicFramePr>
        <p:xfrm>
          <a:off x="712470" y="1281112"/>
          <a:ext cx="12392660" cy="4978544"/>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462958">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Descripción del Requerimiento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SR-17</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diseñarse de forma modular y permitir la actualización de firmware en vuelo (OTA).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150577023"/>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SR-18</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1.2</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certificarse mediante prueba térmicas, mecánicas y eléctricas en las instalaciones de Centro Espacial Nacional y ser validado en órbita.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Bajo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Media</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Proceso</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81662968"/>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SR-19</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1.0</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ser respetar la envolvente interna permita, los volúmen prohibídos y las restricciones sobre protrusiones, mecanismos móviles y bordes activos, asegurando la integración con la plataforma.</a:t>
                      </a: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540868700"/>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SR-20</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1.0</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sistema deberá soportar los ambientes mecánicos de lanzamiento (cargas cuasiestáticas, vibración y shock) definidos por el lanzador y deployer seleccionados.</a:t>
                      </a: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dirty="0">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2362450500"/>
                  </a:ext>
                </a:extLst>
              </a:tr>
            </a:tbl>
          </a:graphicData>
        </a:graphic>
      </p:graphicFrame>
      <p:sp>
        <p:nvSpPr>
          <p:cNvPr id="2" name="Marcador de fecha 1">
            <a:extLst>
              <a:ext uri="{FF2B5EF4-FFF2-40B4-BE49-F238E27FC236}">
                <a16:creationId xmlns:a16="http://schemas.microsoft.com/office/drawing/2014/main" id="{17B9EAF9-B800-6C3B-E1EE-D2EEB905D799}"/>
              </a:ext>
            </a:extLst>
          </p:cNvPr>
          <p:cNvSpPr>
            <a:spLocks noGrp="1"/>
          </p:cNvSpPr>
          <p:nvPr>
            <p:ph type="dt" sz="half" idx="10"/>
          </p:nvPr>
        </p:nvSpPr>
        <p:spPr>
          <a:xfrm>
            <a:off x="1243585" y="7321090"/>
            <a:ext cx="2801907" cy="413808"/>
          </a:xfrm>
        </p:spPr>
        <p:txBody>
          <a:bodyPr/>
          <a:lstStyle/>
          <a:p>
            <a:fld id="{1AAF2892-CEAE-4F86-8A71-6FA3AF3F4448}" type="datetime1">
              <a:rPr lang="en-US" smtClean="0"/>
              <a:pPr/>
              <a:t>1/30/2026</a:t>
            </a:fld>
            <a:endParaRPr lang="en-US" dirty="0"/>
          </a:p>
        </p:txBody>
      </p:sp>
      <p:sp>
        <p:nvSpPr>
          <p:cNvPr id="3" name="Marcador de pie de página 2">
            <a:extLst>
              <a:ext uri="{FF2B5EF4-FFF2-40B4-BE49-F238E27FC236}">
                <a16:creationId xmlns:a16="http://schemas.microsoft.com/office/drawing/2014/main" id="{A2328F02-DBA2-4486-DD82-5A4654AA3830}"/>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4" name="Marcador de número de diapositiva 3">
            <a:extLst>
              <a:ext uri="{FF2B5EF4-FFF2-40B4-BE49-F238E27FC236}">
                <a16:creationId xmlns:a16="http://schemas.microsoft.com/office/drawing/2014/main" id="{4F69D9EB-F9FA-00EF-0887-8F33DFAEC573}"/>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17</a:t>
            </a:fld>
            <a:endParaRPr lang="es-CL" dirty="0"/>
          </a:p>
        </p:txBody>
      </p:sp>
    </p:spTree>
    <p:extLst>
      <p:ext uri="{BB962C8B-B14F-4D97-AF65-F5344CB8AC3E}">
        <p14:creationId xmlns:p14="http://schemas.microsoft.com/office/powerpoint/2010/main" val="1863039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66D67-9098-300B-0A8E-A2C5DD7C9DD9}"/>
            </a:ext>
          </a:extLst>
        </p:cNvPr>
        <p:cNvGrpSpPr/>
        <p:nvPr/>
      </p:nvGrpSpPr>
      <p:grpSpPr>
        <a:xfrm>
          <a:off x="0" y="0"/>
          <a:ext cx="0" cy="0"/>
          <a:chOff x="0" y="0"/>
          <a:chExt cx="0" cy="0"/>
        </a:xfrm>
      </p:grpSpPr>
      <p:graphicFrame>
        <p:nvGraphicFramePr>
          <p:cNvPr id="11" name="Tabla 10">
            <a:extLst>
              <a:ext uri="{FF2B5EF4-FFF2-40B4-BE49-F238E27FC236}">
                <a16:creationId xmlns:a16="http://schemas.microsoft.com/office/drawing/2014/main" id="{7B82FD62-CD12-7059-DB7D-C89BFA96823A}"/>
              </a:ext>
            </a:extLst>
          </p:cNvPr>
          <p:cNvGraphicFramePr>
            <a:graphicFrameLocks noGrp="1"/>
          </p:cNvGraphicFramePr>
          <p:nvPr>
            <p:extLst>
              <p:ext uri="{D42A27DB-BD31-4B8C-83A1-F6EECF244321}">
                <p14:modId xmlns:p14="http://schemas.microsoft.com/office/powerpoint/2010/main" val="1640363257"/>
              </p:ext>
            </p:extLst>
          </p:nvPr>
        </p:nvGraphicFramePr>
        <p:xfrm>
          <a:off x="712470" y="1281112"/>
          <a:ext cx="12392660" cy="3311236"/>
        </p:xfrm>
        <a:graphic>
          <a:graphicData uri="http://schemas.openxmlformats.org/drawingml/2006/table">
            <a:tbl>
              <a:tblPr>
                <a:tableStyleId>{5C22544A-7EE6-4342-B048-85BDC9FD1C3A}</a:tableStyleId>
              </a:tblPr>
              <a:tblGrid>
                <a:gridCol w="726844">
                  <a:extLst>
                    <a:ext uri="{9D8B030D-6E8A-4147-A177-3AD203B41FA5}">
                      <a16:colId xmlns:a16="http://schemas.microsoft.com/office/drawing/2014/main" val="399463911"/>
                    </a:ext>
                  </a:extLst>
                </a:gridCol>
                <a:gridCol w="1181125">
                  <a:extLst>
                    <a:ext uri="{9D8B030D-6E8A-4147-A177-3AD203B41FA5}">
                      <a16:colId xmlns:a16="http://schemas.microsoft.com/office/drawing/2014/main" val="31486544"/>
                    </a:ext>
                  </a:extLst>
                </a:gridCol>
                <a:gridCol w="4742633">
                  <a:extLst>
                    <a:ext uri="{9D8B030D-6E8A-4147-A177-3AD203B41FA5}">
                      <a16:colId xmlns:a16="http://schemas.microsoft.com/office/drawing/2014/main" val="3769322167"/>
                    </a:ext>
                  </a:extLst>
                </a:gridCol>
                <a:gridCol w="1308317">
                  <a:extLst>
                    <a:ext uri="{9D8B030D-6E8A-4147-A177-3AD203B41FA5}">
                      <a16:colId xmlns:a16="http://schemas.microsoft.com/office/drawing/2014/main" val="1118254410"/>
                    </a:ext>
                  </a:extLst>
                </a:gridCol>
                <a:gridCol w="1072095">
                  <a:extLst>
                    <a:ext uri="{9D8B030D-6E8A-4147-A177-3AD203B41FA5}">
                      <a16:colId xmlns:a16="http://schemas.microsoft.com/office/drawing/2014/main" val="4099554001"/>
                    </a:ext>
                  </a:extLst>
                </a:gridCol>
                <a:gridCol w="1344661">
                  <a:extLst>
                    <a:ext uri="{9D8B030D-6E8A-4147-A177-3AD203B41FA5}">
                      <a16:colId xmlns:a16="http://schemas.microsoft.com/office/drawing/2014/main" val="2957296239"/>
                    </a:ext>
                  </a:extLst>
                </a:gridCol>
                <a:gridCol w="908546">
                  <a:extLst>
                    <a:ext uri="{9D8B030D-6E8A-4147-A177-3AD203B41FA5}">
                      <a16:colId xmlns:a16="http://schemas.microsoft.com/office/drawing/2014/main" val="1565784666"/>
                    </a:ext>
                  </a:extLst>
                </a:gridCol>
                <a:gridCol w="1108439">
                  <a:extLst>
                    <a:ext uri="{9D8B030D-6E8A-4147-A177-3AD203B41FA5}">
                      <a16:colId xmlns:a16="http://schemas.microsoft.com/office/drawing/2014/main" val="3036877072"/>
                    </a:ext>
                  </a:extLst>
                </a:gridCol>
              </a:tblGrid>
              <a:tr h="462958">
                <a:tc>
                  <a:txBody>
                    <a:bodyPr/>
                    <a:lstStyle/>
                    <a:p>
                      <a:pPr algn="ctr" fontAlgn="ctr">
                        <a:buNone/>
                      </a:pPr>
                      <a:r>
                        <a:rPr lang="es-CL" sz="1800" u="none" strike="noStrike">
                          <a:effectLst/>
                        </a:rPr>
                        <a:t>ID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Versión</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Descripción del Requerimiento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Prioridad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Riesgo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Dificultad</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Tipo</a:t>
                      </a:r>
                      <a:endParaRPr lang="es-CL" sz="18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s-CL" sz="1800" u="none" strike="noStrike">
                          <a:effectLst/>
                        </a:rPr>
                        <a:t>Estado</a:t>
                      </a:r>
                      <a:endParaRPr lang="es-CL" sz="18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17738449"/>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SR-21</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1.0</a:t>
                      </a:r>
                    </a:p>
                  </a:txBody>
                  <a:tcPr marL="0" marR="0" marT="0" marB="0" anchor="ctr"/>
                </a:tc>
                <a:tc>
                  <a:txBody>
                    <a:bodyPr/>
                    <a:lstStyle/>
                    <a:p>
                      <a:pPr algn="l" fontAlgn="ctr">
                        <a:buNone/>
                      </a:pPr>
                      <a:r>
                        <a:rPr lang="es-CL" sz="1800" b="0" i="0" u="none" strike="noStrike">
                          <a:solidFill>
                            <a:srgbClr val="000000"/>
                          </a:solidFill>
                          <a:effectLst/>
                          <a:latin typeface="Calibri" panose="020F0502020204030204" pitchFamily="34" charset="0"/>
                        </a:rPr>
                        <a:t>El sistema deberá implementar Watchdog Timers externos e independientes para reinicio ante eventos SEU/Latch-up.</a:t>
                      </a:r>
                    </a:p>
                  </a:txBody>
                  <a:tcPr marL="0" marR="0" marT="0" marB="0" anchor="ctr"/>
                </a:tc>
                <a:tc>
                  <a:txBody>
                    <a:bodyPr/>
                    <a:lstStyle/>
                    <a:p>
                      <a:pPr algn="l"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150577023"/>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SR-22</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1.0</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Protección electrónica contra Single Event Latch-up (SEL) mediante limitación de corriente activa.</a:t>
                      </a: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981662968"/>
                  </a:ext>
                </a:extLst>
              </a:tr>
              <a:tr h="949426">
                <a:tc>
                  <a:txBody>
                    <a:bodyPr/>
                    <a:lstStyle/>
                    <a:p>
                      <a:pPr algn="l" fontAlgn="ctr">
                        <a:buNone/>
                      </a:pPr>
                      <a:r>
                        <a:rPr lang="es-CL" sz="1800" b="0" i="0" u="none" strike="noStrike">
                          <a:solidFill>
                            <a:srgbClr val="000000"/>
                          </a:solidFill>
                          <a:effectLst/>
                          <a:latin typeface="Calibri" panose="020F0502020204030204" pitchFamily="34" charset="0"/>
                        </a:rPr>
                        <a:t>SR-23</a:t>
                      </a: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1.0</a:t>
                      </a:r>
                    </a:p>
                  </a:txBody>
                  <a:tcPr marL="0" marR="0" marT="0" marB="0" anchor="ctr"/>
                </a:tc>
                <a:tc>
                  <a:txBody>
                    <a:bodyPr/>
                    <a:lstStyle/>
                    <a:p>
                      <a:pPr algn="l" fontAlgn="ctr">
                        <a:buNone/>
                      </a:pPr>
                      <a:r>
                        <a:rPr lang="es-MX" sz="1800" b="0" i="0" u="none" strike="noStrike">
                          <a:solidFill>
                            <a:srgbClr val="000000"/>
                          </a:solidFill>
                          <a:effectLst/>
                          <a:latin typeface="Calibri" panose="020F0502020204030204" pitchFamily="34" charset="0"/>
                        </a:rPr>
                        <a:t>El sistem deberá utilizar componentes y materiales no metálicos que cumplan con un TML &lt; 1.0% y un CVCM &lt;0.1%</a:t>
                      </a: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endParaRPr lang="es-CL" sz="18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s-CL" sz="1800" b="0" i="0" u="none" strike="noStrike">
                          <a:solidFill>
                            <a:srgbClr val="000000"/>
                          </a:solidFill>
                          <a:effectLst/>
                          <a:latin typeface="Calibri" panose="020F0502020204030204" pitchFamily="34" charset="0"/>
                        </a:rPr>
                        <a:t>No funcional</a:t>
                      </a:r>
                    </a:p>
                  </a:txBody>
                  <a:tcPr marL="0" marR="0" marT="0" marB="0" anchor="ctr"/>
                </a:tc>
                <a:tc>
                  <a:txBody>
                    <a:bodyPr/>
                    <a:lstStyle/>
                    <a:p>
                      <a:pPr algn="ctr" fontAlgn="ctr">
                        <a:buNone/>
                      </a:pPr>
                      <a:r>
                        <a:rPr lang="es-CL" sz="1800" b="0" i="0" u="none" strike="noStrike" dirty="0">
                          <a:solidFill>
                            <a:srgbClr val="000000"/>
                          </a:solidFill>
                          <a:effectLst/>
                          <a:latin typeface="Calibri" panose="020F0502020204030204" pitchFamily="34" charset="0"/>
                        </a:rPr>
                        <a:t>Propuesto</a:t>
                      </a:r>
                    </a:p>
                  </a:txBody>
                  <a:tcPr marL="0" marR="0" marT="0" marB="0" anchor="ctr"/>
                </a:tc>
                <a:extLst>
                  <a:ext uri="{0D108BD9-81ED-4DB2-BD59-A6C34878D82A}">
                    <a16:rowId xmlns:a16="http://schemas.microsoft.com/office/drawing/2014/main" val="3540868700"/>
                  </a:ext>
                </a:extLst>
              </a:tr>
            </a:tbl>
          </a:graphicData>
        </a:graphic>
      </p:graphicFrame>
      <p:sp>
        <p:nvSpPr>
          <p:cNvPr id="2" name="Marcador de fecha 1">
            <a:extLst>
              <a:ext uri="{FF2B5EF4-FFF2-40B4-BE49-F238E27FC236}">
                <a16:creationId xmlns:a16="http://schemas.microsoft.com/office/drawing/2014/main" id="{D39CBCEC-3E4C-274E-AF98-07D656639C50}"/>
              </a:ext>
            </a:extLst>
          </p:cNvPr>
          <p:cNvSpPr>
            <a:spLocks noGrp="1"/>
          </p:cNvSpPr>
          <p:nvPr>
            <p:ph type="dt" sz="half" idx="10"/>
          </p:nvPr>
        </p:nvSpPr>
        <p:spPr>
          <a:xfrm>
            <a:off x="1243585" y="7321090"/>
            <a:ext cx="2801907" cy="413808"/>
          </a:xfrm>
        </p:spPr>
        <p:txBody>
          <a:bodyPr/>
          <a:lstStyle/>
          <a:p>
            <a:fld id="{1AAF2892-CEAE-4F86-8A71-6FA3AF3F4448}" type="datetime1">
              <a:rPr lang="en-US" smtClean="0"/>
              <a:pPr/>
              <a:t>1/30/2026</a:t>
            </a:fld>
            <a:endParaRPr lang="en-US" dirty="0"/>
          </a:p>
        </p:txBody>
      </p:sp>
      <p:sp>
        <p:nvSpPr>
          <p:cNvPr id="3" name="Marcador de pie de página 2">
            <a:extLst>
              <a:ext uri="{FF2B5EF4-FFF2-40B4-BE49-F238E27FC236}">
                <a16:creationId xmlns:a16="http://schemas.microsoft.com/office/drawing/2014/main" id="{18A3DFA9-FBA5-9515-466D-874C599DAC13}"/>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4" name="Marcador de número de diapositiva 3">
            <a:extLst>
              <a:ext uri="{FF2B5EF4-FFF2-40B4-BE49-F238E27FC236}">
                <a16:creationId xmlns:a16="http://schemas.microsoft.com/office/drawing/2014/main" id="{50EDB049-F1F2-0980-FA65-0B9DC21558CA}"/>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18</a:t>
            </a:fld>
            <a:endParaRPr lang="es-CL" dirty="0"/>
          </a:p>
        </p:txBody>
      </p:sp>
    </p:spTree>
    <p:extLst>
      <p:ext uri="{BB962C8B-B14F-4D97-AF65-F5344CB8AC3E}">
        <p14:creationId xmlns:p14="http://schemas.microsoft.com/office/powerpoint/2010/main" val="2663890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1633D-0C41-2259-D9DE-DAB54D996809}"/>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025767F7-AF4C-C0EA-27F3-3E926478E6B2}"/>
              </a:ext>
            </a:extLst>
          </p:cNvPr>
          <p:cNvSpPr>
            <a:spLocks noGrp="1"/>
          </p:cNvSpPr>
          <p:nvPr>
            <p:ph type="title"/>
          </p:nvPr>
        </p:nvSpPr>
        <p:spPr>
          <a:xfrm>
            <a:off x="1243584" y="860146"/>
            <a:ext cx="11399520" cy="4041648"/>
          </a:xfrm>
        </p:spPr>
        <p:txBody>
          <a:bodyPr/>
          <a:lstStyle/>
          <a:p>
            <a:r>
              <a:rPr lang="es-CL"/>
              <a:t>Matriz de trazabilidad</a:t>
            </a:r>
            <a:endParaRPr lang="es-CL" dirty="0"/>
          </a:p>
        </p:txBody>
      </p:sp>
      <p:sp>
        <p:nvSpPr>
          <p:cNvPr id="16" name="Marcador de texto 15">
            <a:extLst>
              <a:ext uri="{FF2B5EF4-FFF2-40B4-BE49-F238E27FC236}">
                <a16:creationId xmlns:a16="http://schemas.microsoft.com/office/drawing/2014/main" id="{DEE7A5C8-5C29-8D0E-B947-1473D099A515}"/>
              </a:ext>
            </a:extLst>
          </p:cNvPr>
          <p:cNvSpPr>
            <a:spLocks noGrp="1"/>
          </p:cNvSpPr>
          <p:nvPr>
            <p:ph type="body" idx="1"/>
          </p:nvPr>
        </p:nvSpPr>
        <p:spPr/>
        <p:txBody>
          <a:bodyPr/>
          <a:lstStyle/>
          <a:p>
            <a:endParaRPr lang="es-CL"/>
          </a:p>
        </p:txBody>
      </p:sp>
      <p:sp>
        <p:nvSpPr>
          <p:cNvPr id="2" name="Marcador de fecha 1">
            <a:extLst>
              <a:ext uri="{FF2B5EF4-FFF2-40B4-BE49-F238E27FC236}">
                <a16:creationId xmlns:a16="http://schemas.microsoft.com/office/drawing/2014/main" id="{80DB1B5D-B453-C7CB-4E67-769DCEFF0124}"/>
              </a:ext>
            </a:extLst>
          </p:cNvPr>
          <p:cNvSpPr>
            <a:spLocks noGrp="1"/>
          </p:cNvSpPr>
          <p:nvPr>
            <p:ph type="dt" sz="half" idx="10"/>
          </p:nvPr>
        </p:nvSpPr>
        <p:spPr>
          <a:xfrm>
            <a:off x="1243585" y="7321090"/>
            <a:ext cx="2801907" cy="413808"/>
          </a:xfrm>
        </p:spPr>
        <p:txBody>
          <a:bodyPr/>
          <a:lstStyle/>
          <a:p>
            <a:fld id="{CD3DBB63-4EB1-4A0B-9EC9-003E34B9B533}" type="datetime1">
              <a:rPr lang="en-US" smtClean="0"/>
              <a:pPr/>
              <a:t>1/30/2026</a:t>
            </a:fld>
            <a:endParaRPr lang="en-US" dirty="0"/>
          </a:p>
        </p:txBody>
      </p:sp>
      <p:sp>
        <p:nvSpPr>
          <p:cNvPr id="3" name="Marcador de pie de página 2">
            <a:extLst>
              <a:ext uri="{FF2B5EF4-FFF2-40B4-BE49-F238E27FC236}">
                <a16:creationId xmlns:a16="http://schemas.microsoft.com/office/drawing/2014/main" id="{30667B53-8C92-34D6-9712-79630D7BA6F7}"/>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CBAE0E2E-2F7B-F9C0-0702-7AA75F333FDA}"/>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19</a:t>
            </a:fld>
            <a:endParaRPr lang="es-CL" dirty="0"/>
          </a:p>
        </p:txBody>
      </p:sp>
    </p:spTree>
    <p:extLst>
      <p:ext uri="{BB962C8B-B14F-4D97-AF65-F5344CB8AC3E}">
        <p14:creationId xmlns:p14="http://schemas.microsoft.com/office/powerpoint/2010/main" val="1965605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56DD7A79-C5F6-36A3-32BD-EEBAD4038A50}"/>
              </a:ext>
            </a:extLst>
          </p:cNvPr>
          <p:cNvGraphicFramePr>
            <a:graphicFrameLocks noGrp="1"/>
          </p:cNvGraphicFramePr>
          <p:nvPr>
            <p:extLst>
              <p:ext uri="{D42A27DB-BD31-4B8C-83A1-F6EECF244321}">
                <p14:modId xmlns:p14="http://schemas.microsoft.com/office/powerpoint/2010/main" val="3727056398"/>
              </p:ext>
            </p:extLst>
          </p:nvPr>
        </p:nvGraphicFramePr>
        <p:xfrm>
          <a:off x="688346" y="1281112"/>
          <a:ext cx="12392663" cy="5357944"/>
        </p:xfrm>
        <a:graphic>
          <a:graphicData uri="http://schemas.openxmlformats.org/drawingml/2006/table">
            <a:tbl>
              <a:tblPr>
                <a:tableStyleId>{5C22544A-7EE6-4342-B048-85BDC9FD1C3A}</a:tableStyleId>
              </a:tblPr>
              <a:tblGrid>
                <a:gridCol w="1060313">
                  <a:extLst>
                    <a:ext uri="{9D8B030D-6E8A-4147-A177-3AD203B41FA5}">
                      <a16:colId xmlns:a16="http://schemas.microsoft.com/office/drawing/2014/main" val="43220109"/>
                    </a:ext>
                  </a:extLst>
                </a:gridCol>
                <a:gridCol w="629575">
                  <a:extLst>
                    <a:ext uri="{9D8B030D-6E8A-4147-A177-3AD203B41FA5}">
                      <a16:colId xmlns:a16="http://schemas.microsoft.com/office/drawing/2014/main" val="2168345126"/>
                    </a:ext>
                  </a:extLst>
                </a:gridCol>
                <a:gridCol w="629575">
                  <a:extLst>
                    <a:ext uri="{9D8B030D-6E8A-4147-A177-3AD203B41FA5}">
                      <a16:colId xmlns:a16="http://schemas.microsoft.com/office/drawing/2014/main" val="3269909677"/>
                    </a:ext>
                  </a:extLst>
                </a:gridCol>
                <a:gridCol w="629575">
                  <a:extLst>
                    <a:ext uri="{9D8B030D-6E8A-4147-A177-3AD203B41FA5}">
                      <a16:colId xmlns:a16="http://schemas.microsoft.com/office/drawing/2014/main" val="1619930310"/>
                    </a:ext>
                  </a:extLst>
                </a:gridCol>
                <a:gridCol w="629575">
                  <a:extLst>
                    <a:ext uri="{9D8B030D-6E8A-4147-A177-3AD203B41FA5}">
                      <a16:colId xmlns:a16="http://schemas.microsoft.com/office/drawing/2014/main" val="197764235"/>
                    </a:ext>
                  </a:extLst>
                </a:gridCol>
                <a:gridCol w="629575">
                  <a:extLst>
                    <a:ext uri="{9D8B030D-6E8A-4147-A177-3AD203B41FA5}">
                      <a16:colId xmlns:a16="http://schemas.microsoft.com/office/drawing/2014/main" val="3022104443"/>
                    </a:ext>
                  </a:extLst>
                </a:gridCol>
                <a:gridCol w="629575">
                  <a:extLst>
                    <a:ext uri="{9D8B030D-6E8A-4147-A177-3AD203B41FA5}">
                      <a16:colId xmlns:a16="http://schemas.microsoft.com/office/drawing/2014/main" val="990095655"/>
                    </a:ext>
                  </a:extLst>
                </a:gridCol>
                <a:gridCol w="629575">
                  <a:extLst>
                    <a:ext uri="{9D8B030D-6E8A-4147-A177-3AD203B41FA5}">
                      <a16:colId xmlns:a16="http://schemas.microsoft.com/office/drawing/2014/main" val="1676807888"/>
                    </a:ext>
                  </a:extLst>
                </a:gridCol>
                <a:gridCol w="629575">
                  <a:extLst>
                    <a:ext uri="{9D8B030D-6E8A-4147-A177-3AD203B41FA5}">
                      <a16:colId xmlns:a16="http://schemas.microsoft.com/office/drawing/2014/main" val="1145668986"/>
                    </a:ext>
                  </a:extLst>
                </a:gridCol>
                <a:gridCol w="629575">
                  <a:extLst>
                    <a:ext uri="{9D8B030D-6E8A-4147-A177-3AD203B41FA5}">
                      <a16:colId xmlns:a16="http://schemas.microsoft.com/office/drawing/2014/main" val="1130744291"/>
                    </a:ext>
                  </a:extLst>
                </a:gridCol>
                <a:gridCol w="629575">
                  <a:extLst>
                    <a:ext uri="{9D8B030D-6E8A-4147-A177-3AD203B41FA5}">
                      <a16:colId xmlns:a16="http://schemas.microsoft.com/office/drawing/2014/main" val="1806301864"/>
                    </a:ext>
                  </a:extLst>
                </a:gridCol>
                <a:gridCol w="629575">
                  <a:extLst>
                    <a:ext uri="{9D8B030D-6E8A-4147-A177-3AD203B41FA5}">
                      <a16:colId xmlns:a16="http://schemas.microsoft.com/office/drawing/2014/main" val="802961580"/>
                    </a:ext>
                  </a:extLst>
                </a:gridCol>
                <a:gridCol w="629575">
                  <a:extLst>
                    <a:ext uri="{9D8B030D-6E8A-4147-A177-3AD203B41FA5}">
                      <a16:colId xmlns:a16="http://schemas.microsoft.com/office/drawing/2014/main" val="658064339"/>
                    </a:ext>
                  </a:extLst>
                </a:gridCol>
                <a:gridCol w="629575">
                  <a:extLst>
                    <a:ext uri="{9D8B030D-6E8A-4147-A177-3AD203B41FA5}">
                      <a16:colId xmlns:a16="http://schemas.microsoft.com/office/drawing/2014/main" val="2981661172"/>
                    </a:ext>
                  </a:extLst>
                </a:gridCol>
                <a:gridCol w="629575">
                  <a:extLst>
                    <a:ext uri="{9D8B030D-6E8A-4147-A177-3AD203B41FA5}">
                      <a16:colId xmlns:a16="http://schemas.microsoft.com/office/drawing/2014/main" val="3619119076"/>
                    </a:ext>
                  </a:extLst>
                </a:gridCol>
                <a:gridCol w="629575">
                  <a:extLst>
                    <a:ext uri="{9D8B030D-6E8A-4147-A177-3AD203B41FA5}">
                      <a16:colId xmlns:a16="http://schemas.microsoft.com/office/drawing/2014/main" val="1789344276"/>
                    </a:ext>
                  </a:extLst>
                </a:gridCol>
                <a:gridCol w="629575">
                  <a:extLst>
                    <a:ext uri="{9D8B030D-6E8A-4147-A177-3AD203B41FA5}">
                      <a16:colId xmlns:a16="http://schemas.microsoft.com/office/drawing/2014/main" val="3877569141"/>
                    </a:ext>
                  </a:extLst>
                </a:gridCol>
                <a:gridCol w="629575">
                  <a:extLst>
                    <a:ext uri="{9D8B030D-6E8A-4147-A177-3AD203B41FA5}">
                      <a16:colId xmlns:a16="http://schemas.microsoft.com/office/drawing/2014/main" val="2788921919"/>
                    </a:ext>
                  </a:extLst>
                </a:gridCol>
                <a:gridCol w="629575">
                  <a:extLst>
                    <a:ext uri="{9D8B030D-6E8A-4147-A177-3AD203B41FA5}">
                      <a16:colId xmlns:a16="http://schemas.microsoft.com/office/drawing/2014/main" val="548786345"/>
                    </a:ext>
                  </a:extLst>
                </a:gridCol>
              </a:tblGrid>
              <a:tr h="633292">
                <a:tc>
                  <a:txBody>
                    <a:bodyPr/>
                    <a:lstStyle/>
                    <a:p>
                      <a:pPr algn="l" fontAlgn="b">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buNone/>
                      </a:pPr>
                      <a:r>
                        <a:rPr lang="es-CL" sz="1800" u="none" strike="noStrike" dirty="0">
                          <a:effectLst/>
                        </a:rPr>
                        <a:t>SR-01</a:t>
                      </a:r>
                      <a:endParaRPr lang="es-CL" sz="1800" b="0" i="0" u="none" strike="noStrike" dirty="0">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dirty="0">
                          <a:effectLst/>
                        </a:rPr>
                        <a:t>SR-02</a:t>
                      </a:r>
                      <a:endParaRPr lang="es-CL" sz="1800" b="0" i="0" u="none" strike="noStrike" dirty="0">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SR-03</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SR-04</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SR-05</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SR-06</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SR-07</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SR-08</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SR-09</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SR-10</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SR-11</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SR-12</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SR-13</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SR-14</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SR-15</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a:effectLst/>
                        </a:rPr>
                        <a:t>SR-16</a:t>
                      </a:r>
                      <a:endParaRPr lang="es-CL" sz="1800" b="0" i="0" u="none" strike="noStrike">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dirty="0">
                          <a:effectLst/>
                        </a:rPr>
                        <a:t>SR-17</a:t>
                      </a:r>
                      <a:endParaRPr lang="es-CL" sz="1800" b="0" i="0" u="none" strike="noStrike" dirty="0">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r" fontAlgn="b">
                        <a:buNone/>
                      </a:pPr>
                      <a:r>
                        <a:rPr lang="es-CL" sz="1800" u="none" strike="noStrike" dirty="0">
                          <a:effectLst/>
                        </a:rPr>
                        <a:t>SR-18</a:t>
                      </a:r>
                      <a:endParaRPr lang="es-CL" sz="1800" b="0" i="0" u="none" strike="noStrike" dirty="0">
                        <a:solidFill>
                          <a:srgbClr val="000000"/>
                        </a:solidFill>
                        <a:effectLst/>
                        <a:latin typeface="Calibri" panose="020F0502020204030204" pitchFamily="34" charset="0"/>
                      </a:endParaRPr>
                    </a:p>
                  </a:txBody>
                  <a:tcPr marL="0" marR="0" marT="0" marB="0" vert="vert27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2842850"/>
                  </a:ext>
                </a:extLst>
              </a:tr>
              <a:tr h="393721">
                <a:tc>
                  <a:txBody>
                    <a:bodyPr/>
                    <a:lstStyle/>
                    <a:p>
                      <a:pPr algn="l" fontAlgn="b">
                        <a:buNone/>
                      </a:pPr>
                      <a:r>
                        <a:rPr lang="es-CL" sz="1800" u="none" strike="noStrike" dirty="0">
                          <a:effectLst/>
                        </a:rPr>
                        <a:t>UR-01</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344227"/>
                  </a:ext>
                </a:extLst>
              </a:tr>
              <a:tr h="393721">
                <a:tc>
                  <a:txBody>
                    <a:bodyPr/>
                    <a:lstStyle/>
                    <a:p>
                      <a:pPr algn="l" fontAlgn="b">
                        <a:buNone/>
                      </a:pPr>
                      <a:r>
                        <a:rPr lang="es-CL" sz="1800" u="none" strike="noStrike">
                          <a:effectLst/>
                        </a:rPr>
                        <a:t>UR-02</a:t>
                      </a:r>
                      <a:endParaRPr lang="es-CL" sz="18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00185627"/>
                  </a:ext>
                </a:extLst>
              </a:tr>
              <a:tr h="393721">
                <a:tc>
                  <a:txBody>
                    <a:bodyPr/>
                    <a:lstStyle/>
                    <a:p>
                      <a:pPr algn="l" fontAlgn="b">
                        <a:buNone/>
                      </a:pPr>
                      <a:r>
                        <a:rPr lang="es-CL" sz="1800" u="none" strike="noStrike" dirty="0">
                          <a:effectLst/>
                        </a:rPr>
                        <a:t>UR-03</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9899739"/>
                  </a:ext>
                </a:extLst>
              </a:tr>
              <a:tr h="393721">
                <a:tc>
                  <a:txBody>
                    <a:bodyPr/>
                    <a:lstStyle/>
                    <a:p>
                      <a:pPr algn="l" fontAlgn="b">
                        <a:buNone/>
                      </a:pPr>
                      <a:r>
                        <a:rPr lang="es-CL" sz="1800" u="none" strike="noStrike">
                          <a:effectLst/>
                        </a:rPr>
                        <a:t>UR-04</a:t>
                      </a:r>
                      <a:endParaRPr lang="es-CL" sz="18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7892450"/>
                  </a:ext>
                </a:extLst>
              </a:tr>
              <a:tr h="393721">
                <a:tc>
                  <a:txBody>
                    <a:bodyPr/>
                    <a:lstStyle/>
                    <a:p>
                      <a:pPr algn="l" fontAlgn="b">
                        <a:buNone/>
                      </a:pPr>
                      <a:r>
                        <a:rPr lang="es-CL" sz="1800" u="none" strike="noStrike" dirty="0">
                          <a:effectLst/>
                        </a:rPr>
                        <a:t>UR-05</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X</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2777078"/>
                  </a:ext>
                </a:extLst>
              </a:tr>
              <a:tr h="393721">
                <a:tc>
                  <a:txBody>
                    <a:bodyPr/>
                    <a:lstStyle/>
                    <a:p>
                      <a:pPr algn="l" fontAlgn="b">
                        <a:buNone/>
                      </a:pPr>
                      <a:r>
                        <a:rPr lang="es-CL" sz="1800" u="none" strike="noStrike">
                          <a:effectLst/>
                        </a:rPr>
                        <a:t>UR-06</a:t>
                      </a:r>
                      <a:endParaRPr lang="es-CL" sz="18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X</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25912719"/>
                  </a:ext>
                </a:extLst>
              </a:tr>
              <a:tr h="393721">
                <a:tc>
                  <a:txBody>
                    <a:bodyPr/>
                    <a:lstStyle/>
                    <a:p>
                      <a:pPr algn="l" fontAlgn="b">
                        <a:buNone/>
                      </a:pPr>
                      <a:r>
                        <a:rPr lang="es-CL" sz="1800" u="none" strike="noStrike">
                          <a:effectLst/>
                        </a:rPr>
                        <a:t>UR-07</a:t>
                      </a:r>
                      <a:endParaRPr lang="es-CL" sz="1800" b="0" i="0" u="none" strike="noStrike">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8235914"/>
                  </a:ext>
                </a:extLst>
              </a:tr>
              <a:tr h="393721">
                <a:tc>
                  <a:txBody>
                    <a:bodyPr/>
                    <a:lstStyle/>
                    <a:p>
                      <a:pPr algn="l" fontAlgn="b">
                        <a:buNone/>
                      </a:pPr>
                      <a:r>
                        <a:rPr lang="es-CL" sz="1800" u="none" strike="noStrike" dirty="0">
                          <a:effectLst/>
                        </a:rPr>
                        <a:t>UR-08</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2550137"/>
                  </a:ext>
                </a:extLst>
              </a:tr>
              <a:tr h="393721">
                <a:tc>
                  <a:txBody>
                    <a:bodyPr/>
                    <a:lstStyle/>
                    <a:p>
                      <a:pPr algn="l" fontAlgn="b">
                        <a:buNone/>
                      </a:pPr>
                      <a:r>
                        <a:rPr lang="es-CL" sz="1800" u="none" strike="noStrike" dirty="0">
                          <a:effectLst/>
                        </a:rPr>
                        <a:t>UR-09</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1151700"/>
                  </a:ext>
                </a:extLst>
              </a:tr>
              <a:tr h="393721">
                <a:tc>
                  <a:txBody>
                    <a:bodyPr/>
                    <a:lstStyle/>
                    <a:p>
                      <a:pPr algn="l" fontAlgn="b">
                        <a:buNone/>
                      </a:pPr>
                      <a:r>
                        <a:rPr lang="es-CL" sz="1800" u="none" strike="noStrike" dirty="0">
                          <a:effectLst/>
                        </a:rPr>
                        <a:t>UR-10</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6132988"/>
                  </a:ext>
                </a:extLst>
              </a:tr>
              <a:tr h="393721">
                <a:tc>
                  <a:txBody>
                    <a:bodyPr/>
                    <a:lstStyle/>
                    <a:p>
                      <a:pPr algn="l" fontAlgn="b">
                        <a:buNone/>
                      </a:pPr>
                      <a:r>
                        <a:rPr lang="es-CL" sz="1800" u="none" strike="noStrike" dirty="0">
                          <a:effectLst/>
                        </a:rPr>
                        <a:t>UR-11</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ctr">
                        <a:buNone/>
                      </a:pPr>
                      <a:r>
                        <a:rPr lang="es-CL" sz="1800" u="none" strike="noStrike" dirty="0">
                          <a:effectLst/>
                        </a:rPr>
                        <a:t> </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0581368"/>
                  </a:ext>
                </a:extLst>
              </a:tr>
              <a:tr h="393721">
                <a:tc>
                  <a:txBody>
                    <a:bodyPr/>
                    <a:lstStyle/>
                    <a:p>
                      <a:pPr algn="l" fontAlgn="b">
                        <a:buNone/>
                      </a:pPr>
                      <a:r>
                        <a:rPr lang="es-CL" sz="1800" u="none" strike="noStrike" dirty="0">
                          <a:effectLst/>
                        </a:rPr>
                        <a:t>UR-12</a:t>
                      </a:r>
                      <a:endParaRPr lang="es-CL" sz="1800" b="0" i="0" u="none" strike="noStrike" dirty="0">
                        <a:solidFill>
                          <a:srgbClr val="000000"/>
                        </a:solidFill>
                        <a:effectLst/>
                        <a:latin typeface="Calibri" panose="020F0502020204030204" pitchFamily="34"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a:effectLst/>
                        </a:rPr>
                        <a:t> </a:t>
                      </a:r>
                      <a:endParaRPr lang="es-CL" sz="18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s-CL" sz="1800" u="none" strike="noStrike" dirty="0">
                          <a:effectLst/>
                        </a:rPr>
                        <a:t>X</a:t>
                      </a:r>
                      <a:endParaRPr lang="es-CL" sz="1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772449932"/>
                  </a:ext>
                </a:extLst>
              </a:tr>
            </a:tbl>
          </a:graphicData>
        </a:graphic>
      </p:graphicFrame>
      <p:sp>
        <p:nvSpPr>
          <p:cNvPr id="4" name="Marcador de fecha 3">
            <a:extLst>
              <a:ext uri="{FF2B5EF4-FFF2-40B4-BE49-F238E27FC236}">
                <a16:creationId xmlns:a16="http://schemas.microsoft.com/office/drawing/2014/main" id="{B159E9DE-701B-CA1B-4DEA-2C6E229764BB}"/>
              </a:ext>
            </a:extLst>
          </p:cNvPr>
          <p:cNvSpPr>
            <a:spLocks noGrp="1"/>
          </p:cNvSpPr>
          <p:nvPr>
            <p:ph type="dt" sz="half" idx="10"/>
          </p:nvPr>
        </p:nvSpPr>
        <p:spPr>
          <a:xfrm>
            <a:off x="1243585" y="7321090"/>
            <a:ext cx="2801907" cy="413808"/>
          </a:xfrm>
        </p:spPr>
        <p:txBody>
          <a:bodyPr/>
          <a:lstStyle/>
          <a:p>
            <a:fld id="{CEDEC63F-717C-44B3-91D3-4EA0FBE0421C}" type="datetime1">
              <a:rPr lang="en-US" smtClean="0"/>
              <a:pPr/>
              <a:t>1/30/2026</a:t>
            </a:fld>
            <a:endParaRPr lang="en-US" dirty="0"/>
          </a:p>
        </p:txBody>
      </p:sp>
      <p:sp>
        <p:nvSpPr>
          <p:cNvPr id="5" name="Marcador de pie de página 4">
            <a:extLst>
              <a:ext uri="{FF2B5EF4-FFF2-40B4-BE49-F238E27FC236}">
                <a16:creationId xmlns:a16="http://schemas.microsoft.com/office/drawing/2014/main" id="{F5A0BE0E-3D76-28D7-316B-35159A0FD09C}"/>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6" name="Marcador de número de diapositiva 5">
            <a:extLst>
              <a:ext uri="{FF2B5EF4-FFF2-40B4-BE49-F238E27FC236}">
                <a16:creationId xmlns:a16="http://schemas.microsoft.com/office/drawing/2014/main" id="{76185856-B4B1-4473-B1AC-AD5990518D24}"/>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20</a:t>
            </a:fld>
            <a:endParaRPr lang="es-CL" dirty="0"/>
          </a:p>
        </p:txBody>
      </p:sp>
    </p:spTree>
    <p:extLst>
      <p:ext uri="{BB962C8B-B14F-4D97-AF65-F5344CB8AC3E}">
        <p14:creationId xmlns:p14="http://schemas.microsoft.com/office/powerpoint/2010/main" val="3915374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5823DFF-6A75-54A9-BD6D-E9E71ECF8E1D}"/>
              </a:ext>
            </a:extLst>
          </p:cNvPr>
          <p:cNvSpPr>
            <a:spLocks noGrp="1"/>
          </p:cNvSpPr>
          <p:nvPr>
            <p:ph type="title"/>
          </p:nvPr>
        </p:nvSpPr>
        <p:spPr>
          <a:xfrm>
            <a:off x="1243584" y="324817"/>
            <a:ext cx="11399520" cy="1644191"/>
          </a:xfrm>
        </p:spPr>
        <p:txBody>
          <a:bodyPr>
            <a:normAutofit/>
          </a:bodyPr>
          <a:lstStyle/>
          <a:p>
            <a:r>
              <a:rPr lang="es-CL"/>
              <a:t>Resumen de requerimientos</a:t>
            </a:r>
            <a:endParaRPr lang="es-CL" dirty="0"/>
          </a:p>
        </p:txBody>
      </p:sp>
      <p:graphicFrame>
        <p:nvGraphicFramePr>
          <p:cNvPr id="12" name="Marcador de contenido 11">
            <a:extLst>
              <a:ext uri="{FF2B5EF4-FFF2-40B4-BE49-F238E27FC236}">
                <a16:creationId xmlns:a16="http://schemas.microsoft.com/office/drawing/2014/main" id="{4AEFA928-5F0F-ABC3-D494-DE3987493484}"/>
              </a:ext>
            </a:extLst>
          </p:cNvPr>
          <p:cNvGraphicFramePr>
            <a:graphicFrameLocks noGrp="1"/>
          </p:cNvGraphicFramePr>
          <p:nvPr>
            <p:ph idx="1"/>
            <p:extLst>
              <p:ext uri="{D42A27DB-BD31-4B8C-83A1-F6EECF244321}">
                <p14:modId xmlns:p14="http://schemas.microsoft.com/office/powerpoint/2010/main" val="1245021550"/>
              </p:ext>
            </p:extLst>
          </p:nvPr>
        </p:nvGraphicFramePr>
        <p:xfrm>
          <a:off x="1243013" y="2092325"/>
          <a:ext cx="11399837" cy="4559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Marcador de fecha 7">
            <a:extLst>
              <a:ext uri="{FF2B5EF4-FFF2-40B4-BE49-F238E27FC236}">
                <a16:creationId xmlns:a16="http://schemas.microsoft.com/office/drawing/2014/main" id="{902C02B7-F4A6-E201-323D-736A84B875A5}"/>
              </a:ext>
            </a:extLst>
          </p:cNvPr>
          <p:cNvSpPr>
            <a:spLocks noGrp="1"/>
          </p:cNvSpPr>
          <p:nvPr>
            <p:ph type="dt" sz="half" idx="10"/>
          </p:nvPr>
        </p:nvSpPr>
        <p:spPr>
          <a:xfrm>
            <a:off x="1243585" y="7321090"/>
            <a:ext cx="2801907" cy="413808"/>
          </a:xfrm>
        </p:spPr>
        <p:txBody>
          <a:bodyPr/>
          <a:lstStyle/>
          <a:p>
            <a:fld id="{8BB03318-D348-49B4-8669-0334F8084D37}" type="datetime1">
              <a:rPr lang="en-US" smtClean="0"/>
              <a:pPr/>
              <a:t>1/30/2026</a:t>
            </a:fld>
            <a:endParaRPr lang="en-US" dirty="0"/>
          </a:p>
        </p:txBody>
      </p:sp>
      <p:sp>
        <p:nvSpPr>
          <p:cNvPr id="9" name="Marcador de pie de página 8">
            <a:extLst>
              <a:ext uri="{FF2B5EF4-FFF2-40B4-BE49-F238E27FC236}">
                <a16:creationId xmlns:a16="http://schemas.microsoft.com/office/drawing/2014/main" id="{61F29775-08A0-EEDD-6D02-64528125F24E}"/>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10" name="Marcador de número de diapositiva 9">
            <a:extLst>
              <a:ext uri="{FF2B5EF4-FFF2-40B4-BE49-F238E27FC236}">
                <a16:creationId xmlns:a16="http://schemas.microsoft.com/office/drawing/2014/main" id="{2F8D7344-DD94-E4C0-A6D9-C5CBA549E72F}"/>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21</a:t>
            </a:fld>
            <a:endParaRPr lang="es-CL" dirty="0"/>
          </a:p>
        </p:txBody>
      </p:sp>
    </p:spTree>
    <p:extLst>
      <p:ext uri="{BB962C8B-B14F-4D97-AF65-F5344CB8AC3E}">
        <p14:creationId xmlns:p14="http://schemas.microsoft.com/office/powerpoint/2010/main" val="1100122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90727-6364-D3BC-8FBE-CEF53AFA01C9}"/>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7613457B-9B5C-2E34-EED9-945B1EAD9D72}"/>
              </a:ext>
            </a:extLst>
          </p:cNvPr>
          <p:cNvSpPr>
            <a:spLocks noGrp="1"/>
          </p:cNvSpPr>
          <p:nvPr>
            <p:ph type="title"/>
          </p:nvPr>
        </p:nvSpPr>
        <p:spPr>
          <a:xfrm>
            <a:off x="1243584" y="860146"/>
            <a:ext cx="11399520" cy="4041648"/>
          </a:xfrm>
        </p:spPr>
        <p:txBody>
          <a:bodyPr/>
          <a:lstStyle/>
          <a:p>
            <a:r>
              <a:rPr lang="es-CL" dirty="0"/>
              <a:t>Plan de ensayos</a:t>
            </a:r>
          </a:p>
        </p:txBody>
      </p:sp>
      <p:sp>
        <p:nvSpPr>
          <p:cNvPr id="16" name="Marcador de texto 15">
            <a:extLst>
              <a:ext uri="{FF2B5EF4-FFF2-40B4-BE49-F238E27FC236}">
                <a16:creationId xmlns:a16="http://schemas.microsoft.com/office/drawing/2014/main" id="{8F65B3E5-8941-5F6D-D007-1EAC8C8FE35B}"/>
              </a:ext>
            </a:extLst>
          </p:cNvPr>
          <p:cNvSpPr>
            <a:spLocks noGrp="1"/>
          </p:cNvSpPr>
          <p:nvPr>
            <p:ph type="body" idx="1"/>
          </p:nvPr>
        </p:nvSpPr>
        <p:spPr/>
        <p:txBody>
          <a:bodyPr/>
          <a:lstStyle/>
          <a:p>
            <a:endParaRPr lang="es-CL"/>
          </a:p>
        </p:txBody>
      </p:sp>
      <p:sp>
        <p:nvSpPr>
          <p:cNvPr id="2" name="Marcador de fecha 1">
            <a:extLst>
              <a:ext uri="{FF2B5EF4-FFF2-40B4-BE49-F238E27FC236}">
                <a16:creationId xmlns:a16="http://schemas.microsoft.com/office/drawing/2014/main" id="{3E97A11D-3E83-1520-CBA6-32F8E67EBBCD}"/>
              </a:ext>
            </a:extLst>
          </p:cNvPr>
          <p:cNvSpPr>
            <a:spLocks noGrp="1"/>
          </p:cNvSpPr>
          <p:nvPr>
            <p:ph type="dt" sz="half" idx="10"/>
          </p:nvPr>
        </p:nvSpPr>
        <p:spPr>
          <a:xfrm>
            <a:off x="1243585" y="7321090"/>
            <a:ext cx="2801907" cy="413808"/>
          </a:xfrm>
        </p:spPr>
        <p:txBody>
          <a:bodyPr/>
          <a:lstStyle/>
          <a:p>
            <a:fld id="{6583D481-1259-411D-9A0F-E461531ADAF5}" type="datetime1">
              <a:rPr lang="en-US" smtClean="0"/>
              <a:pPr/>
              <a:t>1/30/2026</a:t>
            </a:fld>
            <a:endParaRPr lang="en-US" dirty="0"/>
          </a:p>
        </p:txBody>
      </p:sp>
      <p:sp>
        <p:nvSpPr>
          <p:cNvPr id="3" name="Marcador de pie de página 2">
            <a:extLst>
              <a:ext uri="{FF2B5EF4-FFF2-40B4-BE49-F238E27FC236}">
                <a16:creationId xmlns:a16="http://schemas.microsoft.com/office/drawing/2014/main" id="{3B6696E4-EE09-35FA-6ED0-AC499355627A}"/>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58FCB72C-0C87-26D7-B4DF-FD1F29570CCC}"/>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22</a:t>
            </a:fld>
            <a:endParaRPr lang="es-CL" dirty="0"/>
          </a:p>
        </p:txBody>
      </p:sp>
    </p:spTree>
    <p:extLst>
      <p:ext uri="{BB962C8B-B14F-4D97-AF65-F5344CB8AC3E}">
        <p14:creationId xmlns:p14="http://schemas.microsoft.com/office/powerpoint/2010/main" val="859386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586D44-B31F-E873-EE92-CC7E9272F4D4}"/>
              </a:ext>
            </a:extLst>
          </p:cNvPr>
          <p:cNvSpPr>
            <a:spLocks noGrp="1"/>
          </p:cNvSpPr>
          <p:nvPr>
            <p:ph type="title"/>
          </p:nvPr>
        </p:nvSpPr>
        <p:spPr/>
        <p:txBody>
          <a:bodyPr/>
          <a:lstStyle/>
          <a:p>
            <a:r>
              <a:rPr lang="es-CL" dirty="0"/>
              <a:t>Pruebas en tierra</a:t>
            </a:r>
          </a:p>
        </p:txBody>
      </p:sp>
      <p:graphicFrame>
        <p:nvGraphicFramePr>
          <p:cNvPr id="7" name="Marcador de contenido 6">
            <a:extLst>
              <a:ext uri="{FF2B5EF4-FFF2-40B4-BE49-F238E27FC236}">
                <a16:creationId xmlns:a16="http://schemas.microsoft.com/office/drawing/2014/main" id="{81AE2F65-0327-4172-AC1B-E6E6E986BA86}"/>
              </a:ext>
            </a:extLst>
          </p:cNvPr>
          <p:cNvGraphicFramePr>
            <a:graphicFrameLocks noGrp="1"/>
          </p:cNvGraphicFramePr>
          <p:nvPr>
            <p:ph idx="1"/>
            <p:extLst>
              <p:ext uri="{D42A27DB-BD31-4B8C-83A1-F6EECF244321}">
                <p14:modId xmlns:p14="http://schemas.microsoft.com/office/powerpoint/2010/main" val="2787845936"/>
              </p:ext>
            </p:extLst>
          </p:nvPr>
        </p:nvGraphicFramePr>
        <p:xfrm>
          <a:off x="1243584" y="2091832"/>
          <a:ext cx="11399520" cy="45598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fecha 3">
            <a:extLst>
              <a:ext uri="{FF2B5EF4-FFF2-40B4-BE49-F238E27FC236}">
                <a16:creationId xmlns:a16="http://schemas.microsoft.com/office/drawing/2014/main" id="{05B408CD-BF8E-76BD-28A2-3321F33B5C14}"/>
              </a:ext>
            </a:extLst>
          </p:cNvPr>
          <p:cNvSpPr>
            <a:spLocks noGrp="1"/>
          </p:cNvSpPr>
          <p:nvPr>
            <p:ph type="dt" sz="half" idx="10"/>
          </p:nvPr>
        </p:nvSpPr>
        <p:spPr/>
        <p:txBody>
          <a:bodyPr/>
          <a:lstStyle/>
          <a:p>
            <a:fld id="{96FDCE5D-6BAA-4718-9B76-7276DA178C9C}" type="datetime1">
              <a:rPr lang="en-US" smtClean="0"/>
              <a:t>1/30/2026</a:t>
            </a:fld>
            <a:endParaRPr lang="en-US" dirty="0">
              <a:solidFill>
                <a:schemeClr val="tx1"/>
              </a:solidFill>
            </a:endParaRPr>
          </a:p>
        </p:txBody>
      </p:sp>
      <p:sp>
        <p:nvSpPr>
          <p:cNvPr id="5" name="Marcador de pie de página 4">
            <a:extLst>
              <a:ext uri="{FF2B5EF4-FFF2-40B4-BE49-F238E27FC236}">
                <a16:creationId xmlns:a16="http://schemas.microsoft.com/office/drawing/2014/main" id="{CBC6C296-27C2-3B73-9E0F-B5AA6FAAC01B}"/>
              </a:ext>
            </a:extLst>
          </p:cNvPr>
          <p:cNvSpPr>
            <a:spLocks noGrp="1"/>
          </p:cNvSpPr>
          <p:nvPr>
            <p:ph type="ftr" sz="quarter" idx="11"/>
          </p:nvPr>
        </p:nvSpPr>
        <p:spPr/>
        <p:txBody>
          <a:bodyPr/>
          <a:lstStyle/>
          <a:p>
            <a:r>
              <a:rPr lang="es-MX"/>
              <a:t>Revisión de Requerimientos de Sistema</a:t>
            </a:r>
            <a:endParaRPr lang="es-CL" dirty="0"/>
          </a:p>
        </p:txBody>
      </p:sp>
      <p:sp>
        <p:nvSpPr>
          <p:cNvPr id="6" name="Marcador de número de diapositiva 5">
            <a:extLst>
              <a:ext uri="{FF2B5EF4-FFF2-40B4-BE49-F238E27FC236}">
                <a16:creationId xmlns:a16="http://schemas.microsoft.com/office/drawing/2014/main" id="{CFEA2B76-D85B-9AE0-7BB1-7F90E0EC802F}"/>
              </a:ext>
            </a:extLst>
          </p:cNvPr>
          <p:cNvSpPr>
            <a:spLocks noGrp="1"/>
          </p:cNvSpPr>
          <p:nvPr>
            <p:ph type="sldNum" sz="quarter" idx="12"/>
          </p:nvPr>
        </p:nvSpPr>
        <p:spPr/>
        <p:txBody>
          <a:bodyPr/>
          <a:lstStyle/>
          <a:p>
            <a:fld id="{B6F15528-21DE-4FAA-801E-634DDDAF4B2B}" type="slidenum">
              <a:rPr lang="es-CL" smtClean="0"/>
              <a:pPr/>
              <a:t>23</a:t>
            </a:fld>
            <a:endParaRPr lang="es-CL" b="0" dirty="0"/>
          </a:p>
        </p:txBody>
      </p:sp>
    </p:spTree>
    <p:extLst>
      <p:ext uri="{BB962C8B-B14F-4D97-AF65-F5344CB8AC3E}">
        <p14:creationId xmlns:p14="http://schemas.microsoft.com/office/powerpoint/2010/main" val="2946541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F94E3-D639-F746-5244-F5D8B9B511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FE8A5F-DCF1-9870-C340-5CC8978215E1}"/>
              </a:ext>
            </a:extLst>
          </p:cNvPr>
          <p:cNvSpPr>
            <a:spLocks noGrp="1"/>
          </p:cNvSpPr>
          <p:nvPr>
            <p:ph type="title"/>
          </p:nvPr>
        </p:nvSpPr>
        <p:spPr/>
        <p:txBody>
          <a:bodyPr/>
          <a:lstStyle/>
          <a:p>
            <a:r>
              <a:rPr lang="es-CL" dirty="0"/>
              <a:t>Ensayos Funcionales y Eléctricos</a:t>
            </a:r>
          </a:p>
        </p:txBody>
      </p:sp>
      <p:graphicFrame>
        <p:nvGraphicFramePr>
          <p:cNvPr id="9" name="Marcador de contenido 8">
            <a:extLst>
              <a:ext uri="{FF2B5EF4-FFF2-40B4-BE49-F238E27FC236}">
                <a16:creationId xmlns:a16="http://schemas.microsoft.com/office/drawing/2014/main" id="{827BF754-AE5B-8059-1F31-523DCE344F14}"/>
              </a:ext>
            </a:extLst>
          </p:cNvPr>
          <p:cNvGraphicFramePr>
            <a:graphicFrameLocks noGrp="1"/>
          </p:cNvGraphicFramePr>
          <p:nvPr>
            <p:ph idx="1"/>
            <p:extLst>
              <p:ext uri="{D42A27DB-BD31-4B8C-83A1-F6EECF244321}">
                <p14:modId xmlns:p14="http://schemas.microsoft.com/office/powerpoint/2010/main" val="1609910496"/>
              </p:ext>
            </p:extLst>
          </p:nvPr>
        </p:nvGraphicFramePr>
        <p:xfrm>
          <a:off x="1243584" y="2091832"/>
          <a:ext cx="11399520" cy="45598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fecha 3">
            <a:extLst>
              <a:ext uri="{FF2B5EF4-FFF2-40B4-BE49-F238E27FC236}">
                <a16:creationId xmlns:a16="http://schemas.microsoft.com/office/drawing/2014/main" id="{18B22D9E-5CD8-48EC-396E-06115133130E}"/>
              </a:ext>
            </a:extLst>
          </p:cNvPr>
          <p:cNvSpPr>
            <a:spLocks noGrp="1"/>
          </p:cNvSpPr>
          <p:nvPr>
            <p:ph type="dt" sz="half" idx="10"/>
          </p:nvPr>
        </p:nvSpPr>
        <p:spPr/>
        <p:txBody>
          <a:bodyPr/>
          <a:lstStyle/>
          <a:p>
            <a:fld id="{96FDCE5D-6BAA-4718-9B76-7276DA178C9C}" type="datetime1">
              <a:rPr lang="en-US" smtClean="0"/>
              <a:t>1/30/2026</a:t>
            </a:fld>
            <a:endParaRPr lang="en-US" dirty="0">
              <a:solidFill>
                <a:schemeClr val="tx1"/>
              </a:solidFill>
            </a:endParaRPr>
          </a:p>
        </p:txBody>
      </p:sp>
      <p:sp>
        <p:nvSpPr>
          <p:cNvPr id="5" name="Marcador de pie de página 4">
            <a:extLst>
              <a:ext uri="{FF2B5EF4-FFF2-40B4-BE49-F238E27FC236}">
                <a16:creationId xmlns:a16="http://schemas.microsoft.com/office/drawing/2014/main" id="{D1427E76-4975-2E9E-76B9-FBBF74445991}"/>
              </a:ext>
            </a:extLst>
          </p:cNvPr>
          <p:cNvSpPr>
            <a:spLocks noGrp="1"/>
          </p:cNvSpPr>
          <p:nvPr>
            <p:ph type="ftr" sz="quarter" idx="11"/>
          </p:nvPr>
        </p:nvSpPr>
        <p:spPr/>
        <p:txBody>
          <a:bodyPr/>
          <a:lstStyle/>
          <a:p>
            <a:r>
              <a:rPr lang="es-MX"/>
              <a:t>Revisión de Requerimientos de Sistema</a:t>
            </a:r>
            <a:endParaRPr lang="es-CL" dirty="0"/>
          </a:p>
        </p:txBody>
      </p:sp>
      <p:sp>
        <p:nvSpPr>
          <p:cNvPr id="6" name="Marcador de número de diapositiva 5">
            <a:extLst>
              <a:ext uri="{FF2B5EF4-FFF2-40B4-BE49-F238E27FC236}">
                <a16:creationId xmlns:a16="http://schemas.microsoft.com/office/drawing/2014/main" id="{86148D7C-64C1-5559-BA49-23E9E60DA210}"/>
              </a:ext>
            </a:extLst>
          </p:cNvPr>
          <p:cNvSpPr>
            <a:spLocks noGrp="1"/>
          </p:cNvSpPr>
          <p:nvPr>
            <p:ph type="sldNum" sz="quarter" idx="12"/>
          </p:nvPr>
        </p:nvSpPr>
        <p:spPr/>
        <p:txBody>
          <a:bodyPr/>
          <a:lstStyle/>
          <a:p>
            <a:fld id="{B6F15528-21DE-4FAA-801E-634DDDAF4B2B}" type="slidenum">
              <a:rPr lang="es-CL" smtClean="0"/>
              <a:pPr/>
              <a:t>24</a:t>
            </a:fld>
            <a:endParaRPr lang="es-CL" b="0" dirty="0"/>
          </a:p>
        </p:txBody>
      </p:sp>
    </p:spTree>
    <p:extLst>
      <p:ext uri="{BB962C8B-B14F-4D97-AF65-F5344CB8AC3E}">
        <p14:creationId xmlns:p14="http://schemas.microsoft.com/office/powerpoint/2010/main" val="2130409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69AE7-AFB3-8B6E-2CE6-35BDDF9612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DC26EE1-2D8B-7D55-2C6E-BF92CAC87EB4}"/>
              </a:ext>
            </a:extLst>
          </p:cNvPr>
          <p:cNvSpPr>
            <a:spLocks noGrp="1"/>
          </p:cNvSpPr>
          <p:nvPr>
            <p:ph type="title"/>
          </p:nvPr>
        </p:nvSpPr>
        <p:spPr/>
        <p:txBody>
          <a:bodyPr/>
          <a:lstStyle/>
          <a:p>
            <a:r>
              <a:rPr lang="es-CL" dirty="0"/>
              <a:t>Ensayos Ambientales y Mecánicos</a:t>
            </a:r>
          </a:p>
        </p:txBody>
      </p:sp>
      <p:graphicFrame>
        <p:nvGraphicFramePr>
          <p:cNvPr id="9" name="Marcador de contenido 8">
            <a:extLst>
              <a:ext uri="{FF2B5EF4-FFF2-40B4-BE49-F238E27FC236}">
                <a16:creationId xmlns:a16="http://schemas.microsoft.com/office/drawing/2014/main" id="{A984F42C-7AF2-4E96-3A5C-3C524DC74817}"/>
              </a:ext>
            </a:extLst>
          </p:cNvPr>
          <p:cNvGraphicFramePr>
            <a:graphicFrameLocks noGrp="1"/>
          </p:cNvGraphicFramePr>
          <p:nvPr>
            <p:ph idx="1"/>
            <p:extLst>
              <p:ext uri="{D42A27DB-BD31-4B8C-83A1-F6EECF244321}">
                <p14:modId xmlns:p14="http://schemas.microsoft.com/office/powerpoint/2010/main" val="32837826"/>
              </p:ext>
            </p:extLst>
          </p:nvPr>
        </p:nvGraphicFramePr>
        <p:xfrm>
          <a:off x="1243584" y="2091832"/>
          <a:ext cx="11399520" cy="3165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fecha 3">
            <a:extLst>
              <a:ext uri="{FF2B5EF4-FFF2-40B4-BE49-F238E27FC236}">
                <a16:creationId xmlns:a16="http://schemas.microsoft.com/office/drawing/2014/main" id="{667C92F4-A185-C352-0542-F3D58298722A}"/>
              </a:ext>
            </a:extLst>
          </p:cNvPr>
          <p:cNvSpPr>
            <a:spLocks noGrp="1"/>
          </p:cNvSpPr>
          <p:nvPr>
            <p:ph type="dt" sz="half" idx="10"/>
          </p:nvPr>
        </p:nvSpPr>
        <p:spPr/>
        <p:txBody>
          <a:bodyPr/>
          <a:lstStyle/>
          <a:p>
            <a:fld id="{96FDCE5D-6BAA-4718-9B76-7276DA178C9C}" type="datetime1">
              <a:rPr lang="en-US" smtClean="0"/>
              <a:t>1/30/2026</a:t>
            </a:fld>
            <a:endParaRPr lang="en-US" dirty="0">
              <a:solidFill>
                <a:schemeClr val="tx1"/>
              </a:solidFill>
            </a:endParaRPr>
          </a:p>
        </p:txBody>
      </p:sp>
      <p:sp>
        <p:nvSpPr>
          <p:cNvPr id="5" name="Marcador de pie de página 4">
            <a:extLst>
              <a:ext uri="{FF2B5EF4-FFF2-40B4-BE49-F238E27FC236}">
                <a16:creationId xmlns:a16="http://schemas.microsoft.com/office/drawing/2014/main" id="{104CC28A-043B-93C7-6497-7976EBDD28C4}"/>
              </a:ext>
            </a:extLst>
          </p:cNvPr>
          <p:cNvSpPr>
            <a:spLocks noGrp="1"/>
          </p:cNvSpPr>
          <p:nvPr>
            <p:ph type="ftr" sz="quarter" idx="11"/>
          </p:nvPr>
        </p:nvSpPr>
        <p:spPr/>
        <p:txBody>
          <a:bodyPr/>
          <a:lstStyle/>
          <a:p>
            <a:r>
              <a:rPr lang="es-MX"/>
              <a:t>Revisión de Requerimientos de Sistema</a:t>
            </a:r>
            <a:endParaRPr lang="es-CL" dirty="0"/>
          </a:p>
        </p:txBody>
      </p:sp>
      <p:sp>
        <p:nvSpPr>
          <p:cNvPr id="6" name="Marcador de número de diapositiva 5">
            <a:extLst>
              <a:ext uri="{FF2B5EF4-FFF2-40B4-BE49-F238E27FC236}">
                <a16:creationId xmlns:a16="http://schemas.microsoft.com/office/drawing/2014/main" id="{459AD0B3-A325-301B-62A1-5E091F2AB32E}"/>
              </a:ext>
            </a:extLst>
          </p:cNvPr>
          <p:cNvSpPr>
            <a:spLocks noGrp="1"/>
          </p:cNvSpPr>
          <p:nvPr>
            <p:ph type="sldNum" sz="quarter" idx="12"/>
          </p:nvPr>
        </p:nvSpPr>
        <p:spPr/>
        <p:txBody>
          <a:bodyPr/>
          <a:lstStyle/>
          <a:p>
            <a:fld id="{B6F15528-21DE-4FAA-801E-634DDDAF4B2B}" type="slidenum">
              <a:rPr lang="es-CL" smtClean="0"/>
              <a:pPr/>
              <a:t>25</a:t>
            </a:fld>
            <a:endParaRPr lang="es-CL" b="0" dirty="0"/>
          </a:p>
        </p:txBody>
      </p:sp>
    </p:spTree>
    <p:extLst>
      <p:ext uri="{BB962C8B-B14F-4D97-AF65-F5344CB8AC3E}">
        <p14:creationId xmlns:p14="http://schemas.microsoft.com/office/powerpoint/2010/main" val="3818851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FD8D1-6CB2-965E-FECD-B6102F854C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4E7025-B054-050A-7044-DBE2997B40F6}"/>
              </a:ext>
            </a:extLst>
          </p:cNvPr>
          <p:cNvSpPr>
            <a:spLocks noGrp="1"/>
          </p:cNvSpPr>
          <p:nvPr>
            <p:ph type="title"/>
          </p:nvPr>
        </p:nvSpPr>
        <p:spPr/>
        <p:txBody>
          <a:bodyPr/>
          <a:lstStyle/>
          <a:p>
            <a:r>
              <a:rPr lang="es-CL" dirty="0"/>
              <a:t>Compatibilidad Electromagnética (EMC)</a:t>
            </a:r>
          </a:p>
        </p:txBody>
      </p:sp>
      <p:sp>
        <p:nvSpPr>
          <p:cNvPr id="4" name="Marcador de fecha 3">
            <a:extLst>
              <a:ext uri="{FF2B5EF4-FFF2-40B4-BE49-F238E27FC236}">
                <a16:creationId xmlns:a16="http://schemas.microsoft.com/office/drawing/2014/main" id="{10D8849C-5942-7EAF-CDF0-C193A37135DC}"/>
              </a:ext>
            </a:extLst>
          </p:cNvPr>
          <p:cNvSpPr>
            <a:spLocks noGrp="1"/>
          </p:cNvSpPr>
          <p:nvPr>
            <p:ph type="dt" sz="half" idx="10"/>
          </p:nvPr>
        </p:nvSpPr>
        <p:spPr/>
        <p:txBody>
          <a:bodyPr/>
          <a:lstStyle/>
          <a:p>
            <a:fld id="{96FDCE5D-6BAA-4718-9B76-7276DA178C9C}" type="datetime1">
              <a:rPr lang="en-US" smtClean="0"/>
              <a:t>1/30/2026</a:t>
            </a:fld>
            <a:endParaRPr lang="en-US" dirty="0">
              <a:solidFill>
                <a:schemeClr val="tx1"/>
              </a:solidFill>
            </a:endParaRPr>
          </a:p>
        </p:txBody>
      </p:sp>
      <p:sp>
        <p:nvSpPr>
          <p:cNvPr id="5" name="Marcador de pie de página 4">
            <a:extLst>
              <a:ext uri="{FF2B5EF4-FFF2-40B4-BE49-F238E27FC236}">
                <a16:creationId xmlns:a16="http://schemas.microsoft.com/office/drawing/2014/main" id="{E9E4EF03-3061-B5DE-AB5C-1B0FA0031EB7}"/>
              </a:ext>
            </a:extLst>
          </p:cNvPr>
          <p:cNvSpPr>
            <a:spLocks noGrp="1"/>
          </p:cNvSpPr>
          <p:nvPr>
            <p:ph type="ftr" sz="quarter" idx="11"/>
          </p:nvPr>
        </p:nvSpPr>
        <p:spPr/>
        <p:txBody>
          <a:bodyPr/>
          <a:lstStyle/>
          <a:p>
            <a:r>
              <a:rPr lang="es-MX"/>
              <a:t>Revisión de Requerimientos de Sistema</a:t>
            </a:r>
            <a:endParaRPr lang="es-CL" dirty="0"/>
          </a:p>
        </p:txBody>
      </p:sp>
      <p:sp>
        <p:nvSpPr>
          <p:cNvPr id="6" name="Marcador de número de diapositiva 5">
            <a:extLst>
              <a:ext uri="{FF2B5EF4-FFF2-40B4-BE49-F238E27FC236}">
                <a16:creationId xmlns:a16="http://schemas.microsoft.com/office/drawing/2014/main" id="{F05E8A43-DABA-4FD2-0BCB-50926276460C}"/>
              </a:ext>
            </a:extLst>
          </p:cNvPr>
          <p:cNvSpPr>
            <a:spLocks noGrp="1"/>
          </p:cNvSpPr>
          <p:nvPr>
            <p:ph type="sldNum" sz="quarter" idx="12"/>
          </p:nvPr>
        </p:nvSpPr>
        <p:spPr/>
        <p:txBody>
          <a:bodyPr/>
          <a:lstStyle/>
          <a:p>
            <a:fld id="{B6F15528-21DE-4FAA-801E-634DDDAF4B2B}" type="slidenum">
              <a:rPr lang="es-CL" smtClean="0"/>
              <a:pPr/>
              <a:t>26</a:t>
            </a:fld>
            <a:endParaRPr lang="es-CL" b="0" dirty="0"/>
          </a:p>
        </p:txBody>
      </p:sp>
      <p:graphicFrame>
        <p:nvGraphicFramePr>
          <p:cNvPr id="17" name="Marcador de contenido 16">
            <a:extLst>
              <a:ext uri="{FF2B5EF4-FFF2-40B4-BE49-F238E27FC236}">
                <a16:creationId xmlns:a16="http://schemas.microsoft.com/office/drawing/2014/main" id="{B12B33B8-5632-4771-6AAC-5BCAB0D6026E}"/>
              </a:ext>
            </a:extLst>
          </p:cNvPr>
          <p:cNvGraphicFramePr>
            <a:graphicFrameLocks noGrp="1"/>
          </p:cNvGraphicFramePr>
          <p:nvPr>
            <p:ph idx="1"/>
            <p:extLst>
              <p:ext uri="{D42A27DB-BD31-4B8C-83A1-F6EECF244321}">
                <p14:modId xmlns:p14="http://schemas.microsoft.com/office/powerpoint/2010/main" val="2260788224"/>
              </p:ext>
            </p:extLst>
          </p:nvPr>
        </p:nvGraphicFramePr>
        <p:xfrm>
          <a:off x="1243584" y="2091832"/>
          <a:ext cx="11399520" cy="31659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3947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1B0AE-2C71-2A88-47ED-079886BE05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D9727D-EE41-D001-064D-2240A66E81DC}"/>
              </a:ext>
            </a:extLst>
          </p:cNvPr>
          <p:cNvSpPr>
            <a:spLocks noGrp="1"/>
          </p:cNvSpPr>
          <p:nvPr>
            <p:ph type="title"/>
          </p:nvPr>
        </p:nvSpPr>
        <p:spPr/>
        <p:txBody>
          <a:bodyPr/>
          <a:lstStyle/>
          <a:p>
            <a:r>
              <a:rPr lang="es-CL" dirty="0"/>
              <a:t>Validación en Órbita (IOV)</a:t>
            </a:r>
          </a:p>
        </p:txBody>
      </p:sp>
      <p:sp>
        <p:nvSpPr>
          <p:cNvPr id="4" name="Marcador de fecha 3">
            <a:extLst>
              <a:ext uri="{FF2B5EF4-FFF2-40B4-BE49-F238E27FC236}">
                <a16:creationId xmlns:a16="http://schemas.microsoft.com/office/drawing/2014/main" id="{683E81CE-02C5-1C98-8594-B9778BDA6664}"/>
              </a:ext>
            </a:extLst>
          </p:cNvPr>
          <p:cNvSpPr>
            <a:spLocks noGrp="1"/>
          </p:cNvSpPr>
          <p:nvPr>
            <p:ph type="dt" sz="half" idx="10"/>
          </p:nvPr>
        </p:nvSpPr>
        <p:spPr/>
        <p:txBody>
          <a:bodyPr/>
          <a:lstStyle/>
          <a:p>
            <a:fld id="{96FDCE5D-6BAA-4718-9B76-7276DA178C9C}" type="datetime1">
              <a:rPr lang="en-US" smtClean="0"/>
              <a:t>1/30/2026</a:t>
            </a:fld>
            <a:endParaRPr lang="en-US" dirty="0">
              <a:solidFill>
                <a:schemeClr val="tx1"/>
              </a:solidFill>
            </a:endParaRPr>
          </a:p>
        </p:txBody>
      </p:sp>
      <p:sp>
        <p:nvSpPr>
          <p:cNvPr id="5" name="Marcador de pie de página 4">
            <a:extLst>
              <a:ext uri="{FF2B5EF4-FFF2-40B4-BE49-F238E27FC236}">
                <a16:creationId xmlns:a16="http://schemas.microsoft.com/office/drawing/2014/main" id="{BE8E6227-52FC-39A1-C4F9-E9F6A93B4F96}"/>
              </a:ext>
            </a:extLst>
          </p:cNvPr>
          <p:cNvSpPr>
            <a:spLocks noGrp="1"/>
          </p:cNvSpPr>
          <p:nvPr>
            <p:ph type="ftr" sz="quarter" idx="11"/>
          </p:nvPr>
        </p:nvSpPr>
        <p:spPr/>
        <p:txBody>
          <a:bodyPr/>
          <a:lstStyle/>
          <a:p>
            <a:r>
              <a:rPr lang="es-MX"/>
              <a:t>Revisión de Requerimientos de Sistema</a:t>
            </a:r>
            <a:endParaRPr lang="es-CL" dirty="0"/>
          </a:p>
        </p:txBody>
      </p:sp>
      <p:sp>
        <p:nvSpPr>
          <p:cNvPr id="6" name="Marcador de número de diapositiva 5">
            <a:extLst>
              <a:ext uri="{FF2B5EF4-FFF2-40B4-BE49-F238E27FC236}">
                <a16:creationId xmlns:a16="http://schemas.microsoft.com/office/drawing/2014/main" id="{737A8E8D-ABB6-C38F-C6E5-96F30E4DAC66}"/>
              </a:ext>
            </a:extLst>
          </p:cNvPr>
          <p:cNvSpPr>
            <a:spLocks noGrp="1"/>
          </p:cNvSpPr>
          <p:nvPr>
            <p:ph type="sldNum" sz="quarter" idx="12"/>
          </p:nvPr>
        </p:nvSpPr>
        <p:spPr/>
        <p:txBody>
          <a:bodyPr/>
          <a:lstStyle/>
          <a:p>
            <a:fld id="{B6F15528-21DE-4FAA-801E-634DDDAF4B2B}" type="slidenum">
              <a:rPr lang="es-CL" smtClean="0"/>
              <a:pPr/>
              <a:t>27</a:t>
            </a:fld>
            <a:endParaRPr lang="es-CL" b="0" dirty="0"/>
          </a:p>
        </p:txBody>
      </p:sp>
      <p:graphicFrame>
        <p:nvGraphicFramePr>
          <p:cNvPr id="8" name="Marcador de contenido 7">
            <a:extLst>
              <a:ext uri="{FF2B5EF4-FFF2-40B4-BE49-F238E27FC236}">
                <a16:creationId xmlns:a16="http://schemas.microsoft.com/office/drawing/2014/main" id="{18578B71-400A-A912-AA6B-EB0A67C59683}"/>
              </a:ext>
            </a:extLst>
          </p:cNvPr>
          <p:cNvGraphicFramePr>
            <a:graphicFrameLocks noGrp="1"/>
          </p:cNvGraphicFramePr>
          <p:nvPr>
            <p:ph idx="1"/>
            <p:extLst>
              <p:ext uri="{D42A27DB-BD31-4B8C-83A1-F6EECF244321}">
                <p14:modId xmlns:p14="http://schemas.microsoft.com/office/powerpoint/2010/main" val="1251539184"/>
              </p:ext>
            </p:extLst>
          </p:nvPr>
        </p:nvGraphicFramePr>
        <p:xfrm>
          <a:off x="1243584" y="2091832"/>
          <a:ext cx="11399520" cy="4004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0341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CB19E-D3F7-0F76-83A0-1078C3D107E0}"/>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4801D37F-A5C0-A6A3-F9B2-316C58D2056E}"/>
              </a:ext>
            </a:extLst>
          </p:cNvPr>
          <p:cNvSpPr>
            <a:spLocks noGrp="1"/>
          </p:cNvSpPr>
          <p:nvPr>
            <p:ph type="title"/>
          </p:nvPr>
        </p:nvSpPr>
        <p:spPr>
          <a:xfrm>
            <a:off x="1243584" y="860146"/>
            <a:ext cx="11399520" cy="4041648"/>
          </a:xfrm>
        </p:spPr>
        <p:txBody>
          <a:bodyPr/>
          <a:lstStyle/>
          <a:p>
            <a:r>
              <a:rPr lang="es-CL"/>
              <a:t>Evaluación de riesgos</a:t>
            </a:r>
            <a:endParaRPr lang="es-CL" dirty="0"/>
          </a:p>
        </p:txBody>
      </p:sp>
      <p:sp>
        <p:nvSpPr>
          <p:cNvPr id="16" name="Marcador de texto 15">
            <a:extLst>
              <a:ext uri="{FF2B5EF4-FFF2-40B4-BE49-F238E27FC236}">
                <a16:creationId xmlns:a16="http://schemas.microsoft.com/office/drawing/2014/main" id="{3C076BAF-56B0-AB8C-0389-B62C5B86C0A0}"/>
              </a:ext>
            </a:extLst>
          </p:cNvPr>
          <p:cNvSpPr>
            <a:spLocks noGrp="1"/>
          </p:cNvSpPr>
          <p:nvPr>
            <p:ph type="body" idx="1"/>
          </p:nvPr>
        </p:nvSpPr>
        <p:spPr/>
        <p:txBody>
          <a:bodyPr/>
          <a:lstStyle/>
          <a:p>
            <a:endParaRPr lang="es-CL"/>
          </a:p>
        </p:txBody>
      </p:sp>
      <p:sp>
        <p:nvSpPr>
          <p:cNvPr id="2" name="Marcador de fecha 1">
            <a:extLst>
              <a:ext uri="{FF2B5EF4-FFF2-40B4-BE49-F238E27FC236}">
                <a16:creationId xmlns:a16="http://schemas.microsoft.com/office/drawing/2014/main" id="{2FC7B875-5E31-1F54-5E03-E58378D0AE26}"/>
              </a:ext>
            </a:extLst>
          </p:cNvPr>
          <p:cNvSpPr>
            <a:spLocks noGrp="1"/>
          </p:cNvSpPr>
          <p:nvPr>
            <p:ph type="dt" sz="half" idx="10"/>
          </p:nvPr>
        </p:nvSpPr>
        <p:spPr>
          <a:xfrm>
            <a:off x="1243585" y="7321090"/>
            <a:ext cx="2801907" cy="413808"/>
          </a:xfrm>
        </p:spPr>
        <p:txBody>
          <a:bodyPr/>
          <a:lstStyle/>
          <a:p>
            <a:fld id="{6583D481-1259-411D-9A0F-E461531ADAF5}" type="datetime1">
              <a:rPr lang="en-US" smtClean="0"/>
              <a:pPr/>
              <a:t>1/30/2026</a:t>
            </a:fld>
            <a:endParaRPr lang="en-US" dirty="0"/>
          </a:p>
        </p:txBody>
      </p:sp>
      <p:sp>
        <p:nvSpPr>
          <p:cNvPr id="3" name="Marcador de pie de página 2">
            <a:extLst>
              <a:ext uri="{FF2B5EF4-FFF2-40B4-BE49-F238E27FC236}">
                <a16:creationId xmlns:a16="http://schemas.microsoft.com/office/drawing/2014/main" id="{39495554-9A2F-DC9F-7A5A-70E6B52FDFC4}"/>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4A272F57-C74A-0B38-9A27-E70D954826F2}"/>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28</a:t>
            </a:fld>
            <a:endParaRPr lang="es-CL" dirty="0"/>
          </a:p>
        </p:txBody>
      </p:sp>
    </p:spTree>
    <p:extLst>
      <p:ext uri="{BB962C8B-B14F-4D97-AF65-F5344CB8AC3E}">
        <p14:creationId xmlns:p14="http://schemas.microsoft.com/office/powerpoint/2010/main" val="8847632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E3038293-5EC9-B595-C410-CD117BA58485}"/>
              </a:ext>
            </a:extLst>
          </p:cNvPr>
          <p:cNvGraphicFramePr>
            <a:graphicFrameLocks noGrp="1"/>
          </p:cNvGraphicFramePr>
          <p:nvPr>
            <p:extLst>
              <p:ext uri="{D42A27DB-BD31-4B8C-83A1-F6EECF244321}">
                <p14:modId xmlns:p14="http://schemas.microsoft.com/office/powerpoint/2010/main" val="3472589933"/>
              </p:ext>
            </p:extLst>
          </p:nvPr>
        </p:nvGraphicFramePr>
        <p:xfrm>
          <a:off x="724471" y="1281194"/>
          <a:ext cx="12368656" cy="5539502"/>
        </p:xfrm>
        <a:graphic>
          <a:graphicData uri="http://schemas.openxmlformats.org/drawingml/2006/table">
            <a:tbl>
              <a:tblPr>
                <a:tableStyleId>{5C22544A-7EE6-4342-B048-85BDC9FD1C3A}</a:tableStyleId>
              </a:tblPr>
              <a:tblGrid>
                <a:gridCol w="1146302">
                  <a:extLst>
                    <a:ext uri="{9D8B030D-6E8A-4147-A177-3AD203B41FA5}">
                      <a16:colId xmlns:a16="http://schemas.microsoft.com/office/drawing/2014/main" val="2718007984"/>
                    </a:ext>
                  </a:extLst>
                </a:gridCol>
                <a:gridCol w="1146302">
                  <a:extLst>
                    <a:ext uri="{9D8B030D-6E8A-4147-A177-3AD203B41FA5}">
                      <a16:colId xmlns:a16="http://schemas.microsoft.com/office/drawing/2014/main" val="2947758362"/>
                    </a:ext>
                  </a:extLst>
                </a:gridCol>
                <a:gridCol w="1641111">
                  <a:extLst>
                    <a:ext uri="{9D8B030D-6E8A-4147-A177-3AD203B41FA5}">
                      <a16:colId xmlns:a16="http://schemas.microsoft.com/office/drawing/2014/main" val="1276470628"/>
                    </a:ext>
                  </a:extLst>
                </a:gridCol>
                <a:gridCol w="1411713">
                  <a:extLst>
                    <a:ext uri="{9D8B030D-6E8A-4147-A177-3AD203B41FA5}">
                      <a16:colId xmlns:a16="http://schemas.microsoft.com/office/drawing/2014/main" val="3641346452"/>
                    </a:ext>
                  </a:extLst>
                </a:gridCol>
                <a:gridCol w="1782275">
                  <a:extLst>
                    <a:ext uri="{9D8B030D-6E8A-4147-A177-3AD203B41FA5}">
                      <a16:colId xmlns:a16="http://schemas.microsoft.com/office/drawing/2014/main" val="2752837310"/>
                    </a:ext>
                  </a:extLst>
                </a:gridCol>
                <a:gridCol w="1305837">
                  <a:extLst>
                    <a:ext uri="{9D8B030D-6E8A-4147-A177-3AD203B41FA5}">
                      <a16:colId xmlns:a16="http://schemas.microsoft.com/office/drawing/2014/main" val="324484241"/>
                    </a:ext>
                  </a:extLst>
                </a:gridCol>
                <a:gridCol w="1288192">
                  <a:extLst>
                    <a:ext uri="{9D8B030D-6E8A-4147-A177-3AD203B41FA5}">
                      <a16:colId xmlns:a16="http://schemas.microsoft.com/office/drawing/2014/main" val="3230978424"/>
                    </a:ext>
                  </a:extLst>
                </a:gridCol>
                <a:gridCol w="2646924">
                  <a:extLst>
                    <a:ext uri="{9D8B030D-6E8A-4147-A177-3AD203B41FA5}">
                      <a16:colId xmlns:a16="http://schemas.microsoft.com/office/drawing/2014/main" val="3531173476"/>
                    </a:ext>
                  </a:extLst>
                </a:gridCol>
              </a:tblGrid>
              <a:tr h="383896">
                <a:tc>
                  <a:txBody>
                    <a:bodyPr/>
                    <a:lstStyle/>
                    <a:p>
                      <a:pPr algn="ctr" fontAlgn="b">
                        <a:buNone/>
                      </a:pPr>
                      <a:r>
                        <a:rPr lang="es-CL" sz="1200" u="none" strike="noStrike" dirty="0">
                          <a:effectLst/>
                        </a:rPr>
                        <a:t>ID</a:t>
                      </a:r>
                      <a:endParaRPr lang="es-CL" sz="1200" b="1" i="0" u="none" strike="noStrike" dirty="0">
                        <a:solidFill>
                          <a:srgbClr val="FFFFFF"/>
                        </a:solidFill>
                        <a:effectLst/>
                        <a:latin typeface="Calibri" panose="020F0502020204030204" pitchFamily="34" charset="0"/>
                      </a:endParaRPr>
                    </a:p>
                  </a:txBody>
                  <a:tcPr marL="0" marR="0" marT="0" marB="0" anchor="ctr"/>
                </a:tc>
                <a:tc>
                  <a:txBody>
                    <a:bodyPr/>
                    <a:lstStyle/>
                    <a:p>
                      <a:pPr algn="ctr" fontAlgn="b">
                        <a:buNone/>
                      </a:pPr>
                      <a:r>
                        <a:rPr lang="es-CL" sz="1200" u="none" strike="noStrike">
                          <a:effectLst/>
                        </a:rPr>
                        <a:t>Impacto</a:t>
                      </a:r>
                      <a:endParaRPr lang="es-CL" sz="1200" b="1" i="0" u="none" strike="noStrike">
                        <a:solidFill>
                          <a:srgbClr val="FFFFFF"/>
                        </a:solidFill>
                        <a:effectLst/>
                        <a:latin typeface="Calibri" panose="020F0502020204030204" pitchFamily="34" charset="0"/>
                      </a:endParaRPr>
                    </a:p>
                  </a:txBody>
                  <a:tcPr marL="0" marR="0" marT="0" marB="0" anchor="ctr"/>
                </a:tc>
                <a:tc>
                  <a:txBody>
                    <a:bodyPr/>
                    <a:lstStyle/>
                    <a:p>
                      <a:pPr algn="ctr" fontAlgn="b">
                        <a:buNone/>
                      </a:pPr>
                      <a:r>
                        <a:rPr lang="es-CL" sz="1200" u="none" strike="noStrike">
                          <a:effectLst/>
                        </a:rPr>
                        <a:t>Probabilidad (%)</a:t>
                      </a:r>
                      <a:endParaRPr lang="es-CL" sz="1200" b="1" i="0" u="none" strike="noStrike">
                        <a:solidFill>
                          <a:srgbClr val="FFFFFF"/>
                        </a:solidFill>
                        <a:effectLst/>
                        <a:latin typeface="Calibri" panose="020F0502020204030204" pitchFamily="34" charset="0"/>
                      </a:endParaRPr>
                    </a:p>
                  </a:txBody>
                  <a:tcPr marL="0" marR="0" marT="0" marB="0" anchor="ctr"/>
                </a:tc>
                <a:tc>
                  <a:txBody>
                    <a:bodyPr/>
                    <a:lstStyle/>
                    <a:p>
                      <a:pPr algn="ctr" fontAlgn="b">
                        <a:buNone/>
                      </a:pPr>
                      <a:r>
                        <a:rPr lang="es-CL" sz="1200" u="none" strike="noStrike">
                          <a:effectLst/>
                        </a:rPr>
                        <a:t>Nivel Impacto</a:t>
                      </a:r>
                      <a:endParaRPr lang="es-CL" sz="1200" b="1" i="0" u="none" strike="noStrike">
                        <a:solidFill>
                          <a:srgbClr val="FFFFFF"/>
                        </a:solidFill>
                        <a:effectLst/>
                        <a:latin typeface="Calibri" panose="020F0502020204030204" pitchFamily="34" charset="0"/>
                      </a:endParaRPr>
                    </a:p>
                  </a:txBody>
                  <a:tcPr marL="0" marR="0" marT="0" marB="0" anchor="ctr"/>
                </a:tc>
                <a:tc>
                  <a:txBody>
                    <a:bodyPr/>
                    <a:lstStyle/>
                    <a:p>
                      <a:pPr algn="ctr" fontAlgn="b">
                        <a:buNone/>
                      </a:pPr>
                      <a:r>
                        <a:rPr lang="es-CL" sz="1200" u="none" strike="noStrike">
                          <a:effectLst/>
                        </a:rPr>
                        <a:t>Nivel Probabilidad</a:t>
                      </a:r>
                      <a:endParaRPr lang="es-CL" sz="1200" b="1" i="0" u="none" strike="noStrike">
                        <a:solidFill>
                          <a:srgbClr val="FFFFFF"/>
                        </a:solidFill>
                        <a:effectLst/>
                        <a:latin typeface="Calibri" panose="020F0502020204030204" pitchFamily="34" charset="0"/>
                      </a:endParaRPr>
                    </a:p>
                  </a:txBody>
                  <a:tcPr marL="0" marR="0" marT="0" marB="0" anchor="ctr"/>
                </a:tc>
                <a:tc>
                  <a:txBody>
                    <a:bodyPr/>
                    <a:lstStyle/>
                    <a:p>
                      <a:pPr algn="ctr" fontAlgn="b">
                        <a:buNone/>
                      </a:pPr>
                      <a:r>
                        <a:rPr lang="es-CL" sz="1200" u="none" strike="noStrike">
                          <a:effectLst/>
                        </a:rPr>
                        <a:t>Valor Riesgo</a:t>
                      </a:r>
                      <a:endParaRPr lang="es-CL" sz="1200" b="1" i="0" u="none" strike="noStrike">
                        <a:solidFill>
                          <a:srgbClr val="FFFFFF"/>
                        </a:solidFill>
                        <a:effectLst/>
                        <a:latin typeface="Calibri" panose="020F0502020204030204" pitchFamily="34" charset="0"/>
                      </a:endParaRPr>
                    </a:p>
                  </a:txBody>
                  <a:tcPr marL="0" marR="0" marT="0" marB="0" anchor="ctr"/>
                </a:tc>
                <a:tc>
                  <a:txBody>
                    <a:bodyPr/>
                    <a:lstStyle/>
                    <a:p>
                      <a:pPr algn="ctr" fontAlgn="b">
                        <a:buNone/>
                      </a:pPr>
                      <a:r>
                        <a:rPr lang="es-CL" sz="1200" u="none" strike="noStrike" dirty="0">
                          <a:effectLst/>
                        </a:rPr>
                        <a:t>Clasificación</a:t>
                      </a:r>
                      <a:endParaRPr lang="es-CL" sz="1200" b="1" i="0" u="none" strike="noStrike" dirty="0">
                        <a:solidFill>
                          <a:srgbClr val="FFFFFF"/>
                        </a:solidFill>
                        <a:effectLst/>
                        <a:latin typeface="Calibri" panose="020F0502020204030204" pitchFamily="34" charset="0"/>
                      </a:endParaRPr>
                    </a:p>
                  </a:txBody>
                  <a:tcPr marL="0" marR="0" marT="0" marB="0" anchor="ctr"/>
                </a:tc>
                <a:tc>
                  <a:txBody>
                    <a:bodyPr/>
                    <a:lstStyle/>
                    <a:p>
                      <a:pPr algn="l" fontAlgn="ctr">
                        <a:buNone/>
                      </a:pPr>
                      <a:r>
                        <a:rPr lang="es-CL" sz="1200" u="none" strike="noStrike" dirty="0">
                          <a:effectLst/>
                        </a:rPr>
                        <a:t>Mitigación Propuesta</a:t>
                      </a:r>
                      <a:endParaRPr lang="es-CL" sz="1200" b="1" i="0" u="none" strike="noStrike" dirty="0">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2934753602"/>
                  </a:ext>
                </a:extLst>
              </a:tr>
              <a:tr h="383896">
                <a:tc>
                  <a:txBody>
                    <a:bodyPr/>
                    <a:lstStyle/>
                    <a:p>
                      <a:pPr algn="ctr" fontAlgn="ctr">
                        <a:buNone/>
                      </a:pPr>
                      <a:r>
                        <a:rPr lang="es-CL" sz="1200" u="none" strike="noStrike" dirty="0">
                          <a:effectLst/>
                          <a:latin typeface="+mn-lt"/>
                        </a:rPr>
                        <a:t>UR-01</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Alto</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20</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3</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6</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Alto</a:t>
                      </a:r>
                      <a:endParaRPr lang="es-CL" sz="1200" b="0" i="0" u="none" strike="noStrike">
                        <a:solidFill>
                          <a:srgbClr val="000000"/>
                        </a:solidFill>
                        <a:effectLst/>
                        <a:latin typeface="+mn-lt"/>
                      </a:endParaRPr>
                    </a:p>
                  </a:txBody>
                  <a:tcPr marL="0" marR="0" marT="0" marB="0" anchor="ctr"/>
                </a:tc>
                <a:tc>
                  <a:txBody>
                    <a:bodyPr/>
                    <a:lstStyle/>
                    <a:p>
                      <a:pPr algn="l" fontAlgn="ctr">
                        <a:buNone/>
                      </a:pPr>
                      <a:r>
                        <a:rPr lang="es-MX" sz="1200" u="none" strike="noStrike">
                          <a:effectLst/>
                          <a:latin typeface="+mn-lt"/>
                        </a:rPr>
                        <a:t>Diseño de memoria no volátil con margen ≥50%, simulación de carga orbital y pruebas de estrés en tierra</a:t>
                      </a:r>
                      <a:endParaRPr lang="es-MX"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3113601758"/>
                  </a:ext>
                </a:extLst>
              </a:tr>
              <a:tr h="383896">
                <a:tc>
                  <a:txBody>
                    <a:bodyPr/>
                    <a:lstStyle/>
                    <a:p>
                      <a:pPr algn="ctr" fontAlgn="ctr">
                        <a:buNone/>
                      </a:pPr>
                      <a:r>
                        <a:rPr lang="es-CL" sz="1200" u="none" strike="noStrike">
                          <a:effectLst/>
                          <a:latin typeface="+mn-lt"/>
                        </a:rPr>
                        <a:t>UR-02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Medio</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10</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l" fontAlgn="ctr">
                        <a:buNone/>
                      </a:pPr>
                      <a:endParaRPr lang="es-CL"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4206719293"/>
                  </a:ext>
                </a:extLst>
              </a:tr>
              <a:tr h="428452">
                <a:tc>
                  <a:txBody>
                    <a:bodyPr/>
                    <a:lstStyle/>
                    <a:p>
                      <a:pPr algn="ctr" fontAlgn="ctr">
                        <a:buNone/>
                      </a:pPr>
                      <a:r>
                        <a:rPr lang="es-CL" sz="1200" u="none" strike="noStrike">
                          <a:effectLst/>
                          <a:latin typeface="+mn-lt"/>
                        </a:rPr>
                        <a:t>UR-03</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Medio</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15</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4</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Medio</a:t>
                      </a:r>
                      <a:endParaRPr lang="es-CL" sz="1200" b="0" i="0" u="none" strike="noStrike">
                        <a:solidFill>
                          <a:srgbClr val="000000"/>
                        </a:solidFill>
                        <a:effectLst/>
                        <a:latin typeface="+mn-lt"/>
                      </a:endParaRPr>
                    </a:p>
                  </a:txBody>
                  <a:tcPr marL="0" marR="0" marT="0" marB="0" anchor="ctr"/>
                </a:tc>
                <a:tc>
                  <a:txBody>
                    <a:bodyPr/>
                    <a:lstStyle/>
                    <a:p>
                      <a:pPr algn="l" fontAlgn="ctr">
                        <a:buNone/>
                      </a:pPr>
                      <a:r>
                        <a:rPr lang="es-MX" sz="1200" u="none" strike="noStrike">
                          <a:effectLst/>
                          <a:latin typeface="+mn-lt"/>
                        </a:rPr>
                        <a:t>Validación temprana con transmisores representativos y pruebas HIL</a:t>
                      </a:r>
                      <a:endParaRPr lang="es-MX"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1165080418"/>
                  </a:ext>
                </a:extLst>
              </a:tr>
              <a:tr h="428452">
                <a:tc>
                  <a:txBody>
                    <a:bodyPr/>
                    <a:lstStyle/>
                    <a:p>
                      <a:pPr algn="ctr" fontAlgn="ctr">
                        <a:buNone/>
                      </a:pPr>
                      <a:r>
                        <a:rPr lang="es-CL" sz="1200" u="none" strike="noStrike">
                          <a:effectLst/>
                          <a:latin typeface="+mn-lt"/>
                        </a:rPr>
                        <a:t>UR-04</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Medio</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20</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4</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Medio</a:t>
                      </a:r>
                      <a:endParaRPr lang="es-CL" sz="1200" b="0" i="0" u="none" strike="noStrike">
                        <a:solidFill>
                          <a:srgbClr val="000000"/>
                        </a:solidFill>
                        <a:effectLst/>
                        <a:latin typeface="+mn-lt"/>
                      </a:endParaRPr>
                    </a:p>
                  </a:txBody>
                  <a:tcPr marL="0" marR="0" marT="0" marB="0" anchor="ctr"/>
                </a:tc>
                <a:tc>
                  <a:txBody>
                    <a:bodyPr/>
                    <a:lstStyle/>
                    <a:p>
                      <a:pPr algn="l" fontAlgn="ctr">
                        <a:buNone/>
                      </a:pPr>
                      <a:r>
                        <a:rPr lang="es-MX" sz="1200" u="none" strike="noStrike">
                          <a:effectLst/>
                          <a:latin typeface="+mn-lt"/>
                        </a:rPr>
                        <a:t>Revisión de estándar ARGOS y asesoría INVAP</a:t>
                      </a:r>
                      <a:endParaRPr lang="es-MX"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4141972614"/>
                  </a:ext>
                </a:extLst>
              </a:tr>
              <a:tr h="383896">
                <a:tc>
                  <a:txBody>
                    <a:bodyPr/>
                    <a:lstStyle/>
                    <a:p>
                      <a:pPr algn="ctr" fontAlgn="ctr">
                        <a:buNone/>
                      </a:pPr>
                      <a:r>
                        <a:rPr lang="es-CL" sz="1200" u="none" strike="noStrike" dirty="0">
                          <a:effectLst/>
                          <a:latin typeface="+mn-lt"/>
                        </a:rPr>
                        <a:t>UR-05</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10</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l" fontAlgn="ctr">
                        <a:buNone/>
                      </a:pPr>
                      <a:endParaRPr lang="es-CL"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2947362036"/>
                  </a:ext>
                </a:extLst>
              </a:tr>
              <a:tr h="383896">
                <a:tc>
                  <a:txBody>
                    <a:bodyPr/>
                    <a:lstStyle/>
                    <a:p>
                      <a:pPr algn="ctr" fontAlgn="ctr">
                        <a:buNone/>
                      </a:pPr>
                      <a:r>
                        <a:rPr lang="es-CL" sz="1200" u="none" strike="noStrike">
                          <a:effectLst/>
                          <a:latin typeface="+mn-lt"/>
                        </a:rPr>
                        <a:t>UR-06</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Alto</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15</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3</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6</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Alto</a:t>
                      </a:r>
                      <a:endParaRPr lang="es-CL" sz="1200" b="0" i="0" u="none" strike="noStrike">
                        <a:solidFill>
                          <a:srgbClr val="000000"/>
                        </a:solidFill>
                        <a:effectLst/>
                        <a:latin typeface="+mn-lt"/>
                      </a:endParaRPr>
                    </a:p>
                  </a:txBody>
                  <a:tcPr marL="0" marR="0" marT="0" marB="0" anchor="ctr"/>
                </a:tc>
                <a:tc>
                  <a:txBody>
                    <a:bodyPr/>
                    <a:lstStyle/>
                    <a:p>
                      <a:pPr algn="l" fontAlgn="ctr">
                        <a:buNone/>
                      </a:pPr>
                      <a:r>
                        <a:rPr lang="es-MX" sz="1200" u="none" strike="noStrike">
                          <a:effectLst/>
                          <a:latin typeface="+mn-lt"/>
                        </a:rPr>
                        <a:t>Análisis de interfaces mecánicas/eléctricas y revisión PDR con proveedor de plataforma</a:t>
                      </a:r>
                      <a:endParaRPr lang="es-MX"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3328797907"/>
                  </a:ext>
                </a:extLst>
              </a:tr>
              <a:tr h="383896">
                <a:tc>
                  <a:txBody>
                    <a:bodyPr/>
                    <a:lstStyle/>
                    <a:p>
                      <a:pPr algn="ctr" fontAlgn="ctr">
                        <a:buNone/>
                      </a:pPr>
                      <a:r>
                        <a:rPr lang="es-CL" sz="1200" u="none" strike="noStrike">
                          <a:effectLst/>
                          <a:latin typeface="+mn-lt"/>
                        </a:rPr>
                        <a:t>UR-07</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5</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l" fontAlgn="ctr">
                        <a:buNone/>
                      </a:pPr>
                      <a:endParaRPr lang="es-CL"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3585538880"/>
                  </a:ext>
                </a:extLst>
              </a:tr>
              <a:tr h="514150">
                <a:tc>
                  <a:txBody>
                    <a:bodyPr/>
                    <a:lstStyle/>
                    <a:p>
                      <a:pPr algn="ctr" fontAlgn="ctr">
                        <a:buNone/>
                      </a:pPr>
                      <a:r>
                        <a:rPr lang="es-CL" sz="1200" u="none" strike="noStrike">
                          <a:effectLst/>
                          <a:latin typeface="+mn-lt"/>
                        </a:rPr>
                        <a:t>UR-08</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Alto</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25</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3</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6</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Alto</a:t>
                      </a:r>
                      <a:endParaRPr lang="es-CL" sz="1200" b="0" i="0" u="none" strike="noStrike">
                        <a:solidFill>
                          <a:srgbClr val="000000"/>
                        </a:solidFill>
                        <a:effectLst/>
                        <a:latin typeface="+mn-lt"/>
                      </a:endParaRPr>
                    </a:p>
                  </a:txBody>
                  <a:tcPr marL="0" marR="0" marT="0" marB="0" anchor="ctr"/>
                </a:tc>
                <a:tc>
                  <a:txBody>
                    <a:bodyPr/>
                    <a:lstStyle/>
                    <a:p>
                      <a:pPr algn="l" fontAlgn="ctr">
                        <a:buNone/>
                      </a:pPr>
                      <a:r>
                        <a:rPr lang="es-MX" sz="1200" u="none" strike="noStrike" dirty="0">
                          <a:effectLst/>
                          <a:latin typeface="+mn-lt"/>
                        </a:rPr>
                        <a:t>Selección COTS con validación espacial y mitigación por redundancia y </a:t>
                      </a:r>
                      <a:r>
                        <a:rPr lang="es-MX" sz="1200" u="none" strike="noStrike" dirty="0" err="1">
                          <a:effectLst/>
                          <a:latin typeface="+mn-lt"/>
                        </a:rPr>
                        <a:t>watchdogs</a:t>
                      </a:r>
                      <a:endParaRPr lang="es-MX" sz="1200" b="0"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1648739357"/>
                  </a:ext>
                </a:extLst>
              </a:tr>
              <a:tr h="383896">
                <a:tc>
                  <a:txBody>
                    <a:bodyPr/>
                    <a:lstStyle/>
                    <a:p>
                      <a:pPr algn="ctr" fontAlgn="ctr">
                        <a:buNone/>
                      </a:pPr>
                      <a:r>
                        <a:rPr lang="es-CL" sz="1200" u="none" strike="noStrike">
                          <a:effectLst/>
                          <a:latin typeface="+mn-lt"/>
                        </a:rPr>
                        <a:t>UR-09</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10</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1</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l" fontAlgn="ctr">
                        <a:buNone/>
                      </a:pPr>
                      <a:endParaRPr lang="es-CL"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563133596"/>
                  </a:ext>
                </a:extLst>
              </a:tr>
              <a:tr h="383896">
                <a:tc>
                  <a:txBody>
                    <a:bodyPr/>
                    <a:lstStyle/>
                    <a:p>
                      <a:pPr algn="ctr" fontAlgn="ctr">
                        <a:buNone/>
                      </a:pPr>
                      <a:r>
                        <a:rPr lang="es-CL" sz="1200" u="none" strike="noStrike">
                          <a:effectLst/>
                          <a:latin typeface="+mn-lt"/>
                        </a:rPr>
                        <a:t>UR-10</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Bajo</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10</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1</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l" fontAlgn="ctr">
                        <a:buNone/>
                      </a:pPr>
                      <a:endParaRPr lang="es-CL"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3541173304"/>
                  </a:ext>
                </a:extLst>
              </a:tr>
              <a:tr h="383896">
                <a:tc>
                  <a:txBody>
                    <a:bodyPr/>
                    <a:lstStyle/>
                    <a:p>
                      <a:pPr algn="ctr" fontAlgn="ctr">
                        <a:buNone/>
                      </a:pPr>
                      <a:r>
                        <a:rPr lang="es-CL" sz="1200" u="none" strike="noStrike">
                          <a:effectLst/>
                          <a:latin typeface="+mn-lt"/>
                        </a:rPr>
                        <a:t>UR-11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Alto</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30</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3</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6</a:t>
                      </a:r>
                      <a:endParaRPr lang="es-CL" sz="1200" b="0" i="0" u="none" strike="noStrike" dirty="0">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Alto</a:t>
                      </a:r>
                      <a:endParaRPr lang="es-CL" sz="1200" b="0" i="0" u="none" strike="noStrike" dirty="0">
                        <a:solidFill>
                          <a:srgbClr val="000000"/>
                        </a:solidFill>
                        <a:effectLst/>
                        <a:latin typeface="+mn-lt"/>
                      </a:endParaRPr>
                    </a:p>
                  </a:txBody>
                  <a:tcPr marL="0" marR="0" marT="0" marB="0" anchor="ctr"/>
                </a:tc>
                <a:tc>
                  <a:txBody>
                    <a:bodyPr/>
                    <a:lstStyle/>
                    <a:p>
                      <a:pPr algn="l" fontAlgn="ctr">
                        <a:buNone/>
                      </a:pPr>
                      <a:r>
                        <a:rPr lang="es-MX" sz="1200" u="none" strike="noStrike" dirty="0">
                          <a:effectLst/>
                          <a:latin typeface="+mn-lt"/>
                        </a:rPr>
                        <a:t>Pruebas de estrés, análisis térmico y pruebas de vida aceleradas</a:t>
                      </a:r>
                      <a:endParaRPr lang="es-MX" sz="1200" b="0"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3540188134"/>
                  </a:ext>
                </a:extLst>
              </a:tr>
              <a:tr h="383896">
                <a:tc>
                  <a:txBody>
                    <a:bodyPr/>
                    <a:lstStyle/>
                    <a:p>
                      <a:pPr algn="ctr" fontAlgn="ctr">
                        <a:buNone/>
                      </a:pPr>
                      <a:r>
                        <a:rPr lang="es-CL" sz="1200" u="none" strike="noStrike">
                          <a:effectLst/>
                          <a:latin typeface="+mn-lt"/>
                        </a:rPr>
                        <a:t>UR-12</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Bajo</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10</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a:effectLst/>
                          <a:latin typeface="+mn-lt"/>
                        </a:rPr>
                        <a:t>1</a:t>
                      </a:r>
                      <a:endParaRPr lang="es-CL" sz="1200" b="0" i="0" u="none" strike="noStrike">
                        <a:solidFill>
                          <a:srgbClr val="000000"/>
                        </a:solidFill>
                        <a:effectLst/>
                        <a:latin typeface="+mn-lt"/>
                      </a:endParaRPr>
                    </a:p>
                  </a:txBody>
                  <a:tcPr marL="0" marR="0" marT="0" marB="0" anchor="ctr"/>
                </a:tc>
                <a:tc>
                  <a:txBody>
                    <a:bodyPr/>
                    <a:lstStyle/>
                    <a:p>
                      <a:pPr algn="ctr" fontAlgn="ctr">
                        <a:buNone/>
                      </a:pPr>
                      <a:r>
                        <a:rPr lang="es-CL" sz="1200" u="none" strike="noStrike" dirty="0">
                          <a:effectLst/>
                          <a:latin typeface="+mn-lt"/>
                        </a:rPr>
                        <a:t>Bajo</a:t>
                      </a:r>
                      <a:endParaRPr lang="es-CL" sz="1200" b="0" i="0" u="none" strike="noStrike" dirty="0">
                        <a:solidFill>
                          <a:srgbClr val="000000"/>
                        </a:solidFill>
                        <a:effectLst/>
                        <a:latin typeface="+mn-lt"/>
                      </a:endParaRPr>
                    </a:p>
                  </a:txBody>
                  <a:tcPr marL="0" marR="0" marT="0" marB="0" anchor="ctr"/>
                </a:tc>
                <a:tc>
                  <a:txBody>
                    <a:bodyPr/>
                    <a:lstStyle/>
                    <a:p>
                      <a:pPr algn="l" fontAlgn="ctr">
                        <a:buNone/>
                      </a:pPr>
                      <a:endParaRPr lang="es-CL" sz="1200" b="0"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2651031818"/>
                  </a:ext>
                </a:extLst>
              </a:tr>
            </a:tbl>
          </a:graphicData>
        </a:graphic>
      </p:graphicFrame>
      <p:sp>
        <p:nvSpPr>
          <p:cNvPr id="5" name="Marcador de fecha 4">
            <a:extLst>
              <a:ext uri="{FF2B5EF4-FFF2-40B4-BE49-F238E27FC236}">
                <a16:creationId xmlns:a16="http://schemas.microsoft.com/office/drawing/2014/main" id="{E100674F-E284-1A20-1928-C0B9037BACE6}"/>
              </a:ext>
            </a:extLst>
          </p:cNvPr>
          <p:cNvSpPr>
            <a:spLocks noGrp="1"/>
          </p:cNvSpPr>
          <p:nvPr>
            <p:ph type="dt" sz="half" idx="10"/>
          </p:nvPr>
        </p:nvSpPr>
        <p:spPr>
          <a:xfrm>
            <a:off x="1243585" y="7321090"/>
            <a:ext cx="2801907" cy="413808"/>
          </a:xfrm>
        </p:spPr>
        <p:txBody>
          <a:bodyPr/>
          <a:lstStyle/>
          <a:p>
            <a:fld id="{6B86BA02-509D-4E04-9C45-56EAFB34B6FF}" type="datetime1">
              <a:rPr lang="en-US" smtClean="0"/>
              <a:pPr/>
              <a:t>1/30/2026</a:t>
            </a:fld>
            <a:endParaRPr lang="en-US" dirty="0"/>
          </a:p>
        </p:txBody>
      </p:sp>
      <p:sp>
        <p:nvSpPr>
          <p:cNvPr id="6" name="Marcador de pie de página 5">
            <a:extLst>
              <a:ext uri="{FF2B5EF4-FFF2-40B4-BE49-F238E27FC236}">
                <a16:creationId xmlns:a16="http://schemas.microsoft.com/office/drawing/2014/main" id="{662EF388-469C-B783-3C5C-EEA1D71EBB9E}"/>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7" name="Marcador de número de diapositiva 6">
            <a:extLst>
              <a:ext uri="{FF2B5EF4-FFF2-40B4-BE49-F238E27FC236}">
                <a16:creationId xmlns:a16="http://schemas.microsoft.com/office/drawing/2014/main" id="{32B4212B-D05C-BB0B-98C7-CC11BE332E01}"/>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29</a:t>
            </a:fld>
            <a:endParaRPr lang="es-CL" dirty="0"/>
          </a:p>
        </p:txBody>
      </p:sp>
    </p:spTree>
    <p:extLst>
      <p:ext uri="{BB962C8B-B14F-4D97-AF65-F5344CB8AC3E}">
        <p14:creationId xmlns:p14="http://schemas.microsoft.com/office/powerpoint/2010/main" val="1607062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F7382-B2BF-8654-4697-47AAD5EC90D0}"/>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E2EA9A45-2DA3-3EB1-EBB0-E027E79993A6}"/>
              </a:ext>
            </a:extLst>
          </p:cNvPr>
          <p:cNvGraphicFramePr>
            <a:graphicFrameLocks noGrp="1"/>
          </p:cNvGraphicFramePr>
          <p:nvPr>
            <p:extLst>
              <p:ext uri="{D42A27DB-BD31-4B8C-83A1-F6EECF244321}">
                <p14:modId xmlns:p14="http://schemas.microsoft.com/office/powerpoint/2010/main" val="1224137251"/>
              </p:ext>
            </p:extLst>
          </p:nvPr>
        </p:nvGraphicFramePr>
        <p:xfrm>
          <a:off x="724471" y="1281194"/>
          <a:ext cx="12368656" cy="5210014"/>
        </p:xfrm>
        <a:graphic>
          <a:graphicData uri="http://schemas.openxmlformats.org/drawingml/2006/table">
            <a:tbl>
              <a:tblPr>
                <a:tableStyleId>{5C22544A-7EE6-4342-B048-85BDC9FD1C3A}</a:tableStyleId>
              </a:tblPr>
              <a:tblGrid>
                <a:gridCol w="1146302">
                  <a:extLst>
                    <a:ext uri="{9D8B030D-6E8A-4147-A177-3AD203B41FA5}">
                      <a16:colId xmlns:a16="http://schemas.microsoft.com/office/drawing/2014/main" val="2718007984"/>
                    </a:ext>
                  </a:extLst>
                </a:gridCol>
                <a:gridCol w="1146302">
                  <a:extLst>
                    <a:ext uri="{9D8B030D-6E8A-4147-A177-3AD203B41FA5}">
                      <a16:colId xmlns:a16="http://schemas.microsoft.com/office/drawing/2014/main" val="2947758362"/>
                    </a:ext>
                  </a:extLst>
                </a:gridCol>
                <a:gridCol w="1641111">
                  <a:extLst>
                    <a:ext uri="{9D8B030D-6E8A-4147-A177-3AD203B41FA5}">
                      <a16:colId xmlns:a16="http://schemas.microsoft.com/office/drawing/2014/main" val="1276470628"/>
                    </a:ext>
                  </a:extLst>
                </a:gridCol>
                <a:gridCol w="1411713">
                  <a:extLst>
                    <a:ext uri="{9D8B030D-6E8A-4147-A177-3AD203B41FA5}">
                      <a16:colId xmlns:a16="http://schemas.microsoft.com/office/drawing/2014/main" val="3641346452"/>
                    </a:ext>
                  </a:extLst>
                </a:gridCol>
                <a:gridCol w="1782275">
                  <a:extLst>
                    <a:ext uri="{9D8B030D-6E8A-4147-A177-3AD203B41FA5}">
                      <a16:colId xmlns:a16="http://schemas.microsoft.com/office/drawing/2014/main" val="2752837310"/>
                    </a:ext>
                  </a:extLst>
                </a:gridCol>
                <a:gridCol w="1305837">
                  <a:extLst>
                    <a:ext uri="{9D8B030D-6E8A-4147-A177-3AD203B41FA5}">
                      <a16:colId xmlns:a16="http://schemas.microsoft.com/office/drawing/2014/main" val="324484241"/>
                    </a:ext>
                  </a:extLst>
                </a:gridCol>
                <a:gridCol w="1288192">
                  <a:extLst>
                    <a:ext uri="{9D8B030D-6E8A-4147-A177-3AD203B41FA5}">
                      <a16:colId xmlns:a16="http://schemas.microsoft.com/office/drawing/2014/main" val="3230978424"/>
                    </a:ext>
                  </a:extLst>
                </a:gridCol>
                <a:gridCol w="2646924">
                  <a:extLst>
                    <a:ext uri="{9D8B030D-6E8A-4147-A177-3AD203B41FA5}">
                      <a16:colId xmlns:a16="http://schemas.microsoft.com/office/drawing/2014/main" val="3531173476"/>
                    </a:ext>
                  </a:extLst>
                </a:gridCol>
              </a:tblGrid>
              <a:tr h="383896">
                <a:tc>
                  <a:txBody>
                    <a:bodyPr/>
                    <a:lstStyle/>
                    <a:p>
                      <a:pPr algn="ctr" fontAlgn="b">
                        <a:buNone/>
                      </a:pPr>
                      <a:r>
                        <a:rPr lang="es-CL" sz="1200" u="none" strike="noStrike" dirty="0">
                          <a:effectLst/>
                          <a:latin typeface="+mn-lt"/>
                        </a:rPr>
                        <a:t>ID</a:t>
                      </a:r>
                      <a:endParaRPr lang="es-CL" sz="1200" b="1" i="0" u="none" strike="noStrike" dirty="0">
                        <a:solidFill>
                          <a:srgbClr val="FFFFFF"/>
                        </a:solidFill>
                        <a:effectLst/>
                        <a:latin typeface="+mn-lt"/>
                      </a:endParaRPr>
                    </a:p>
                  </a:txBody>
                  <a:tcPr marL="0" marR="0" marT="0" marB="0" anchor="ctr"/>
                </a:tc>
                <a:tc>
                  <a:txBody>
                    <a:bodyPr/>
                    <a:lstStyle/>
                    <a:p>
                      <a:pPr algn="ctr" fontAlgn="b">
                        <a:buNone/>
                      </a:pPr>
                      <a:r>
                        <a:rPr lang="es-CL" sz="1200" u="none" strike="noStrike" dirty="0">
                          <a:effectLst/>
                          <a:latin typeface="+mn-lt"/>
                        </a:rPr>
                        <a:t>Impacto</a:t>
                      </a:r>
                      <a:endParaRPr lang="es-CL" sz="1200" b="1" i="0" u="none" strike="noStrike" dirty="0">
                        <a:solidFill>
                          <a:srgbClr val="FFFFFF"/>
                        </a:solidFill>
                        <a:effectLst/>
                        <a:latin typeface="+mn-lt"/>
                      </a:endParaRPr>
                    </a:p>
                  </a:txBody>
                  <a:tcPr marL="0" marR="0" marT="0" marB="0" anchor="ctr"/>
                </a:tc>
                <a:tc>
                  <a:txBody>
                    <a:bodyPr/>
                    <a:lstStyle/>
                    <a:p>
                      <a:pPr algn="ctr" fontAlgn="b">
                        <a:buNone/>
                      </a:pPr>
                      <a:r>
                        <a:rPr lang="es-CL" sz="1200" u="none" strike="noStrike">
                          <a:effectLst/>
                          <a:latin typeface="+mn-lt"/>
                        </a:rPr>
                        <a:t>Probabilidad (%)</a:t>
                      </a:r>
                      <a:endParaRPr lang="es-CL" sz="1200" b="1" i="0" u="none" strike="noStrike">
                        <a:solidFill>
                          <a:srgbClr val="FFFFFF"/>
                        </a:solidFill>
                        <a:effectLst/>
                        <a:latin typeface="+mn-lt"/>
                      </a:endParaRPr>
                    </a:p>
                  </a:txBody>
                  <a:tcPr marL="0" marR="0" marT="0" marB="0" anchor="ctr"/>
                </a:tc>
                <a:tc>
                  <a:txBody>
                    <a:bodyPr/>
                    <a:lstStyle/>
                    <a:p>
                      <a:pPr algn="ctr" fontAlgn="b">
                        <a:buNone/>
                      </a:pPr>
                      <a:r>
                        <a:rPr lang="es-CL" sz="1200" u="none" strike="noStrike">
                          <a:effectLst/>
                          <a:latin typeface="+mn-lt"/>
                        </a:rPr>
                        <a:t>Nivel Impacto</a:t>
                      </a:r>
                      <a:endParaRPr lang="es-CL" sz="1200" b="1" i="0" u="none" strike="noStrike">
                        <a:solidFill>
                          <a:srgbClr val="FFFFFF"/>
                        </a:solidFill>
                        <a:effectLst/>
                        <a:latin typeface="+mn-lt"/>
                      </a:endParaRPr>
                    </a:p>
                  </a:txBody>
                  <a:tcPr marL="0" marR="0" marT="0" marB="0" anchor="ctr"/>
                </a:tc>
                <a:tc>
                  <a:txBody>
                    <a:bodyPr/>
                    <a:lstStyle/>
                    <a:p>
                      <a:pPr algn="ctr" fontAlgn="b">
                        <a:buNone/>
                      </a:pPr>
                      <a:r>
                        <a:rPr lang="es-CL" sz="1200" u="none" strike="noStrike" dirty="0">
                          <a:effectLst/>
                          <a:latin typeface="+mn-lt"/>
                        </a:rPr>
                        <a:t>Nivel Probabilidad</a:t>
                      </a:r>
                      <a:endParaRPr lang="es-CL" sz="1200" b="1" i="0" u="none" strike="noStrike" dirty="0">
                        <a:solidFill>
                          <a:srgbClr val="FFFFFF"/>
                        </a:solidFill>
                        <a:effectLst/>
                        <a:latin typeface="+mn-lt"/>
                      </a:endParaRPr>
                    </a:p>
                  </a:txBody>
                  <a:tcPr marL="0" marR="0" marT="0" marB="0" anchor="ctr"/>
                </a:tc>
                <a:tc>
                  <a:txBody>
                    <a:bodyPr/>
                    <a:lstStyle/>
                    <a:p>
                      <a:pPr algn="ctr" fontAlgn="b">
                        <a:buNone/>
                      </a:pPr>
                      <a:r>
                        <a:rPr lang="es-CL" sz="1200" u="none" strike="noStrike">
                          <a:effectLst/>
                          <a:latin typeface="+mn-lt"/>
                        </a:rPr>
                        <a:t>Valor Riesgo</a:t>
                      </a:r>
                      <a:endParaRPr lang="es-CL" sz="1200" b="1" i="0" u="none" strike="noStrike">
                        <a:solidFill>
                          <a:srgbClr val="FFFFFF"/>
                        </a:solidFill>
                        <a:effectLst/>
                        <a:latin typeface="+mn-lt"/>
                      </a:endParaRPr>
                    </a:p>
                  </a:txBody>
                  <a:tcPr marL="0" marR="0" marT="0" marB="0" anchor="ctr"/>
                </a:tc>
                <a:tc>
                  <a:txBody>
                    <a:bodyPr/>
                    <a:lstStyle/>
                    <a:p>
                      <a:pPr algn="ctr" fontAlgn="b">
                        <a:buNone/>
                      </a:pPr>
                      <a:r>
                        <a:rPr lang="es-CL" sz="1200" u="none" strike="noStrike">
                          <a:effectLst/>
                          <a:latin typeface="+mn-lt"/>
                        </a:rPr>
                        <a:t>Clasificación</a:t>
                      </a:r>
                      <a:endParaRPr lang="es-CL" sz="1200" b="1" i="0" u="none" strike="noStrike">
                        <a:solidFill>
                          <a:srgbClr val="FFFFFF"/>
                        </a:solidFill>
                        <a:effectLst/>
                        <a:latin typeface="+mn-lt"/>
                      </a:endParaRPr>
                    </a:p>
                  </a:txBody>
                  <a:tcPr marL="0" marR="0" marT="0" marB="0" anchor="ctr"/>
                </a:tc>
                <a:tc>
                  <a:txBody>
                    <a:bodyPr/>
                    <a:lstStyle/>
                    <a:p>
                      <a:pPr algn="ctr" fontAlgn="ctr">
                        <a:buNone/>
                      </a:pPr>
                      <a:r>
                        <a:rPr lang="es-CL" sz="1200" u="none" strike="noStrike" dirty="0">
                          <a:effectLst/>
                          <a:latin typeface="+mn-lt"/>
                        </a:rPr>
                        <a:t>Mitigación Propuesta</a:t>
                      </a:r>
                      <a:endParaRPr lang="es-CL" sz="1200" b="1" i="0" u="none" strike="noStrike" dirty="0">
                        <a:solidFill>
                          <a:srgbClr val="FFFFFF"/>
                        </a:solidFill>
                        <a:effectLst/>
                        <a:latin typeface="+mn-lt"/>
                      </a:endParaRPr>
                    </a:p>
                  </a:txBody>
                  <a:tcPr marL="0" marR="0" marT="0" marB="0" anchor="ctr"/>
                </a:tc>
                <a:extLst>
                  <a:ext uri="{0D108BD9-81ED-4DB2-BD59-A6C34878D82A}">
                    <a16:rowId xmlns:a16="http://schemas.microsoft.com/office/drawing/2014/main" val="2934753602"/>
                  </a:ext>
                </a:extLst>
              </a:tr>
              <a:tr h="383896">
                <a:tc>
                  <a:txBody>
                    <a:bodyPr/>
                    <a:lstStyle/>
                    <a:p>
                      <a:pPr algn="ctr" fontAlgn="ctr">
                        <a:buNone/>
                      </a:pPr>
                      <a:r>
                        <a:rPr lang="es-CL" sz="1200" b="0" i="0" u="none" strike="noStrike" dirty="0">
                          <a:solidFill>
                            <a:srgbClr val="000000"/>
                          </a:solidFill>
                          <a:effectLst/>
                          <a:latin typeface="+mn-lt"/>
                        </a:rPr>
                        <a:t>SR-01</a:t>
                      </a:r>
                    </a:p>
                  </a:txBody>
                  <a:tcPr marL="0" marR="0" marT="0" marB="0" anchor="ctr"/>
                </a:tc>
                <a:tc>
                  <a:txBody>
                    <a:bodyPr/>
                    <a:lstStyle/>
                    <a:p>
                      <a:pPr algn="ctr" fontAlgn="ctr">
                        <a:buNone/>
                      </a:pPr>
                      <a:r>
                        <a:rPr lang="es-CL" sz="1200" b="0" i="0" u="none" strike="noStrike" dirty="0">
                          <a:solidFill>
                            <a:srgbClr val="000000"/>
                          </a:solidFill>
                          <a:effectLst/>
                          <a:latin typeface="+mn-lt"/>
                        </a:rPr>
                        <a:t>Alto</a:t>
                      </a:r>
                    </a:p>
                  </a:txBody>
                  <a:tcPr marL="0" marR="0" marT="0" marB="0" anchor="ctr"/>
                </a:tc>
                <a:tc>
                  <a:txBody>
                    <a:bodyPr/>
                    <a:lstStyle/>
                    <a:p>
                      <a:pPr algn="ctr" fontAlgn="ctr">
                        <a:buNone/>
                      </a:pPr>
                      <a:r>
                        <a:rPr lang="es-CL" sz="1200" b="0" i="0" u="none" strike="noStrike">
                          <a:solidFill>
                            <a:srgbClr val="000000"/>
                          </a:solidFill>
                          <a:effectLst/>
                          <a:latin typeface="+mn-lt"/>
                        </a:rPr>
                        <a:t>15</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6</a:t>
                      </a:r>
                    </a:p>
                  </a:txBody>
                  <a:tcPr marL="0" marR="0" marT="0" marB="0" anchor="ctr"/>
                </a:tc>
                <a:tc>
                  <a:txBody>
                    <a:bodyPr/>
                    <a:lstStyle/>
                    <a:p>
                      <a:pPr algn="ctr" fontAlgn="ctr">
                        <a:buNone/>
                      </a:pPr>
                      <a:r>
                        <a:rPr lang="es-CL" sz="1200" b="0" i="0" u="none" strike="noStrike">
                          <a:solidFill>
                            <a:srgbClr val="000000"/>
                          </a:solidFill>
                          <a:effectLst/>
                          <a:latin typeface="+mn-lt"/>
                        </a:rPr>
                        <a:t>Alto</a:t>
                      </a:r>
                    </a:p>
                  </a:txBody>
                  <a:tcPr marL="0" marR="0" marT="0" marB="0" anchor="ctr"/>
                </a:tc>
                <a:tc>
                  <a:txBody>
                    <a:bodyPr/>
                    <a:lstStyle/>
                    <a:p>
                      <a:pPr algn="l" fontAlgn="ctr">
                        <a:buNone/>
                      </a:pPr>
                      <a:r>
                        <a:rPr lang="es-MX" sz="1200" b="0" i="0" u="none" strike="noStrike">
                          <a:solidFill>
                            <a:srgbClr val="000000"/>
                          </a:solidFill>
                          <a:effectLst/>
                          <a:latin typeface="+mn-lt"/>
                        </a:rPr>
                        <a:t>Prototipo temprano del receptor y pruebas BER en laboratorio</a:t>
                      </a:r>
                    </a:p>
                  </a:txBody>
                  <a:tcPr marL="0" marR="0" marT="0" marB="0" anchor="ctr"/>
                </a:tc>
                <a:extLst>
                  <a:ext uri="{0D108BD9-81ED-4DB2-BD59-A6C34878D82A}">
                    <a16:rowId xmlns:a16="http://schemas.microsoft.com/office/drawing/2014/main" val="3113601758"/>
                  </a:ext>
                </a:extLst>
              </a:tr>
              <a:tr h="383896">
                <a:tc>
                  <a:txBody>
                    <a:bodyPr/>
                    <a:lstStyle/>
                    <a:p>
                      <a:pPr algn="ctr" fontAlgn="ctr">
                        <a:buNone/>
                      </a:pPr>
                      <a:r>
                        <a:rPr lang="es-CL" sz="1200" b="0" i="0" u="none" strike="noStrike">
                          <a:solidFill>
                            <a:srgbClr val="000000"/>
                          </a:solidFill>
                          <a:effectLst/>
                          <a:latin typeface="+mn-lt"/>
                        </a:rPr>
                        <a:t>SR-02</a:t>
                      </a:r>
                    </a:p>
                  </a:txBody>
                  <a:tcPr marL="0" marR="0" marT="0" marB="0" anchor="ctr"/>
                </a:tc>
                <a:tc>
                  <a:txBody>
                    <a:bodyPr/>
                    <a:lstStyle/>
                    <a:p>
                      <a:pPr algn="ctr" fontAlgn="ctr">
                        <a:buNone/>
                      </a:pPr>
                      <a:r>
                        <a:rPr lang="es-CL" sz="1200" b="0" i="0" u="none" strike="noStrike" dirty="0">
                          <a:solidFill>
                            <a:srgbClr val="000000"/>
                          </a:solidFill>
                          <a:effectLst/>
                          <a:latin typeface="+mn-lt"/>
                        </a:rPr>
                        <a:t>Alto</a:t>
                      </a:r>
                    </a:p>
                  </a:txBody>
                  <a:tcPr marL="0" marR="0" marT="0" marB="0" anchor="ctr"/>
                </a:tc>
                <a:tc>
                  <a:txBody>
                    <a:bodyPr/>
                    <a:lstStyle/>
                    <a:p>
                      <a:pPr algn="ctr" fontAlgn="ctr">
                        <a:buNone/>
                      </a:pPr>
                      <a:r>
                        <a:rPr lang="es-CL" sz="1200" b="0" i="0" u="none" strike="noStrike">
                          <a:solidFill>
                            <a:srgbClr val="000000"/>
                          </a:solidFill>
                          <a:effectLst/>
                          <a:latin typeface="+mn-lt"/>
                        </a:rPr>
                        <a:t>10</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l" fontAlgn="ctr">
                        <a:buNone/>
                      </a:pPr>
                      <a:r>
                        <a:rPr lang="es-MX" sz="1200" b="0" i="0" u="none" strike="noStrike">
                          <a:solidFill>
                            <a:srgbClr val="000000"/>
                          </a:solidFill>
                          <a:effectLst/>
                          <a:latin typeface="+mn-lt"/>
                        </a:rPr>
                        <a:t>Verificación de front-end RF y filtros certificados</a:t>
                      </a:r>
                    </a:p>
                  </a:txBody>
                  <a:tcPr marL="0" marR="0" marT="0" marB="0" anchor="ctr"/>
                </a:tc>
                <a:extLst>
                  <a:ext uri="{0D108BD9-81ED-4DB2-BD59-A6C34878D82A}">
                    <a16:rowId xmlns:a16="http://schemas.microsoft.com/office/drawing/2014/main" val="4206719293"/>
                  </a:ext>
                </a:extLst>
              </a:tr>
              <a:tr h="428452">
                <a:tc>
                  <a:txBody>
                    <a:bodyPr/>
                    <a:lstStyle/>
                    <a:p>
                      <a:pPr algn="ctr" fontAlgn="ctr">
                        <a:buNone/>
                      </a:pPr>
                      <a:r>
                        <a:rPr lang="es-CL" sz="1200" b="0" i="0" u="none" strike="noStrike">
                          <a:solidFill>
                            <a:srgbClr val="000000"/>
                          </a:solidFill>
                          <a:effectLst/>
                          <a:latin typeface="+mn-lt"/>
                        </a:rPr>
                        <a:t>SR-03</a:t>
                      </a:r>
                    </a:p>
                  </a:txBody>
                  <a:tcPr marL="0" marR="0" marT="0" marB="0" anchor="ctr"/>
                </a:tc>
                <a:tc>
                  <a:txBody>
                    <a:bodyPr/>
                    <a:lstStyle/>
                    <a:p>
                      <a:pPr algn="ctr" fontAlgn="ctr">
                        <a:buNone/>
                      </a:pPr>
                      <a:r>
                        <a:rPr lang="es-CL" sz="1200" b="0" i="0" u="none" strike="noStrike" dirty="0">
                          <a:solidFill>
                            <a:srgbClr val="000000"/>
                          </a:solidFill>
                          <a:effectLst/>
                          <a:latin typeface="+mn-lt"/>
                        </a:rPr>
                        <a:t>Alto</a:t>
                      </a:r>
                    </a:p>
                  </a:txBody>
                  <a:tcPr marL="0" marR="0" marT="0" marB="0" anchor="ctr"/>
                </a:tc>
                <a:tc>
                  <a:txBody>
                    <a:bodyPr/>
                    <a:lstStyle/>
                    <a:p>
                      <a:pPr algn="ctr" fontAlgn="ctr">
                        <a:buNone/>
                      </a:pPr>
                      <a:r>
                        <a:rPr lang="es-CL" sz="1200" b="0" i="0" u="none" strike="noStrike">
                          <a:solidFill>
                            <a:srgbClr val="000000"/>
                          </a:solidFill>
                          <a:effectLst/>
                          <a:latin typeface="+mn-lt"/>
                        </a:rPr>
                        <a:t>25</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dirty="0">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6</a:t>
                      </a:r>
                    </a:p>
                  </a:txBody>
                  <a:tcPr marL="0" marR="0" marT="0" marB="0" anchor="ctr"/>
                </a:tc>
                <a:tc>
                  <a:txBody>
                    <a:bodyPr/>
                    <a:lstStyle/>
                    <a:p>
                      <a:pPr algn="ctr" fontAlgn="ctr">
                        <a:buNone/>
                      </a:pPr>
                      <a:r>
                        <a:rPr lang="es-CL" sz="1200" b="0" i="0" u="none" strike="noStrike">
                          <a:solidFill>
                            <a:srgbClr val="000000"/>
                          </a:solidFill>
                          <a:effectLst/>
                          <a:latin typeface="+mn-lt"/>
                        </a:rPr>
                        <a:t>Alto</a:t>
                      </a:r>
                    </a:p>
                  </a:txBody>
                  <a:tcPr marL="0" marR="0" marT="0" marB="0" anchor="ctr"/>
                </a:tc>
                <a:tc>
                  <a:txBody>
                    <a:bodyPr/>
                    <a:lstStyle/>
                    <a:p>
                      <a:pPr algn="l" fontAlgn="ctr">
                        <a:buNone/>
                      </a:pPr>
                      <a:r>
                        <a:rPr lang="es-MX" sz="1200" b="0" i="0" u="none" strike="noStrike">
                          <a:solidFill>
                            <a:srgbClr val="000000"/>
                          </a:solidFill>
                          <a:effectLst/>
                          <a:latin typeface="+mn-lt"/>
                        </a:rPr>
                        <a:t>Simulación Doppler y pruebas con generador de señales</a:t>
                      </a:r>
                    </a:p>
                  </a:txBody>
                  <a:tcPr marL="0" marR="0" marT="0" marB="0" anchor="ctr"/>
                </a:tc>
                <a:extLst>
                  <a:ext uri="{0D108BD9-81ED-4DB2-BD59-A6C34878D82A}">
                    <a16:rowId xmlns:a16="http://schemas.microsoft.com/office/drawing/2014/main" val="1165080418"/>
                  </a:ext>
                </a:extLst>
              </a:tr>
              <a:tr h="428452">
                <a:tc>
                  <a:txBody>
                    <a:bodyPr/>
                    <a:lstStyle/>
                    <a:p>
                      <a:pPr algn="ctr" fontAlgn="ctr">
                        <a:buNone/>
                      </a:pPr>
                      <a:r>
                        <a:rPr lang="es-CL" sz="1200" b="0" i="0" u="none" strike="noStrike">
                          <a:solidFill>
                            <a:srgbClr val="000000"/>
                          </a:solidFill>
                          <a:effectLst/>
                          <a:latin typeface="+mn-lt"/>
                        </a:rPr>
                        <a:t>SR-04</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ctr" fontAlgn="ctr">
                        <a:buNone/>
                      </a:pPr>
                      <a:r>
                        <a:rPr lang="es-CL" sz="1200" b="0" i="0" u="none" strike="noStrike" dirty="0">
                          <a:solidFill>
                            <a:srgbClr val="000000"/>
                          </a:solidFill>
                          <a:effectLst/>
                          <a:latin typeface="+mn-lt"/>
                        </a:rPr>
                        <a:t>20</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dirty="0">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4</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l" fontAlgn="ctr">
                        <a:buNone/>
                      </a:pPr>
                      <a:r>
                        <a:rPr lang="es-MX" sz="1200" b="0" i="0" u="none" strike="noStrike">
                          <a:solidFill>
                            <a:srgbClr val="000000"/>
                          </a:solidFill>
                          <a:effectLst/>
                          <a:latin typeface="+mn-lt"/>
                        </a:rPr>
                        <a:t>Margen de memoria ≥50% y control de overflow</a:t>
                      </a:r>
                    </a:p>
                  </a:txBody>
                  <a:tcPr marL="0" marR="0" marT="0" marB="0" anchor="ctr"/>
                </a:tc>
                <a:extLst>
                  <a:ext uri="{0D108BD9-81ED-4DB2-BD59-A6C34878D82A}">
                    <a16:rowId xmlns:a16="http://schemas.microsoft.com/office/drawing/2014/main" val="4141972614"/>
                  </a:ext>
                </a:extLst>
              </a:tr>
              <a:tr h="383896">
                <a:tc>
                  <a:txBody>
                    <a:bodyPr/>
                    <a:lstStyle/>
                    <a:p>
                      <a:pPr algn="ctr" fontAlgn="ctr">
                        <a:buNone/>
                      </a:pPr>
                      <a:r>
                        <a:rPr lang="es-CL" sz="1200" b="0" i="0" u="none" strike="noStrike">
                          <a:solidFill>
                            <a:srgbClr val="000000"/>
                          </a:solidFill>
                          <a:effectLst/>
                          <a:latin typeface="+mn-lt"/>
                        </a:rPr>
                        <a:t>SR-05</a:t>
                      </a:r>
                    </a:p>
                  </a:txBody>
                  <a:tcPr marL="0" marR="0" marT="0" marB="0" anchor="ctr"/>
                </a:tc>
                <a:tc>
                  <a:txBody>
                    <a:bodyPr/>
                    <a:lstStyle/>
                    <a:p>
                      <a:pPr algn="ctr" fontAlgn="ctr">
                        <a:buNone/>
                      </a:pPr>
                      <a:r>
                        <a:rPr lang="es-CL" sz="1200" b="0" i="0" u="none" strike="noStrike">
                          <a:solidFill>
                            <a:srgbClr val="000000"/>
                          </a:solidFill>
                          <a:effectLst/>
                          <a:latin typeface="+mn-lt"/>
                        </a:rPr>
                        <a:t>Bajo</a:t>
                      </a:r>
                    </a:p>
                  </a:txBody>
                  <a:tcPr marL="0" marR="0" marT="0" marB="0" anchor="ctr"/>
                </a:tc>
                <a:tc>
                  <a:txBody>
                    <a:bodyPr/>
                    <a:lstStyle/>
                    <a:p>
                      <a:pPr algn="ctr" fontAlgn="ctr">
                        <a:buNone/>
                      </a:pPr>
                      <a:r>
                        <a:rPr lang="es-CL" sz="1200" b="0" i="0" u="none" strike="noStrike">
                          <a:solidFill>
                            <a:srgbClr val="000000"/>
                          </a:solidFill>
                          <a:effectLst/>
                          <a:latin typeface="+mn-lt"/>
                        </a:rPr>
                        <a:t>10</a:t>
                      </a:r>
                    </a:p>
                  </a:txBody>
                  <a:tcPr marL="0" marR="0" marT="0" marB="0" anchor="ctr"/>
                </a:tc>
                <a:tc>
                  <a:txBody>
                    <a:bodyPr/>
                    <a:lstStyle/>
                    <a:p>
                      <a:pPr algn="ctr" fontAlgn="ctr">
                        <a:buNone/>
                      </a:pPr>
                      <a:r>
                        <a:rPr lang="es-CL" sz="1200" b="0" i="0" u="none" strike="noStrike" dirty="0">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Bajo</a:t>
                      </a:r>
                    </a:p>
                  </a:txBody>
                  <a:tcPr marL="0" marR="0" marT="0" marB="0" anchor="ctr"/>
                </a:tc>
                <a:tc>
                  <a:txBody>
                    <a:bodyPr/>
                    <a:lstStyle/>
                    <a:p>
                      <a:pPr algn="l" fontAlgn="ctr">
                        <a:buNone/>
                      </a:pPr>
                      <a:endParaRPr lang="es-CL"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2947362036"/>
                  </a:ext>
                </a:extLst>
              </a:tr>
              <a:tr h="383896">
                <a:tc>
                  <a:txBody>
                    <a:bodyPr/>
                    <a:lstStyle/>
                    <a:p>
                      <a:pPr algn="ctr" fontAlgn="ctr">
                        <a:buNone/>
                      </a:pPr>
                      <a:r>
                        <a:rPr lang="es-CL" sz="1200" b="0" i="0" u="none" strike="noStrike">
                          <a:solidFill>
                            <a:srgbClr val="000000"/>
                          </a:solidFill>
                          <a:effectLst/>
                          <a:latin typeface="+mn-lt"/>
                        </a:rPr>
                        <a:t>SR-06</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ctr" fontAlgn="ctr">
                        <a:buNone/>
                      </a:pPr>
                      <a:r>
                        <a:rPr lang="es-CL" sz="1200" b="0" i="0" u="none" strike="noStrike">
                          <a:solidFill>
                            <a:srgbClr val="000000"/>
                          </a:solidFill>
                          <a:effectLst/>
                          <a:latin typeface="+mn-lt"/>
                        </a:rPr>
                        <a:t>15</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dirty="0">
                          <a:solidFill>
                            <a:srgbClr val="000000"/>
                          </a:solidFill>
                          <a:effectLst/>
                          <a:latin typeface="+mn-lt"/>
                        </a:rPr>
                        <a:t>4</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l" fontAlgn="ctr">
                        <a:buNone/>
                      </a:pPr>
                      <a:r>
                        <a:rPr lang="es-MX" sz="1200" b="0" i="0" u="none" strike="noStrike" dirty="0">
                          <a:solidFill>
                            <a:srgbClr val="000000"/>
                          </a:solidFill>
                          <a:effectLst/>
                          <a:latin typeface="+mn-lt"/>
                        </a:rPr>
                        <a:t>Ensayos de descarga en peor escenario</a:t>
                      </a:r>
                    </a:p>
                  </a:txBody>
                  <a:tcPr marL="0" marR="0" marT="0" marB="0" anchor="ctr"/>
                </a:tc>
                <a:extLst>
                  <a:ext uri="{0D108BD9-81ED-4DB2-BD59-A6C34878D82A}">
                    <a16:rowId xmlns:a16="http://schemas.microsoft.com/office/drawing/2014/main" val="3328797907"/>
                  </a:ext>
                </a:extLst>
              </a:tr>
              <a:tr h="383896">
                <a:tc>
                  <a:txBody>
                    <a:bodyPr/>
                    <a:lstStyle/>
                    <a:p>
                      <a:pPr algn="ctr" fontAlgn="ctr">
                        <a:buNone/>
                      </a:pPr>
                      <a:r>
                        <a:rPr lang="es-CL" sz="1200" b="0" i="0" u="none" strike="noStrike" dirty="0">
                          <a:solidFill>
                            <a:srgbClr val="000000"/>
                          </a:solidFill>
                          <a:effectLst/>
                          <a:latin typeface="+mn-lt"/>
                        </a:rPr>
                        <a:t>SR-07</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ctr" fontAlgn="ctr">
                        <a:buNone/>
                      </a:pPr>
                      <a:r>
                        <a:rPr lang="es-CL" sz="1200" b="0" i="0" u="none" strike="noStrike">
                          <a:solidFill>
                            <a:srgbClr val="000000"/>
                          </a:solidFill>
                          <a:effectLst/>
                          <a:latin typeface="+mn-lt"/>
                        </a:rPr>
                        <a:t>10</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Bajo</a:t>
                      </a:r>
                    </a:p>
                  </a:txBody>
                  <a:tcPr marL="0" marR="0" marT="0" marB="0" anchor="ctr"/>
                </a:tc>
                <a:tc>
                  <a:txBody>
                    <a:bodyPr/>
                    <a:lstStyle/>
                    <a:p>
                      <a:pPr algn="l" fontAlgn="ctr">
                        <a:buNone/>
                      </a:pPr>
                      <a:endParaRPr lang="es-CL"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3585538880"/>
                  </a:ext>
                </a:extLst>
              </a:tr>
              <a:tr h="514150">
                <a:tc>
                  <a:txBody>
                    <a:bodyPr/>
                    <a:lstStyle/>
                    <a:p>
                      <a:pPr algn="ctr" fontAlgn="ctr">
                        <a:buNone/>
                      </a:pPr>
                      <a:r>
                        <a:rPr lang="es-CL" sz="1200" b="0" i="0" u="none" strike="noStrike">
                          <a:solidFill>
                            <a:srgbClr val="000000"/>
                          </a:solidFill>
                          <a:effectLst/>
                          <a:latin typeface="+mn-lt"/>
                        </a:rPr>
                        <a:t>SR-08</a:t>
                      </a:r>
                    </a:p>
                  </a:txBody>
                  <a:tcPr marL="0" marR="0" marT="0" marB="0" anchor="ctr"/>
                </a:tc>
                <a:tc>
                  <a:txBody>
                    <a:bodyPr/>
                    <a:lstStyle/>
                    <a:p>
                      <a:pPr algn="ctr" fontAlgn="ctr">
                        <a:buNone/>
                      </a:pPr>
                      <a:r>
                        <a:rPr lang="es-CL" sz="1200" b="0" i="0" u="none" strike="noStrike">
                          <a:solidFill>
                            <a:srgbClr val="000000"/>
                          </a:solidFill>
                          <a:effectLst/>
                          <a:latin typeface="+mn-lt"/>
                        </a:rPr>
                        <a:t>Alto</a:t>
                      </a:r>
                    </a:p>
                  </a:txBody>
                  <a:tcPr marL="0" marR="0" marT="0" marB="0" anchor="ctr"/>
                </a:tc>
                <a:tc>
                  <a:txBody>
                    <a:bodyPr/>
                    <a:lstStyle/>
                    <a:p>
                      <a:pPr algn="ctr" fontAlgn="ctr">
                        <a:buNone/>
                      </a:pPr>
                      <a:r>
                        <a:rPr lang="es-CL" sz="1200" b="0" i="0" u="none" strike="noStrike">
                          <a:solidFill>
                            <a:srgbClr val="000000"/>
                          </a:solidFill>
                          <a:effectLst/>
                          <a:latin typeface="+mn-lt"/>
                        </a:rPr>
                        <a:t>25</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dirty="0">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6</a:t>
                      </a:r>
                    </a:p>
                  </a:txBody>
                  <a:tcPr marL="0" marR="0" marT="0" marB="0" anchor="ctr"/>
                </a:tc>
                <a:tc>
                  <a:txBody>
                    <a:bodyPr/>
                    <a:lstStyle/>
                    <a:p>
                      <a:pPr algn="ctr" fontAlgn="ctr">
                        <a:buNone/>
                      </a:pPr>
                      <a:r>
                        <a:rPr lang="es-CL" sz="1200" b="0" i="0" u="none" strike="noStrike" dirty="0">
                          <a:solidFill>
                            <a:srgbClr val="000000"/>
                          </a:solidFill>
                          <a:effectLst/>
                          <a:latin typeface="+mn-lt"/>
                        </a:rPr>
                        <a:t>Alto</a:t>
                      </a:r>
                    </a:p>
                  </a:txBody>
                  <a:tcPr marL="0" marR="0" marT="0" marB="0" anchor="ctr"/>
                </a:tc>
                <a:tc>
                  <a:txBody>
                    <a:bodyPr/>
                    <a:lstStyle/>
                    <a:p>
                      <a:pPr algn="l" fontAlgn="ctr">
                        <a:buNone/>
                      </a:pPr>
                      <a:endParaRPr lang="es-CL" sz="1200" b="0"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1648739357"/>
                  </a:ext>
                </a:extLst>
              </a:tr>
              <a:tr h="383896">
                <a:tc>
                  <a:txBody>
                    <a:bodyPr/>
                    <a:lstStyle/>
                    <a:p>
                      <a:pPr algn="ctr" fontAlgn="ctr">
                        <a:buNone/>
                      </a:pPr>
                      <a:r>
                        <a:rPr lang="es-CL" sz="1200" b="0" i="0" u="none" strike="noStrike">
                          <a:solidFill>
                            <a:srgbClr val="000000"/>
                          </a:solidFill>
                          <a:effectLst/>
                          <a:latin typeface="+mn-lt"/>
                        </a:rPr>
                        <a:t>SR-09</a:t>
                      </a:r>
                    </a:p>
                  </a:txBody>
                  <a:tcPr marL="0" marR="0" marT="0" marB="0" anchor="ctr"/>
                </a:tc>
                <a:tc>
                  <a:txBody>
                    <a:bodyPr/>
                    <a:lstStyle/>
                    <a:p>
                      <a:pPr algn="ctr" fontAlgn="ctr">
                        <a:buNone/>
                      </a:pPr>
                      <a:r>
                        <a:rPr lang="es-CL" sz="1200" b="0" i="0" u="none" strike="noStrike">
                          <a:solidFill>
                            <a:srgbClr val="000000"/>
                          </a:solidFill>
                          <a:effectLst/>
                          <a:latin typeface="+mn-lt"/>
                        </a:rPr>
                        <a:t>Bajo</a:t>
                      </a:r>
                    </a:p>
                  </a:txBody>
                  <a:tcPr marL="0" marR="0" marT="0" marB="0" anchor="ctr"/>
                </a:tc>
                <a:tc>
                  <a:txBody>
                    <a:bodyPr/>
                    <a:lstStyle/>
                    <a:p>
                      <a:pPr algn="ctr" fontAlgn="ctr">
                        <a:buNone/>
                      </a:pPr>
                      <a:r>
                        <a:rPr lang="es-CL" sz="1200" b="0" i="0" u="none" strike="noStrike">
                          <a:solidFill>
                            <a:srgbClr val="000000"/>
                          </a:solidFill>
                          <a:effectLst/>
                          <a:latin typeface="+mn-lt"/>
                        </a:rPr>
                        <a:t>10</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dirty="0">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Bajo</a:t>
                      </a:r>
                    </a:p>
                  </a:txBody>
                  <a:tcPr marL="0" marR="0" marT="0" marB="0" anchor="ctr"/>
                </a:tc>
                <a:tc>
                  <a:txBody>
                    <a:bodyPr/>
                    <a:lstStyle/>
                    <a:p>
                      <a:pPr algn="l" fontAlgn="ctr">
                        <a:buNone/>
                      </a:pPr>
                      <a:endParaRPr lang="es-CL" sz="1200" b="0" i="0" u="none" strike="noStrike">
                        <a:solidFill>
                          <a:srgbClr val="000000"/>
                        </a:solidFill>
                        <a:effectLst/>
                        <a:latin typeface="+mn-lt"/>
                      </a:endParaRPr>
                    </a:p>
                  </a:txBody>
                  <a:tcPr marL="0" marR="0" marT="0" marB="0" anchor="ctr"/>
                </a:tc>
                <a:extLst>
                  <a:ext uri="{0D108BD9-81ED-4DB2-BD59-A6C34878D82A}">
                    <a16:rowId xmlns:a16="http://schemas.microsoft.com/office/drawing/2014/main" val="563133596"/>
                  </a:ext>
                </a:extLst>
              </a:tr>
              <a:tr h="383896">
                <a:tc>
                  <a:txBody>
                    <a:bodyPr/>
                    <a:lstStyle/>
                    <a:p>
                      <a:pPr algn="ctr" fontAlgn="ctr">
                        <a:buNone/>
                      </a:pPr>
                      <a:r>
                        <a:rPr lang="es-CL" sz="1200" b="0" i="0" u="none" strike="noStrike">
                          <a:solidFill>
                            <a:srgbClr val="000000"/>
                          </a:solidFill>
                          <a:effectLst/>
                          <a:latin typeface="+mn-lt"/>
                        </a:rPr>
                        <a:t>SR-10</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ctr" fontAlgn="ctr">
                        <a:buNone/>
                      </a:pPr>
                      <a:r>
                        <a:rPr lang="es-CL" sz="1200" b="0" i="0" u="none" strike="noStrike">
                          <a:solidFill>
                            <a:srgbClr val="000000"/>
                          </a:solidFill>
                          <a:effectLst/>
                          <a:latin typeface="+mn-lt"/>
                        </a:rPr>
                        <a:t>20</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dirty="0">
                          <a:solidFill>
                            <a:srgbClr val="000000"/>
                          </a:solidFill>
                          <a:effectLst/>
                          <a:latin typeface="+mn-lt"/>
                        </a:rPr>
                        <a:t>4</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l" fontAlgn="ctr">
                        <a:buNone/>
                      </a:pPr>
                      <a:r>
                        <a:rPr lang="es-MX" sz="1200" b="0" i="0" u="none" strike="noStrike" dirty="0">
                          <a:solidFill>
                            <a:srgbClr val="000000"/>
                          </a:solidFill>
                          <a:effectLst/>
                          <a:latin typeface="+mn-lt"/>
                        </a:rPr>
                        <a:t>CRC, ACK/NACK y control de acceso</a:t>
                      </a:r>
                    </a:p>
                  </a:txBody>
                  <a:tcPr marL="0" marR="0" marT="0" marB="0" anchor="ctr"/>
                </a:tc>
                <a:extLst>
                  <a:ext uri="{0D108BD9-81ED-4DB2-BD59-A6C34878D82A}">
                    <a16:rowId xmlns:a16="http://schemas.microsoft.com/office/drawing/2014/main" val="3541173304"/>
                  </a:ext>
                </a:extLst>
              </a:tr>
              <a:tr h="383896">
                <a:tc>
                  <a:txBody>
                    <a:bodyPr/>
                    <a:lstStyle/>
                    <a:p>
                      <a:pPr algn="ctr" fontAlgn="ctr">
                        <a:buNone/>
                      </a:pPr>
                      <a:r>
                        <a:rPr lang="es-CL" sz="1200" b="0" i="0" u="none" strike="noStrike">
                          <a:solidFill>
                            <a:srgbClr val="000000"/>
                          </a:solidFill>
                          <a:effectLst/>
                          <a:latin typeface="+mn-lt"/>
                        </a:rPr>
                        <a:t>SR-11</a:t>
                      </a:r>
                    </a:p>
                  </a:txBody>
                  <a:tcPr marL="0" marR="0" marT="0" marB="0" anchor="ctr"/>
                </a:tc>
                <a:tc>
                  <a:txBody>
                    <a:bodyPr/>
                    <a:lstStyle/>
                    <a:p>
                      <a:pPr algn="ctr" fontAlgn="ctr">
                        <a:buNone/>
                      </a:pPr>
                      <a:r>
                        <a:rPr lang="es-CL" sz="1200" b="0" i="0" u="none" strike="noStrike">
                          <a:solidFill>
                            <a:srgbClr val="000000"/>
                          </a:solidFill>
                          <a:effectLst/>
                          <a:latin typeface="+mn-lt"/>
                        </a:rPr>
                        <a:t>Alto</a:t>
                      </a:r>
                    </a:p>
                  </a:txBody>
                  <a:tcPr marL="0" marR="0" marT="0" marB="0" anchor="ctr"/>
                </a:tc>
                <a:tc>
                  <a:txBody>
                    <a:bodyPr/>
                    <a:lstStyle/>
                    <a:p>
                      <a:pPr algn="ctr" fontAlgn="ctr">
                        <a:buNone/>
                      </a:pPr>
                      <a:r>
                        <a:rPr lang="es-CL" sz="1200" b="0" i="0" u="none" strike="noStrike">
                          <a:solidFill>
                            <a:srgbClr val="000000"/>
                          </a:solidFill>
                          <a:effectLst/>
                          <a:latin typeface="+mn-lt"/>
                        </a:rPr>
                        <a:t>20</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6</a:t>
                      </a:r>
                    </a:p>
                  </a:txBody>
                  <a:tcPr marL="0" marR="0" marT="0" marB="0" anchor="ctr"/>
                </a:tc>
                <a:tc>
                  <a:txBody>
                    <a:bodyPr/>
                    <a:lstStyle/>
                    <a:p>
                      <a:pPr algn="ctr" fontAlgn="ctr">
                        <a:buNone/>
                      </a:pPr>
                      <a:r>
                        <a:rPr lang="es-CL" sz="1200" b="0" i="0" u="none" strike="noStrike" dirty="0">
                          <a:solidFill>
                            <a:srgbClr val="000000"/>
                          </a:solidFill>
                          <a:effectLst/>
                          <a:latin typeface="+mn-lt"/>
                        </a:rPr>
                        <a:t>Alto</a:t>
                      </a:r>
                    </a:p>
                  </a:txBody>
                  <a:tcPr marL="0" marR="0" marT="0" marB="0" anchor="ctr"/>
                </a:tc>
                <a:tc>
                  <a:txBody>
                    <a:bodyPr/>
                    <a:lstStyle/>
                    <a:p>
                      <a:pPr algn="l" fontAlgn="ctr">
                        <a:buNone/>
                      </a:pPr>
                      <a:r>
                        <a:rPr lang="es-MX" sz="1200" b="0" i="0" u="none" strike="noStrike" dirty="0">
                          <a:solidFill>
                            <a:srgbClr val="000000"/>
                          </a:solidFill>
                          <a:effectLst/>
                          <a:latin typeface="+mn-lt"/>
                        </a:rPr>
                        <a:t>Pruebas de compatibilidad CAN con OBC real</a:t>
                      </a:r>
                    </a:p>
                  </a:txBody>
                  <a:tcPr marL="0" marR="0" marT="0" marB="0" anchor="ctr"/>
                </a:tc>
                <a:extLst>
                  <a:ext uri="{0D108BD9-81ED-4DB2-BD59-A6C34878D82A}">
                    <a16:rowId xmlns:a16="http://schemas.microsoft.com/office/drawing/2014/main" val="3540188134"/>
                  </a:ext>
                </a:extLst>
              </a:tr>
              <a:tr h="383896">
                <a:tc>
                  <a:txBody>
                    <a:bodyPr/>
                    <a:lstStyle/>
                    <a:p>
                      <a:pPr algn="ctr" fontAlgn="ctr">
                        <a:buNone/>
                      </a:pPr>
                      <a:r>
                        <a:rPr lang="es-CL" sz="1200" b="0" i="0" u="none" strike="noStrike">
                          <a:solidFill>
                            <a:srgbClr val="000000"/>
                          </a:solidFill>
                          <a:effectLst/>
                          <a:latin typeface="+mn-lt"/>
                        </a:rPr>
                        <a:t>SR-12</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ctr" fontAlgn="ctr">
                        <a:buNone/>
                      </a:pPr>
                      <a:r>
                        <a:rPr lang="es-CL" sz="1200" b="0" i="0" u="none" strike="noStrike">
                          <a:solidFill>
                            <a:srgbClr val="000000"/>
                          </a:solidFill>
                          <a:effectLst/>
                          <a:latin typeface="+mn-lt"/>
                        </a:rPr>
                        <a:t>15</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4</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l" fontAlgn="ctr">
                        <a:buNone/>
                      </a:pPr>
                      <a:r>
                        <a:rPr lang="es-MX" sz="1200" b="0" i="0" u="none" strike="noStrike" dirty="0">
                          <a:solidFill>
                            <a:srgbClr val="000000"/>
                          </a:solidFill>
                          <a:effectLst/>
                          <a:latin typeface="+mn-lt"/>
                        </a:rPr>
                        <a:t>Validación de lógica de estados y temporización</a:t>
                      </a:r>
                    </a:p>
                  </a:txBody>
                  <a:tcPr marL="0" marR="0" marT="0" marB="0" anchor="ctr"/>
                </a:tc>
                <a:extLst>
                  <a:ext uri="{0D108BD9-81ED-4DB2-BD59-A6C34878D82A}">
                    <a16:rowId xmlns:a16="http://schemas.microsoft.com/office/drawing/2014/main" val="2651031818"/>
                  </a:ext>
                </a:extLst>
              </a:tr>
            </a:tbl>
          </a:graphicData>
        </a:graphic>
      </p:graphicFrame>
      <p:sp>
        <p:nvSpPr>
          <p:cNvPr id="3" name="Marcador de fecha 2">
            <a:extLst>
              <a:ext uri="{FF2B5EF4-FFF2-40B4-BE49-F238E27FC236}">
                <a16:creationId xmlns:a16="http://schemas.microsoft.com/office/drawing/2014/main" id="{DB97C7B4-0DD0-B2CA-DCFB-38E29B19842D}"/>
              </a:ext>
            </a:extLst>
          </p:cNvPr>
          <p:cNvSpPr>
            <a:spLocks noGrp="1"/>
          </p:cNvSpPr>
          <p:nvPr>
            <p:ph type="dt" sz="half" idx="10"/>
          </p:nvPr>
        </p:nvSpPr>
        <p:spPr>
          <a:xfrm>
            <a:off x="1243585" y="7321090"/>
            <a:ext cx="2801907" cy="413808"/>
          </a:xfrm>
        </p:spPr>
        <p:txBody>
          <a:bodyPr/>
          <a:lstStyle/>
          <a:p>
            <a:fld id="{A3977375-4CD4-4130-8CA9-C079FBCC7BFA}" type="datetime1">
              <a:rPr lang="en-US" smtClean="0"/>
              <a:pPr/>
              <a:t>1/30/2026</a:t>
            </a:fld>
            <a:endParaRPr lang="en-US" dirty="0"/>
          </a:p>
        </p:txBody>
      </p:sp>
      <p:sp>
        <p:nvSpPr>
          <p:cNvPr id="5" name="Marcador de pie de página 4">
            <a:extLst>
              <a:ext uri="{FF2B5EF4-FFF2-40B4-BE49-F238E27FC236}">
                <a16:creationId xmlns:a16="http://schemas.microsoft.com/office/drawing/2014/main" id="{EBCE40F9-A3E7-8987-D3E4-9180CC3B0363}"/>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6" name="Marcador de número de diapositiva 5">
            <a:extLst>
              <a:ext uri="{FF2B5EF4-FFF2-40B4-BE49-F238E27FC236}">
                <a16:creationId xmlns:a16="http://schemas.microsoft.com/office/drawing/2014/main" id="{A4FC9C8C-E966-E9B1-EFF2-20B992DC7CCB}"/>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30</a:t>
            </a:fld>
            <a:endParaRPr lang="es-CL" dirty="0"/>
          </a:p>
        </p:txBody>
      </p:sp>
    </p:spTree>
    <p:extLst>
      <p:ext uri="{BB962C8B-B14F-4D97-AF65-F5344CB8AC3E}">
        <p14:creationId xmlns:p14="http://schemas.microsoft.com/office/powerpoint/2010/main" val="4196133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519D5-F099-6331-6AD2-505E75705E4A}"/>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4AB08CB1-2551-D773-3860-FE36EA8FED0D}"/>
              </a:ext>
            </a:extLst>
          </p:cNvPr>
          <p:cNvGraphicFramePr>
            <a:graphicFrameLocks noGrp="1"/>
          </p:cNvGraphicFramePr>
          <p:nvPr>
            <p:extLst>
              <p:ext uri="{D42A27DB-BD31-4B8C-83A1-F6EECF244321}">
                <p14:modId xmlns:p14="http://schemas.microsoft.com/office/powerpoint/2010/main" val="3087521616"/>
              </p:ext>
            </p:extLst>
          </p:nvPr>
        </p:nvGraphicFramePr>
        <p:xfrm>
          <a:off x="724471" y="1281194"/>
          <a:ext cx="12368656" cy="2896572"/>
        </p:xfrm>
        <a:graphic>
          <a:graphicData uri="http://schemas.openxmlformats.org/drawingml/2006/table">
            <a:tbl>
              <a:tblPr>
                <a:tableStyleId>{5C22544A-7EE6-4342-B048-85BDC9FD1C3A}</a:tableStyleId>
              </a:tblPr>
              <a:tblGrid>
                <a:gridCol w="1146302">
                  <a:extLst>
                    <a:ext uri="{9D8B030D-6E8A-4147-A177-3AD203B41FA5}">
                      <a16:colId xmlns:a16="http://schemas.microsoft.com/office/drawing/2014/main" val="2718007984"/>
                    </a:ext>
                  </a:extLst>
                </a:gridCol>
                <a:gridCol w="1146302">
                  <a:extLst>
                    <a:ext uri="{9D8B030D-6E8A-4147-A177-3AD203B41FA5}">
                      <a16:colId xmlns:a16="http://schemas.microsoft.com/office/drawing/2014/main" val="2947758362"/>
                    </a:ext>
                  </a:extLst>
                </a:gridCol>
                <a:gridCol w="1641111">
                  <a:extLst>
                    <a:ext uri="{9D8B030D-6E8A-4147-A177-3AD203B41FA5}">
                      <a16:colId xmlns:a16="http://schemas.microsoft.com/office/drawing/2014/main" val="1276470628"/>
                    </a:ext>
                  </a:extLst>
                </a:gridCol>
                <a:gridCol w="1411713">
                  <a:extLst>
                    <a:ext uri="{9D8B030D-6E8A-4147-A177-3AD203B41FA5}">
                      <a16:colId xmlns:a16="http://schemas.microsoft.com/office/drawing/2014/main" val="3641346452"/>
                    </a:ext>
                  </a:extLst>
                </a:gridCol>
                <a:gridCol w="1782275">
                  <a:extLst>
                    <a:ext uri="{9D8B030D-6E8A-4147-A177-3AD203B41FA5}">
                      <a16:colId xmlns:a16="http://schemas.microsoft.com/office/drawing/2014/main" val="2752837310"/>
                    </a:ext>
                  </a:extLst>
                </a:gridCol>
                <a:gridCol w="1305837">
                  <a:extLst>
                    <a:ext uri="{9D8B030D-6E8A-4147-A177-3AD203B41FA5}">
                      <a16:colId xmlns:a16="http://schemas.microsoft.com/office/drawing/2014/main" val="324484241"/>
                    </a:ext>
                  </a:extLst>
                </a:gridCol>
                <a:gridCol w="1288192">
                  <a:extLst>
                    <a:ext uri="{9D8B030D-6E8A-4147-A177-3AD203B41FA5}">
                      <a16:colId xmlns:a16="http://schemas.microsoft.com/office/drawing/2014/main" val="3230978424"/>
                    </a:ext>
                  </a:extLst>
                </a:gridCol>
                <a:gridCol w="2646924">
                  <a:extLst>
                    <a:ext uri="{9D8B030D-6E8A-4147-A177-3AD203B41FA5}">
                      <a16:colId xmlns:a16="http://schemas.microsoft.com/office/drawing/2014/main" val="3531173476"/>
                    </a:ext>
                  </a:extLst>
                </a:gridCol>
              </a:tblGrid>
              <a:tr h="383896">
                <a:tc>
                  <a:txBody>
                    <a:bodyPr/>
                    <a:lstStyle/>
                    <a:p>
                      <a:pPr algn="ctr" fontAlgn="b">
                        <a:buNone/>
                      </a:pPr>
                      <a:r>
                        <a:rPr lang="es-CL" sz="1200" u="none" strike="noStrike" dirty="0">
                          <a:effectLst/>
                          <a:latin typeface="+mn-lt"/>
                        </a:rPr>
                        <a:t>ID</a:t>
                      </a:r>
                      <a:endParaRPr lang="es-CL" sz="1200" b="1" i="0" u="none" strike="noStrike" dirty="0">
                        <a:solidFill>
                          <a:srgbClr val="FFFFFF"/>
                        </a:solidFill>
                        <a:effectLst/>
                        <a:latin typeface="+mn-lt"/>
                      </a:endParaRPr>
                    </a:p>
                  </a:txBody>
                  <a:tcPr marL="0" marR="0" marT="0" marB="0" anchor="ctr"/>
                </a:tc>
                <a:tc>
                  <a:txBody>
                    <a:bodyPr/>
                    <a:lstStyle/>
                    <a:p>
                      <a:pPr algn="ctr" fontAlgn="b">
                        <a:buNone/>
                      </a:pPr>
                      <a:r>
                        <a:rPr lang="es-CL" sz="1200" u="none" strike="noStrike">
                          <a:effectLst/>
                          <a:latin typeface="+mn-lt"/>
                        </a:rPr>
                        <a:t>Impacto</a:t>
                      </a:r>
                      <a:endParaRPr lang="es-CL" sz="1200" b="1" i="0" u="none" strike="noStrike">
                        <a:solidFill>
                          <a:srgbClr val="FFFFFF"/>
                        </a:solidFill>
                        <a:effectLst/>
                        <a:latin typeface="+mn-lt"/>
                      </a:endParaRPr>
                    </a:p>
                  </a:txBody>
                  <a:tcPr marL="0" marR="0" marT="0" marB="0" anchor="ctr"/>
                </a:tc>
                <a:tc>
                  <a:txBody>
                    <a:bodyPr/>
                    <a:lstStyle/>
                    <a:p>
                      <a:pPr algn="ctr" fontAlgn="b">
                        <a:buNone/>
                      </a:pPr>
                      <a:r>
                        <a:rPr lang="es-CL" sz="1200" u="none" strike="noStrike" dirty="0">
                          <a:effectLst/>
                          <a:latin typeface="+mn-lt"/>
                        </a:rPr>
                        <a:t>Probabilidad (%)</a:t>
                      </a:r>
                      <a:endParaRPr lang="es-CL" sz="1200" b="1" i="0" u="none" strike="noStrike" dirty="0">
                        <a:solidFill>
                          <a:srgbClr val="FFFFFF"/>
                        </a:solidFill>
                        <a:effectLst/>
                        <a:latin typeface="+mn-lt"/>
                      </a:endParaRPr>
                    </a:p>
                  </a:txBody>
                  <a:tcPr marL="0" marR="0" marT="0" marB="0" anchor="ctr"/>
                </a:tc>
                <a:tc>
                  <a:txBody>
                    <a:bodyPr/>
                    <a:lstStyle/>
                    <a:p>
                      <a:pPr algn="ctr" fontAlgn="b">
                        <a:buNone/>
                      </a:pPr>
                      <a:r>
                        <a:rPr lang="es-CL" sz="1200" u="none" strike="noStrike">
                          <a:effectLst/>
                          <a:latin typeface="+mn-lt"/>
                        </a:rPr>
                        <a:t>Nivel Impacto</a:t>
                      </a:r>
                      <a:endParaRPr lang="es-CL" sz="1200" b="1" i="0" u="none" strike="noStrike">
                        <a:solidFill>
                          <a:srgbClr val="FFFFFF"/>
                        </a:solidFill>
                        <a:effectLst/>
                        <a:latin typeface="+mn-lt"/>
                      </a:endParaRPr>
                    </a:p>
                  </a:txBody>
                  <a:tcPr marL="0" marR="0" marT="0" marB="0" anchor="ctr"/>
                </a:tc>
                <a:tc>
                  <a:txBody>
                    <a:bodyPr/>
                    <a:lstStyle/>
                    <a:p>
                      <a:pPr algn="ctr" fontAlgn="b">
                        <a:buNone/>
                      </a:pPr>
                      <a:r>
                        <a:rPr lang="es-CL" sz="1200" u="none" strike="noStrike" dirty="0">
                          <a:effectLst/>
                          <a:latin typeface="+mn-lt"/>
                        </a:rPr>
                        <a:t>Nivel Probabilidad</a:t>
                      </a:r>
                      <a:endParaRPr lang="es-CL" sz="1200" b="1" i="0" u="none" strike="noStrike" dirty="0">
                        <a:solidFill>
                          <a:srgbClr val="FFFFFF"/>
                        </a:solidFill>
                        <a:effectLst/>
                        <a:latin typeface="+mn-lt"/>
                      </a:endParaRPr>
                    </a:p>
                  </a:txBody>
                  <a:tcPr marL="0" marR="0" marT="0" marB="0" anchor="ctr"/>
                </a:tc>
                <a:tc>
                  <a:txBody>
                    <a:bodyPr/>
                    <a:lstStyle/>
                    <a:p>
                      <a:pPr algn="ctr" fontAlgn="b">
                        <a:buNone/>
                      </a:pPr>
                      <a:r>
                        <a:rPr lang="es-CL" sz="1200" u="none" strike="noStrike" dirty="0">
                          <a:effectLst/>
                          <a:latin typeface="+mn-lt"/>
                        </a:rPr>
                        <a:t>Valor Riesgo</a:t>
                      </a:r>
                      <a:endParaRPr lang="es-CL" sz="1200" b="1" i="0" u="none" strike="noStrike" dirty="0">
                        <a:solidFill>
                          <a:srgbClr val="FFFFFF"/>
                        </a:solidFill>
                        <a:effectLst/>
                        <a:latin typeface="+mn-lt"/>
                      </a:endParaRPr>
                    </a:p>
                  </a:txBody>
                  <a:tcPr marL="0" marR="0" marT="0" marB="0" anchor="ctr"/>
                </a:tc>
                <a:tc>
                  <a:txBody>
                    <a:bodyPr/>
                    <a:lstStyle/>
                    <a:p>
                      <a:pPr algn="ctr" fontAlgn="b">
                        <a:buNone/>
                      </a:pPr>
                      <a:r>
                        <a:rPr lang="es-CL" sz="1200" u="none" strike="noStrike">
                          <a:effectLst/>
                          <a:latin typeface="+mn-lt"/>
                        </a:rPr>
                        <a:t>Clasificación</a:t>
                      </a:r>
                      <a:endParaRPr lang="es-CL" sz="1200" b="1" i="0" u="none" strike="noStrike">
                        <a:solidFill>
                          <a:srgbClr val="FFFFFF"/>
                        </a:solidFill>
                        <a:effectLst/>
                        <a:latin typeface="+mn-lt"/>
                      </a:endParaRPr>
                    </a:p>
                  </a:txBody>
                  <a:tcPr marL="0" marR="0" marT="0" marB="0" anchor="ctr"/>
                </a:tc>
                <a:tc>
                  <a:txBody>
                    <a:bodyPr/>
                    <a:lstStyle/>
                    <a:p>
                      <a:pPr algn="ctr" fontAlgn="ctr">
                        <a:buNone/>
                      </a:pPr>
                      <a:r>
                        <a:rPr lang="es-CL" sz="1200" u="none" strike="noStrike" dirty="0">
                          <a:effectLst/>
                          <a:latin typeface="+mn-lt"/>
                        </a:rPr>
                        <a:t>Mitigación Propuesta</a:t>
                      </a:r>
                      <a:endParaRPr lang="es-CL" sz="1200" b="1" i="0" u="none" strike="noStrike" dirty="0">
                        <a:solidFill>
                          <a:srgbClr val="FFFFFF"/>
                        </a:solidFill>
                        <a:effectLst/>
                        <a:latin typeface="+mn-lt"/>
                      </a:endParaRPr>
                    </a:p>
                  </a:txBody>
                  <a:tcPr marL="0" marR="0" marT="0" marB="0" anchor="ctr"/>
                </a:tc>
                <a:extLst>
                  <a:ext uri="{0D108BD9-81ED-4DB2-BD59-A6C34878D82A}">
                    <a16:rowId xmlns:a16="http://schemas.microsoft.com/office/drawing/2014/main" val="2934753602"/>
                  </a:ext>
                </a:extLst>
              </a:tr>
              <a:tr h="383896">
                <a:tc>
                  <a:txBody>
                    <a:bodyPr/>
                    <a:lstStyle/>
                    <a:p>
                      <a:pPr algn="ctr" fontAlgn="ctr">
                        <a:buNone/>
                      </a:pPr>
                      <a:r>
                        <a:rPr lang="es-CL" sz="1200" b="0" i="0" u="none" strike="noStrike">
                          <a:solidFill>
                            <a:srgbClr val="000000"/>
                          </a:solidFill>
                          <a:effectLst/>
                          <a:latin typeface="+mn-lt"/>
                        </a:rPr>
                        <a:t>SR-13</a:t>
                      </a:r>
                    </a:p>
                  </a:txBody>
                  <a:tcPr marL="0" marR="0" marT="0" marB="0" anchor="ctr"/>
                </a:tc>
                <a:tc>
                  <a:txBody>
                    <a:bodyPr/>
                    <a:lstStyle/>
                    <a:p>
                      <a:pPr algn="ctr" fontAlgn="ctr">
                        <a:buNone/>
                      </a:pPr>
                      <a:r>
                        <a:rPr lang="es-CL" sz="1200" b="0" i="0" u="none" strike="noStrike" dirty="0">
                          <a:solidFill>
                            <a:srgbClr val="000000"/>
                          </a:solidFill>
                          <a:effectLst/>
                          <a:latin typeface="+mn-lt"/>
                        </a:rPr>
                        <a:t>Alto</a:t>
                      </a:r>
                    </a:p>
                  </a:txBody>
                  <a:tcPr marL="0" marR="0" marT="0" marB="0" anchor="ctr"/>
                </a:tc>
                <a:tc>
                  <a:txBody>
                    <a:bodyPr/>
                    <a:lstStyle/>
                    <a:p>
                      <a:pPr algn="ctr" fontAlgn="ctr">
                        <a:buNone/>
                      </a:pPr>
                      <a:r>
                        <a:rPr lang="es-CL" sz="1200" b="0" i="0" u="none" strike="noStrike">
                          <a:solidFill>
                            <a:srgbClr val="000000"/>
                          </a:solidFill>
                          <a:effectLst/>
                          <a:latin typeface="+mn-lt"/>
                        </a:rPr>
                        <a:t>30</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6</a:t>
                      </a:r>
                    </a:p>
                  </a:txBody>
                  <a:tcPr marL="0" marR="0" marT="0" marB="0" anchor="ctr"/>
                </a:tc>
                <a:tc>
                  <a:txBody>
                    <a:bodyPr/>
                    <a:lstStyle/>
                    <a:p>
                      <a:pPr algn="ctr" fontAlgn="ctr">
                        <a:buNone/>
                      </a:pPr>
                      <a:r>
                        <a:rPr lang="es-CL" sz="1200" b="0" i="0" u="none" strike="noStrike">
                          <a:solidFill>
                            <a:srgbClr val="000000"/>
                          </a:solidFill>
                          <a:effectLst/>
                          <a:latin typeface="+mn-lt"/>
                        </a:rPr>
                        <a:t>Alto</a:t>
                      </a:r>
                    </a:p>
                  </a:txBody>
                  <a:tcPr marL="0" marR="0" marT="0" marB="0" anchor="ctr"/>
                </a:tc>
                <a:tc>
                  <a:txBody>
                    <a:bodyPr/>
                    <a:lstStyle/>
                    <a:p>
                      <a:pPr algn="l" fontAlgn="ctr">
                        <a:buNone/>
                      </a:pPr>
                      <a:r>
                        <a:rPr lang="es-MX" sz="1200" b="0" i="0" u="none" strike="noStrike">
                          <a:solidFill>
                            <a:srgbClr val="000000"/>
                          </a:solidFill>
                          <a:effectLst/>
                          <a:latin typeface="+mn-lt"/>
                        </a:rPr>
                        <a:t>Presupuesto de potencia con margen ≥25%</a:t>
                      </a:r>
                    </a:p>
                  </a:txBody>
                  <a:tcPr marL="0" marR="0" marT="0" marB="0" anchor="ctr"/>
                </a:tc>
                <a:extLst>
                  <a:ext uri="{0D108BD9-81ED-4DB2-BD59-A6C34878D82A}">
                    <a16:rowId xmlns:a16="http://schemas.microsoft.com/office/drawing/2014/main" val="3113601758"/>
                  </a:ext>
                </a:extLst>
              </a:tr>
              <a:tr h="383896">
                <a:tc>
                  <a:txBody>
                    <a:bodyPr/>
                    <a:lstStyle/>
                    <a:p>
                      <a:pPr algn="ctr" fontAlgn="ctr">
                        <a:buNone/>
                      </a:pPr>
                      <a:r>
                        <a:rPr lang="es-CL" sz="1200" b="0" i="0" u="none" strike="noStrike">
                          <a:solidFill>
                            <a:srgbClr val="000000"/>
                          </a:solidFill>
                          <a:effectLst/>
                          <a:latin typeface="+mn-lt"/>
                        </a:rPr>
                        <a:t>SR-14</a:t>
                      </a:r>
                    </a:p>
                  </a:txBody>
                  <a:tcPr marL="0" marR="0" marT="0" marB="0" anchor="ctr"/>
                </a:tc>
                <a:tc>
                  <a:txBody>
                    <a:bodyPr/>
                    <a:lstStyle/>
                    <a:p>
                      <a:pPr algn="ctr" fontAlgn="ctr">
                        <a:buNone/>
                      </a:pPr>
                      <a:r>
                        <a:rPr lang="es-CL" sz="1200" b="0" i="0" u="none" strike="noStrike" dirty="0">
                          <a:solidFill>
                            <a:srgbClr val="000000"/>
                          </a:solidFill>
                          <a:effectLst/>
                          <a:latin typeface="+mn-lt"/>
                        </a:rPr>
                        <a:t>Alto</a:t>
                      </a:r>
                    </a:p>
                  </a:txBody>
                  <a:tcPr marL="0" marR="0" marT="0" marB="0" anchor="ctr"/>
                </a:tc>
                <a:tc>
                  <a:txBody>
                    <a:bodyPr/>
                    <a:lstStyle/>
                    <a:p>
                      <a:pPr algn="ctr" fontAlgn="ctr">
                        <a:buNone/>
                      </a:pPr>
                      <a:r>
                        <a:rPr lang="es-CL" sz="1200" b="0" i="0" u="none" strike="noStrike" dirty="0">
                          <a:solidFill>
                            <a:srgbClr val="000000"/>
                          </a:solidFill>
                          <a:effectLst/>
                          <a:latin typeface="+mn-lt"/>
                        </a:rPr>
                        <a:t>15</a:t>
                      </a:r>
                    </a:p>
                  </a:txBody>
                  <a:tcPr marL="0" marR="0" marT="0" marB="0" anchor="ctr"/>
                </a:tc>
                <a:tc>
                  <a:txBody>
                    <a:bodyPr/>
                    <a:lstStyle/>
                    <a:p>
                      <a:pPr algn="ctr" fontAlgn="ctr">
                        <a:buNone/>
                      </a:pPr>
                      <a:r>
                        <a:rPr lang="es-CL" sz="1200" b="0" i="0" u="none" strike="noStrike" dirty="0">
                          <a:solidFill>
                            <a:srgbClr val="000000"/>
                          </a:solidFill>
                          <a:effectLst/>
                          <a:latin typeface="+mn-lt"/>
                        </a:rPr>
                        <a:t>3</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6</a:t>
                      </a:r>
                    </a:p>
                  </a:txBody>
                  <a:tcPr marL="0" marR="0" marT="0" marB="0" anchor="ctr"/>
                </a:tc>
                <a:tc>
                  <a:txBody>
                    <a:bodyPr/>
                    <a:lstStyle/>
                    <a:p>
                      <a:pPr algn="ctr" fontAlgn="ctr">
                        <a:buNone/>
                      </a:pPr>
                      <a:r>
                        <a:rPr lang="es-CL" sz="1200" b="0" i="0" u="none" strike="noStrike">
                          <a:solidFill>
                            <a:srgbClr val="000000"/>
                          </a:solidFill>
                          <a:effectLst/>
                          <a:latin typeface="+mn-lt"/>
                        </a:rPr>
                        <a:t>Alto</a:t>
                      </a:r>
                    </a:p>
                  </a:txBody>
                  <a:tcPr marL="0" marR="0" marT="0" marB="0" anchor="ctr"/>
                </a:tc>
                <a:tc>
                  <a:txBody>
                    <a:bodyPr/>
                    <a:lstStyle/>
                    <a:p>
                      <a:pPr algn="l" fontAlgn="ctr">
                        <a:buNone/>
                      </a:pPr>
                      <a:r>
                        <a:rPr lang="es-MX" sz="1200" b="0" i="0" u="none" strike="noStrike">
                          <a:solidFill>
                            <a:srgbClr val="000000"/>
                          </a:solidFill>
                          <a:effectLst/>
                          <a:latin typeface="+mn-lt"/>
                        </a:rPr>
                        <a:t>Revisión de layout 3D y mockup mecánico</a:t>
                      </a:r>
                    </a:p>
                  </a:txBody>
                  <a:tcPr marL="0" marR="0" marT="0" marB="0" anchor="ctr"/>
                </a:tc>
                <a:extLst>
                  <a:ext uri="{0D108BD9-81ED-4DB2-BD59-A6C34878D82A}">
                    <a16:rowId xmlns:a16="http://schemas.microsoft.com/office/drawing/2014/main" val="4206719293"/>
                  </a:ext>
                </a:extLst>
              </a:tr>
              <a:tr h="428452">
                <a:tc>
                  <a:txBody>
                    <a:bodyPr/>
                    <a:lstStyle/>
                    <a:p>
                      <a:pPr algn="ctr" fontAlgn="ctr">
                        <a:buNone/>
                      </a:pPr>
                      <a:r>
                        <a:rPr lang="es-CL" sz="1200" b="0" i="0" u="none" strike="noStrike">
                          <a:solidFill>
                            <a:srgbClr val="000000"/>
                          </a:solidFill>
                          <a:effectLst/>
                          <a:latin typeface="+mn-lt"/>
                        </a:rPr>
                        <a:t>SR-15</a:t>
                      </a:r>
                    </a:p>
                  </a:txBody>
                  <a:tcPr marL="0" marR="0" marT="0" marB="0" anchor="ctr"/>
                </a:tc>
                <a:tc>
                  <a:txBody>
                    <a:bodyPr/>
                    <a:lstStyle/>
                    <a:p>
                      <a:pPr algn="ctr" fontAlgn="ctr">
                        <a:buNone/>
                      </a:pPr>
                      <a:r>
                        <a:rPr lang="es-CL" sz="1200" b="0" i="0" u="none" strike="noStrike">
                          <a:solidFill>
                            <a:srgbClr val="000000"/>
                          </a:solidFill>
                          <a:effectLst/>
                          <a:latin typeface="+mn-lt"/>
                        </a:rPr>
                        <a:t>Alto</a:t>
                      </a:r>
                    </a:p>
                  </a:txBody>
                  <a:tcPr marL="0" marR="0" marT="0" marB="0" anchor="ctr"/>
                </a:tc>
                <a:tc>
                  <a:txBody>
                    <a:bodyPr/>
                    <a:lstStyle/>
                    <a:p>
                      <a:pPr algn="ctr" fontAlgn="ctr">
                        <a:buNone/>
                      </a:pPr>
                      <a:r>
                        <a:rPr lang="es-CL" sz="1200" b="0" i="0" u="none" strike="noStrike">
                          <a:solidFill>
                            <a:srgbClr val="000000"/>
                          </a:solidFill>
                          <a:effectLst/>
                          <a:latin typeface="+mn-lt"/>
                        </a:rPr>
                        <a:t>10</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dirty="0">
                          <a:solidFill>
                            <a:srgbClr val="000000"/>
                          </a:solidFill>
                          <a:effectLst/>
                          <a:latin typeface="+mn-lt"/>
                        </a:rPr>
                        <a:t>1</a:t>
                      </a:r>
                    </a:p>
                  </a:txBody>
                  <a:tcPr marL="0" marR="0" marT="0" marB="0" anchor="ctr"/>
                </a:tc>
                <a:tc>
                  <a:txBody>
                    <a:bodyPr/>
                    <a:lstStyle/>
                    <a:p>
                      <a:pPr algn="ctr" fontAlgn="ctr">
                        <a:buNone/>
                      </a:pPr>
                      <a:r>
                        <a:rPr lang="es-CL" sz="1200" b="0" i="0" u="none" strike="noStrike" dirty="0">
                          <a:solidFill>
                            <a:srgbClr val="000000"/>
                          </a:solidFill>
                          <a:effectLst/>
                          <a:latin typeface="+mn-lt"/>
                        </a:rPr>
                        <a:t>3</a:t>
                      </a:r>
                    </a:p>
                  </a:txBody>
                  <a:tcPr marL="0" marR="0" marT="0" marB="0" anchor="ctr"/>
                </a:tc>
                <a:tc>
                  <a:txBody>
                    <a:bodyPr/>
                    <a:lstStyle/>
                    <a:p>
                      <a:pPr algn="ctr" fontAlgn="ctr">
                        <a:buNone/>
                      </a:pPr>
                      <a:r>
                        <a:rPr lang="es-CL" sz="1200" b="0" i="0" u="none" strike="noStrike">
                          <a:solidFill>
                            <a:srgbClr val="000000"/>
                          </a:solidFill>
                          <a:effectLst/>
                          <a:latin typeface="+mn-lt"/>
                        </a:rPr>
                        <a:t>Medio</a:t>
                      </a:r>
                    </a:p>
                  </a:txBody>
                  <a:tcPr marL="0" marR="0" marT="0" marB="0" anchor="ctr"/>
                </a:tc>
                <a:tc>
                  <a:txBody>
                    <a:bodyPr/>
                    <a:lstStyle/>
                    <a:p>
                      <a:pPr algn="l" fontAlgn="ctr">
                        <a:buNone/>
                      </a:pPr>
                      <a:r>
                        <a:rPr lang="es-MX" sz="1200" b="0" i="0" u="none" strike="noStrike">
                          <a:solidFill>
                            <a:srgbClr val="000000"/>
                          </a:solidFill>
                          <a:effectLst/>
                          <a:latin typeface="+mn-lt"/>
                        </a:rPr>
                        <a:t>Simulaciones CAD para estimaciones de masas y revisión periodica de masa en el prototipo</a:t>
                      </a:r>
                    </a:p>
                  </a:txBody>
                  <a:tcPr marL="0" marR="0" marT="0" marB="0" anchor="ctr"/>
                </a:tc>
                <a:extLst>
                  <a:ext uri="{0D108BD9-81ED-4DB2-BD59-A6C34878D82A}">
                    <a16:rowId xmlns:a16="http://schemas.microsoft.com/office/drawing/2014/main" val="1165080418"/>
                  </a:ext>
                </a:extLst>
              </a:tr>
              <a:tr h="428452">
                <a:tc>
                  <a:txBody>
                    <a:bodyPr/>
                    <a:lstStyle/>
                    <a:p>
                      <a:pPr algn="ctr" fontAlgn="ctr">
                        <a:buNone/>
                      </a:pPr>
                      <a:r>
                        <a:rPr lang="es-CL" sz="1200" b="0" i="0" u="none" strike="noStrike">
                          <a:solidFill>
                            <a:srgbClr val="000000"/>
                          </a:solidFill>
                          <a:effectLst/>
                          <a:latin typeface="+mn-lt"/>
                        </a:rPr>
                        <a:t>SR-16</a:t>
                      </a:r>
                    </a:p>
                  </a:txBody>
                  <a:tcPr marL="0" marR="0" marT="0" marB="0" anchor="ctr"/>
                </a:tc>
                <a:tc>
                  <a:txBody>
                    <a:bodyPr/>
                    <a:lstStyle/>
                    <a:p>
                      <a:pPr algn="ctr" fontAlgn="ctr">
                        <a:buNone/>
                      </a:pPr>
                      <a:r>
                        <a:rPr lang="es-CL" sz="1200" b="0" i="0" u="none" strike="noStrike">
                          <a:solidFill>
                            <a:srgbClr val="000000"/>
                          </a:solidFill>
                          <a:effectLst/>
                          <a:latin typeface="+mn-lt"/>
                        </a:rPr>
                        <a:t>Alto</a:t>
                      </a:r>
                    </a:p>
                  </a:txBody>
                  <a:tcPr marL="0" marR="0" marT="0" marB="0" anchor="ctr"/>
                </a:tc>
                <a:tc>
                  <a:txBody>
                    <a:bodyPr/>
                    <a:lstStyle/>
                    <a:p>
                      <a:pPr algn="ctr" fontAlgn="ctr">
                        <a:buNone/>
                      </a:pPr>
                      <a:r>
                        <a:rPr lang="es-CL" sz="1200" b="0" i="0" u="none" strike="noStrike">
                          <a:solidFill>
                            <a:srgbClr val="000000"/>
                          </a:solidFill>
                          <a:effectLst/>
                          <a:latin typeface="+mn-lt"/>
                        </a:rPr>
                        <a:t>20</a:t>
                      </a:r>
                    </a:p>
                  </a:txBody>
                  <a:tcPr marL="0" marR="0" marT="0" marB="0" anchor="ctr"/>
                </a:tc>
                <a:tc>
                  <a:txBody>
                    <a:bodyPr/>
                    <a:lstStyle/>
                    <a:p>
                      <a:pPr algn="ctr" fontAlgn="ctr">
                        <a:buNone/>
                      </a:pPr>
                      <a:r>
                        <a:rPr lang="es-CL" sz="1200" b="0" i="0" u="none" strike="noStrike">
                          <a:solidFill>
                            <a:srgbClr val="000000"/>
                          </a:solidFill>
                          <a:effectLst/>
                          <a:latin typeface="+mn-lt"/>
                        </a:rPr>
                        <a:t>3</a:t>
                      </a:r>
                    </a:p>
                  </a:txBody>
                  <a:tcPr marL="0" marR="0" marT="0" marB="0" anchor="ctr"/>
                </a:tc>
                <a:tc>
                  <a:txBody>
                    <a:bodyPr/>
                    <a:lstStyle/>
                    <a:p>
                      <a:pPr algn="ctr" fontAlgn="ctr">
                        <a:buNone/>
                      </a:pPr>
                      <a:r>
                        <a:rPr lang="es-CL" sz="1200" b="0" i="0" u="none" strike="noStrike">
                          <a:solidFill>
                            <a:srgbClr val="000000"/>
                          </a:solidFill>
                          <a:effectLst/>
                          <a:latin typeface="+mn-lt"/>
                        </a:rPr>
                        <a:t>2</a:t>
                      </a:r>
                    </a:p>
                  </a:txBody>
                  <a:tcPr marL="0" marR="0" marT="0" marB="0" anchor="ctr"/>
                </a:tc>
                <a:tc>
                  <a:txBody>
                    <a:bodyPr/>
                    <a:lstStyle/>
                    <a:p>
                      <a:pPr algn="ctr" fontAlgn="ctr">
                        <a:buNone/>
                      </a:pPr>
                      <a:r>
                        <a:rPr lang="es-CL" sz="1200" b="0" i="0" u="none" strike="noStrike">
                          <a:solidFill>
                            <a:srgbClr val="000000"/>
                          </a:solidFill>
                          <a:effectLst/>
                          <a:latin typeface="+mn-lt"/>
                        </a:rPr>
                        <a:t>6</a:t>
                      </a:r>
                    </a:p>
                  </a:txBody>
                  <a:tcPr marL="0" marR="0" marT="0" marB="0" anchor="ctr"/>
                </a:tc>
                <a:tc>
                  <a:txBody>
                    <a:bodyPr/>
                    <a:lstStyle/>
                    <a:p>
                      <a:pPr algn="ctr" fontAlgn="ctr">
                        <a:buNone/>
                      </a:pPr>
                      <a:r>
                        <a:rPr lang="es-CL" sz="1200" b="0" i="0" u="none" strike="noStrike" dirty="0">
                          <a:solidFill>
                            <a:srgbClr val="000000"/>
                          </a:solidFill>
                          <a:effectLst/>
                          <a:latin typeface="+mn-lt"/>
                        </a:rPr>
                        <a:t>Alto</a:t>
                      </a:r>
                    </a:p>
                  </a:txBody>
                  <a:tcPr marL="0" marR="0" marT="0" marB="0" anchor="ctr"/>
                </a:tc>
                <a:tc>
                  <a:txBody>
                    <a:bodyPr/>
                    <a:lstStyle/>
                    <a:p>
                      <a:pPr algn="l" fontAlgn="ctr">
                        <a:buNone/>
                      </a:pPr>
                      <a:r>
                        <a:rPr lang="es-MX" sz="1200" b="0" i="0" u="none" strike="noStrike">
                          <a:solidFill>
                            <a:srgbClr val="000000"/>
                          </a:solidFill>
                          <a:effectLst/>
                          <a:latin typeface="+mn-lt"/>
                        </a:rPr>
                        <a:t>Mediciones EMI/EMC y separación RF</a:t>
                      </a:r>
                    </a:p>
                  </a:txBody>
                  <a:tcPr marL="0" marR="0" marT="0" marB="0" anchor="ctr"/>
                </a:tc>
                <a:extLst>
                  <a:ext uri="{0D108BD9-81ED-4DB2-BD59-A6C34878D82A}">
                    <a16:rowId xmlns:a16="http://schemas.microsoft.com/office/drawing/2014/main" val="4141972614"/>
                  </a:ext>
                </a:extLst>
              </a:tr>
              <a:tr h="383896">
                <a:tc>
                  <a:txBody>
                    <a:bodyPr/>
                    <a:lstStyle/>
                    <a:p>
                      <a:pPr algn="ctr" fontAlgn="ctr">
                        <a:buNone/>
                      </a:pPr>
                      <a:r>
                        <a:rPr lang="es-CL" sz="1200" b="0" i="0" u="none" strike="noStrike">
                          <a:solidFill>
                            <a:srgbClr val="000000"/>
                          </a:solidFill>
                          <a:effectLst/>
                          <a:latin typeface="+mn-lt"/>
                        </a:rPr>
                        <a:t>SR-17</a:t>
                      </a:r>
                    </a:p>
                  </a:txBody>
                  <a:tcPr marL="0" marR="0" marT="0" marB="0" anchor="ctr"/>
                </a:tc>
                <a:tc>
                  <a:txBody>
                    <a:bodyPr/>
                    <a:lstStyle/>
                    <a:p>
                      <a:pPr algn="ctr" fontAlgn="ctr">
                        <a:buNone/>
                      </a:pPr>
                      <a:r>
                        <a:rPr lang="es-CL" sz="1200" b="0" i="0" u="none" strike="noStrike">
                          <a:solidFill>
                            <a:srgbClr val="000000"/>
                          </a:solidFill>
                          <a:effectLst/>
                          <a:latin typeface="+mn-lt"/>
                        </a:rPr>
                        <a:t>Bajo</a:t>
                      </a:r>
                    </a:p>
                  </a:txBody>
                  <a:tcPr marL="0" marR="0" marT="0" marB="0" anchor="ctr"/>
                </a:tc>
                <a:tc>
                  <a:txBody>
                    <a:bodyPr/>
                    <a:lstStyle/>
                    <a:p>
                      <a:pPr algn="ctr" fontAlgn="ctr">
                        <a:buNone/>
                      </a:pPr>
                      <a:r>
                        <a:rPr lang="es-CL" sz="1200" b="0" i="0" u="none" strike="noStrike">
                          <a:solidFill>
                            <a:srgbClr val="000000"/>
                          </a:solidFill>
                          <a:effectLst/>
                          <a:latin typeface="+mn-lt"/>
                        </a:rPr>
                        <a:t>10</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dirty="0">
                          <a:solidFill>
                            <a:srgbClr val="000000"/>
                          </a:solidFill>
                          <a:effectLst/>
                          <a:latin typeface="+mn-lt"/>
                        </a:rPr>
                        <a:t>1</a:t>
                      </a:r>
                    </a:p>
                  </a:txBody>
                  <a:tcPr marL="0" marR="0" marT="0" marB="0" anchor="ctr"/>
                </a:tc>
                <a:tc>
                  <a:txBody>
                    <a:bodyPr/>
                    <a:lstStyle/>
                    <a:p>
                      <a:pPr algn="ctr" fontAlgn="ctr">
                        <a:buNone/>
                      </a:pPr>
                      <a:r>
                        <a:rPr lang="es-CL" sz="1200" b="0" i="0" u="none" strike="noStrike" dirty="0">
                          <a:solidFill>
                            <a:srgbClr val="000000"/>
                          </a:solidFill>
                          <a:effectLst/>
                          <a:latin typeface="+mn-lt"/>
                        </a:rPr>
                        <a:t>Bajo</a:t>
                      </a:r>
                    </a:p>
                  </a:txBody>
                  <a:tcPr marL="0" marR="0" marT="0" marB="0" anchor="ctr"/>
                </a:tc>
                <a:tc>
                  <a:txBody>
                    <a:bodyPr/>
                    <a:lstStyle/>
                    <a:p>
                      <a:pPr algn="l" fontAlgn="ctr">
                        <a:buNone/>
                      </a:pPr>
                      <a:endParaRPr lang="es-CL" sz="1200" b="0"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2947362036"/>
                  </a:ext>
                </a:extLst>
              </a:tr>
              <a:tr h="383896">
                <a:tc>
                  <a:txBody>
                    <a:bodyPr/>
                    <a:lstStyle/>
                    <a:p>
                      <a:pPr algn="ctr" fontAlgn="ctr">
                        <a:buNone/>
                      </a:pPr>
                      <a:r>
                        <a:rPr lang="es-CL" sz="1200" b="0" i="0" u="none" strike="noStrike">
                          <a:solidFill>
                            <a:srgbClr val="000000"/>
                          </a:solidFill>
                          <a:effectLst/>
                          <a:latin typeface="+mn-lt"/>
                        </a:rPr>
                        <a:t>SR-18</a:t>
                      </a:r>
                    </a:p>
                  </a:txBody>
                  <a:tcPr marL="0" marR="0" marT="0" marB="0" anchor="ctr"/>
                </a:tc>
                <a:tc>
                  <a:txBody>
                    <a:bodyPr/>
                    <a:lstStyle/>
                    <a:p>
                      <a:pPr algn="ctr" fontAlgn="ctr">
                        <a:buNone/>
                      </a:pPr>
                      <a:r>
                        <a:rPr lang="es-CL" sz="1200" b="0" i="0" u="none" strike="noStrike">
                          <a:solidFill>
                            <a:srgbClr val="000000"/>
                          </a:solidFill>
                          <a:effectLst/>
                          <a:latin typeface="+mn-lt"/>
                        </a:rPr>
                        <a:t>Bajo</a:t>
                      </a:r>
                    </a:p>
                  </a:txBody>
                  <a:tcPr marL="0" marR="0" marT="0" marB="0" anchor="ctr"/>
                </a:tc>
                <a:tc>
                  <a:txBody>
                    <a:bodyPr/>
                    <a:lstStyle/>
                    <a:p>
                      <a:pPr algn="ctr" fontAlgn="ctr">
                        <a:buNone/>
                      </a:pPr>
                      <a:r>
                        <a:rPr lang="es-CL" sz="1200" b="0" i="0" u="none" strike="noStrike">
                          <a:solidFill>
                            <a:srgbClr val="000000"/>
                          </a:solidFill>
                          <a:effectLst/>
                          <a:latin typeface="+mn-lt"/>
                        </a:rPr>
                        <a:t>10</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1</a:t>
                      </a:r>
                    </a:p>
                  </a:txBody>
                  <a:tcPr marL="0" marR="0" marT="0" marB="0" anchor="ctr"/>
                </a:tc>
                <a:tc>
                  <a:txBody>
                    <a:bodyPr/>
                    <a:lstStyle/>
                    <a:p>
                      <a:pPr algn="ctr" fontAlgn="ctr">
                        <a:buNone/>
                      </a:pPr>
                      <a:r>
                        <a:rPr lang="es-CL" sz="1200" b="0" i="0" u="none" strike="noStrike">
                          <a:solidFill>
                            <a:srgbClr val="000000"/>
                          </a:solidFill>
                          <a:effectLst/>
                          <a:latin typeface="+mn-lt"/>
                        </a:rPr>
                        <a:t>Bajo</a:t>
                      </a:r>
                    </a:p>
                  </a:txBody>
                  <a:tcPr marL="0" marR="0" marT="0" marB="0" anchor="ctr"/>
                </a:tc>
                <a:tc>
                  <a:txBody>
                    <a:bodyPr/>
                    <a:lstStyle/>
                    <a:p>
                      <a:pPr algn="l" fontAlgn="ctr">
                        <a:buNone/>
                      </a:pPr>
                      <a:endParaRPr lang="es-CL" sz="1200" b="0"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3328797907"/>
                  </a:ext>
                </a:extLst>
              </a:tr>
            </a:tbl>
          </a:graphicData>
        </a:graphic>
      </p:graphicFrame>
      <p:sp>
        <p:nvSpPr>
          <p:cNvPr id="2" name="Marcador de fecha 1">
            <a:extLst>
              <a:ext uri="{FF2B5EF4-FFF2-40B4-BE49-F238E27FC236}">
                <a16:creationId xmlns:a16="http://schemas.microsoft.com/office/drawing/2014/main" id="{42251040-9B74-9B1D-D2E2-32D04D401574}"/>
              </a:ext>
            </a:extLst>
          </p:cNvPr>
          <p:cNvSpPr>
            <a:spLocks noGrp="1"/>
          </p:cNvSpPr>
          <p:nvPr>
            <p:ph type="dt" sz="half" idx="10"/>
          </p:nvPr>
        </p:nvSpPr>
        <p:spPr>
          <a:xfrm>
            <a:off x="1243585" y="7321090"/>
            <a:ext cx="2801907" cy="413808"/>
          </a:xfrm>
        </p:spPr>
        <p:txBody>
          <a:bodyPr/>
          <a:lstStyle/>
          <a:p>
            <a:fld id="{7FA21C2B-2CBF-4713-A192-6173BF8E52D6}" type="datetime1">
              <a:rPr lang="en-US" smtClean="0"/>
              <a:pPr/>
              <a:t>1/30/2026</a:t>
            </a:fld>
            <a:endParaRPr lang="en-US" dirty="0"/>
          </a:p>
        </p:txBody>
      </p:sp>
      <p:sp>
        <p:nvSpPr>
          <p:cNvPr id="3" name="Marcador de pie de página 2">
            <a:extLst>
              <a:ext uri="{FF2B5EF4-FFF2-40B4-BE49-F238E27FC236}">
                <a16:creationId xmlns:a16="http://schemas.microsoft.com/office/drawing/2014/main" id="{378E2FDB-89C1-8A7D-C962-1DC9A550EB05}"/>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6D47333D-C3D9-9A9D-2B91-D3E5A8893B14}"/>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31</a:t>
            </a:fld>
            <a:endParaRPr lang="es-CL" dirty="0"/>
          </a:p>
        </p:txBody>
      </p:sp>
    </p:spTree>
    <p:extLst>
      <p:ext uri="{BB962C8B-B14F-4D97-AF65-F5344CB8AC3E}">
        <p14:creationId xmlns:p14="http://schemas.microsoft.com/office/powerpoint/2010/main" val="3745531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C70FA6E-2B9E-5201-82B6-639541067DDF}"/>
              </a:ext>
            </a:extLst>
          </p:cNvPr>
          <p:cNvSpPr>
            <a:spLocks noGrp="1"/>
          </p:cNvSpPr>
          <p:nvPr>
            <p:ph type="title"/>
          </p:nvPr>
        </p:nvSpPr>
        <p:spPr>
          <a:xfrm>
            <a:off x="1243584" y="324817"/>
            <a:ext cx="11399520" cy="1644191"/>
          </a:xfrm>
        </p:spPr>
        <p:txBody>
          <a:bodyPr/>
          <a:lstStyle/>
          <a:p>
            <a:r>
              <a:rPr lang="es-CL"/>
              <a:t>Resumen de la evaluación</a:t>
            </a:r>
            <a:endParaRPr lang="es-CL" dirty="0"/>
          </a:p>
        </p:txBody>
      </p:sp>
      <p:graphicFrame>
        <p:nvGraphicFramePr>
          <p:cNvPr id="11" name="Marcador de contenido 10">
            <a:extLst>
              <a:ext uri="{FF2B5EF4-FFF2-40B4-BE49-F238E27FC236}">
                <a16:creationId xmlns:a16="http://schemas.microsoft.com/office/drawing/2014/main" id="{6F3B185D-4831-15DC-8C9B-0433464F6E36}"/>
              </a:ext>
            </a:extLst>
          </p:cNvPr>
          <p:cNvGraphicFramePr>
            <a:graphicFrameLocks noGrp="1"/>
          </p:cNvGraphicFramePr>
          <p:nvPr>
            <p:ph idx="1"/>
            <p:extLst>
              <p:ext uri="{D42A27DB-BD31-4B8C-83A1-F6EECF244321}">
                <p14:modId xmlns:p14="http://schemas.microsoft.com/office/powerpoint/2010/main" val="4035720424"/>
              </p:ext>
            </p:extLst>
          </p:nvPr>
        </p:nvGraphicFramePr>
        <p:xfrm>
          <a:off x="1243013" y="2092325"/>
          <a:ext cx="11399837" cy="4559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Marcador de fecha 6">
            <a:extLst>
              <a:ext uri="{FF2B5EF4-FFF2-40B4-BE49-F238E27FC236}">
                <a16:creationId xmlns:a16="http://schemas.microsoft.com/office/drawing/2014/main" id="{53082070-5D3A-D145-F89A-8B33954F6FC2}"/>
              </a:ext>
            </a:extLst>
          </p:cNvPr>
          <p:cNvSpPr>
            <a:spLocks noGrp="1"/>
          </p:cNvSpPr>
          <p:nvPr>
            <p:ph type="dt" sz="half" idx="10"/>
          </p:nvPr>
        </p:nvSpPr>
        <p:spPr>
          <a:xfrm>
            <a:off x="1243585" y="7321090"/>
            <a:ext cx="2801907" cy="413808"/>
          </a:xfrm>
        </p:spPr>
        <p:txBody>
          <a:bodyPr/>
          <a:lstStyle/>
          <a:p>
            <a:fld id="{C4A0BE19-0FCE-4B31-BE8A-E2182A2F2D04}" type="datetime1">
              <a:rPr lang="en-US" smtClean="0"/>
              <a:pPr/>
              <a:t>1/30/2026</a:t>
            </a:fld>
            <a:endParaRPr lang="en-US" dirty="0"/>
          </a:p>
        </p:txBody>
      </p:sp>
      <p:sp>
        <p:nvSpPr>
          <p:cNvPr id="8" name="Marcador de pie de página 7">
            <a:extLst>
              <a:ext uri="{FF2B5EF4-FFF2-40B4-BE49-F238E27FC236}">
                <a16:creationId xmlns:a16="http://schemas.microsoft.com/office/drawing/2014/main" id="{8F8B4A42-5DBA-F18E-430D-D744A5A8EBE0}"/>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9" name="Marcador de número de diapositiva 8">
            <a:extLst>
              <a:ext uri="{FF2B5EF4-FFF2-40B4-BE49-F238E27FC236}">
                <a16:creationId xmlns:a16="http://schemas.microsoft.com/office/drawing/2014/main" id="{10FDF1D4-9EA0-663A-FA01-23FF4B59ED83}"/>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32</a:t>
            </a:fld>
            <a:endParaRPr lang="es-CL" dirty="0"/>
          </a:p>
        </p:txBody>
      </p:sp>
    </p:spTree>
    <p:extLst>
      <p:ext uri="{BB962C8B-B14F-4D97-AF65-F5344CB8AC3E}">
        <p14:creationId xmlns:p14="http://schemas.microsoft.com/office/powerpoint/2010/main" val="3313866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8569B-4B8D-D110-7376-CE3BCD2F1A40}"/>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B3AA81D7-6192-625B-EA39-69F6877C3591}"/>
              </a:ext>
            </a:extLst>
          </p:cNvPr>
          <p:cNvSpPr>
            <a:spLocks noGrp="1"/>
          </p:cNvSpPr>
          <p:nvPr>
            <p:ph type="title"/>
          </p:nvPr>
        </p:nvSpPr>
        <p:spPr>
          <a:xfrm>
            <a:off x="1243584" y="860146"/>
            <a:ext cx="11399520" cy="4041648"/>
          </a:xfrm>
        </p:spPr>
        <p:txBody>
          <a:bodyPr/>
          <a:lstStyle/>
          <a:p>
            <a:r>
              <a:rPr lang="es-CL"/>
              <a:t>Estimación de costos</a:t>
            </a:r>
            <a:endParaRPr lang="es-CL" dirty="0"/>
          </a:p>
        </p:txBody>
      </p:sp>
      <p:sp>
        <p:nvSpPr>
          <p:cNvPr id="16" name="Marcador de texto 15">
            <a:extLst>
              <a:ext uri="{FF2B5EF4-FFF2-40B4-BE49-F238E27FC236}">
                <a16:creationId xmlns:a16="http://schemas.microsoft.com/office/drawing/2014/main" id="{143B1EB3-0DCE-13D3-F615-927F5CD6E69C}"/>
              </a:ext>
            </a:extLst>
          </p:cNvPr>
          <p:cNvSpPr>
            <a:spLocks noGrp="1"/>
          </p:cNvSpPr>
          <p:nvPr>
            <p:ph type="body" idx="1"/>
          </p:nvPr>
        </p:nvSpPr>
        <p:spPr/>
        <p:txBody>
          <a:bodyPr/>
          <a:lstStyle/>
          <a:p>
            <a:endParaRPr lang="es-CL"/>
          </a:p>
        </p:txBody>
      </p:sp>
      <p:sp>
        <p:nvSpPr>
          <p:cNvPr id="2" name="Marcador de fecha 1">
            <a:extLst>
              <a:ext uri="{FF2B5EF4-FFF2-40B4-BE49-F238E27FC236}">
                <a16:creationId xmlns:a16="http://schemas.microsoft.com/office/drawing/2014/main" id="{2E50087D-0F67-288B-ABF3-EEEC51B8C78B}"/>
              </a:ext>
            </a:extLst>
          </p:cNvPr>
          <p:cNvSpPr>
            <a:spLocks noGrp="1"/>
          </p:cNvSpPr>
          <p:nvPr>
            <p:ph type="dt" sz="half" idx="10"/>
          </p:nvPr>
        </p:nvSpPr>
        <p:spPr>
          <a:xfrm>
            <a:off x="1243585" y="7321090"/>
            <a:ext cx="2801907" cy="413808"/>
          </a:xfrm>
        </p:spPr>
        <p:txBody>
          <a:bodyPr/>
          <a:lstStyle/>
          <a:p>
            <a:fld id="{DB5BA971-99DF-49D4-8FE6-A5B041810362}" type="datetime1">
              <a:rPr lang="en-US" smtClean="0"/>
              <a:pPr/>
              <a:t>1/30/2026</a:t>
            </a:fld>
            <a:endParaRPr lang="en-US" dirty="0"/>
          </a:p>
        </p:txBody>
      </p:sp>
      <p:sp>
        <p:nvSpPr>
          <p:cNvPr id="3" name="Marcador de pie de página 2">
            <a:extLst>
              <a:ext uri="{FF2B5EF4-FFF2-40B4-BE49-F238E27FC236}">
                <a16:creationId xmlns:a16="http://schemas.microsoft.com/office/drawing/2014/main" id="{180D7EC3-752E-DE30-DABE-26F08EE9D4ED}"/>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BA0B4822-6763-FFF3-5C48-F388F290AA28}"/>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33</a:t>
            </a:fld>
            <a:endParaRPr lang="es-CL" dirty="0"/>
          </a:p>
        </p:txBody>
      </p:sp>
    </p:spTree>
    <p:extLst>
      <p:ext uri="{BB962C8B-B14F-4D97-AF65-F5344CB8AC3E}">
        <p14:creationId xmlns:p14="http://schemas.microsoft.com/office/powerpoint/2010/main" val="2081095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17772-A289-824F-F93D-A51DEF437CF3}"/>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A7AF43C6-B9CC-0702-8D0F-5B4F482DA9FE}"/>
              </a:ext>
            </a:extLst>
          </p:cNvPr>
          <p:cNvGraphicFramePr>
            <a:graphicFrameLocks noGrp="1"/>
          </p:cNvGraphicFramePr>
          <p:nvPr>
            <p:extLst>
              <p:ext uri="{D42A27DB-BD31-4B8C-83A1-F6EECF244321}">
                <p14:modId xmlns:p14="http://schemas.microsoft.com/office/powerpoint/2010/main" val="2723681736"/>
              </p:ext>
            </p:extLst>
          </p:nvPr>
        </p:nvGraphicFramePr>
        <p:xfrm>
          <a:off x="724470" y="1281194"/>
          <a:ext cx="12368655" cy="5539502"/>
        </p:xfrm>
        <a:graphic>
          <a:graphicData uri="http://schemas.openxmlformats.org/drawingml/2006/table">
            <a:tbl>
              <a:tblPr>
                <a:tableStyleId>{5C22544A-7EE6-4342-B048-85BDC9FD1C3A}</a:tableStyleId>
              </a:tblPr>
              <a:tblGrid>
                <a:gridCol w="2887732">
                  <a:extLst>
                    <a:ext uri="{9D8B030D-6E8A-4147-A177-3AD203B41FA5}">
                      <a16:colId xmlns:a16="http://schemas.microsoft.com/office/drawing/2014/main" val="2718007984"/>
                    </a:ext>
                  </a:extLst>
                </a:gridCol>
                <a:gridCol w="6372424">
                  <a:extLst>
                    <a:ext uri="{9D8B030D-6E8A-4147-A177-3AD203B41FA5}">
                      <a16:colId xmlns:a16="http://schemas.microsoft.com/office/drawing/2014/main" val="2947758362"/>
                    </a:ext>
                  </a:extLst>
                </a:gridCol>
                <a:gridCol w="3108499">
                  <a:extLst>
                    <a:ext uri="{9D8B030D-6E8A-4147-A177-3AD203B41FA5}">
                      <a16:colId xmlns:a16="http://schemas.microsoft.com/office/drawing/2014/main" val="1276470628"/>
                    </a:ext>
                  </a:extLst>
                </a:gridCol>
              </a:tblGrid>
              <a:tr h="682749">
                <a:tc>
                  <a:txBody>
                    <a:bodyPr/>
                    <a:lstStyle/>
                    <a:p>
                      <a:pPr algn="just">
                        <a:spcAft>
                          <a:spcPts val="600"/>
                        </a:spcAft>
                        <a:buNone/>
                      </a:pPr>
                      <a:r>
                        <a:rPr lang="es-CL" sz="2400" dirty="0">
                          <a:effectLst/>
                          <a:latin typeface="+mn-lt"/>
                          <a:ea typeface="Times New Roman" panose="02020603050405020304" pitchFamily="18" charset="0"/>
                          <a:cs typeface="Arial" panose="020B0604020202020204" pitchFamily="34" charset="0"/>
                        </a:rPr>
                        <a:t>Ítem</a:t>
                      </a:r>
                    </a:p>
                  </a:txBody>
                  <a:tcPr marL="68580" marR="68580" marT="0" marB="0" anchor="ctr"/>
                </a:tc>
                <a:tc>
                  <a:txBody>
                    <a:bodyPr/>
                    <a:lstStyle/>
                    <a:p>
                      <a:pPr algn="just">
                        <a:spcAft>
                          <a:spcPts val="600"/>
                        </a:spcAft>
                        <a:buNone/>
                      </a:pPr>
                      <a:r>
                        <a:rPr lang="es-CL" sz="2400">
                          <a:effectLst/>
                          <a:latin typeface="+mn-lt"/>
                          <a:ea typeface="Times New Roman" panose="02020603050405020304" pitchFamily="18" charset="0"/>
                          <a:cs typeface="Arial" panose="020B0604020202020204" pitchFamily="34" charset="0"/>
                        </a:rPr>
                        <a:t>Descripción</a:t>
                      </a:r>
                    </a:p>
                  </a:txBody>
                  <a:tcPr marL="68580" marR="68580" marT="0" marB="0" anchor="ctr"/>
                </a:tc>
                <a:tc>
                  <a:txBody>
                    <a:bodyPr/>
                    <a:lstStyle/>
                    <a:p>
                      <a:pPr algn="just">
                        <a:spcAft>
                          <a:spcPts val="600"/>
                        </a:spcAft>
                        <a:buNone/>
                      </a:pPr>
                      <a:r>
                        <a:rPr lang="es-CL" sz="2400">
                          <a:effectLst/>
                          <a:latin typeface="+mn-lt"/>
                          <a:ea typeface="Times New Roman" panose="02020603050405020304" pitchFamily="18" charset="0"/>
                          <a:cs typeface="Arial" panose="020B0604020202020204" pitchFamily="34" charset="0"/>
                        </a:rPr>
                        <a:t>Costo estimado (USD)</a:t>
                      </a:r>
                    </a:p>
                  </a:txBody>
                  <a:tcPr marL="68580" marR="68580" marT="0" marB="0" anchor="ctr"/>
                </a:tc>
                <a:extLst>
                  <a:ext uri="{0D108BD9-81ED-4DB2-BD59-A6C34878D82A}">
                    <a16:rowId xmlns:a16="http://schemas.microsoft.com/office/drawing/2014/main" val="2934753602"/>
                  </a:ext>
                </a:extLst>
              </a:tr>
              <a:tr h="894429">
                <a:tc>
                  <a:txBody>
                    <a:bodyPr/>
                    <a:lstStyle/>
                    <a:p>
                      <a:pPr algn="just">
                        <a:spcAft>
                          <a:spcPts val="600"/>
                        </a:spcAft>
                        <a:buNone/>
                      </a:pPr>
                      <a:r>
                        <a:rPr lang="es-CL" sz="2400" dirty="0">
                          <a:effectLst/>
                          <a:latin typeface="+mn-lt"/>
                          <a:ea typeface="Times New Roman" panose="02020603050405020304" pitchFamily="18" charset="0"/>
                          <a:cs typeface="Arial" panose="020B0604020202020204" pitchFamily="34" charset="0"/>
                        </a:rPr>
                        <a:t>Recursos humanos</a:t>
                      </a:r>
                    </a:p>
                  </a:txBody>
                  <a:tcPr marL="68580" marR="68580" marT="0" marB="0" anchor="ctr"/>
                </a:tc>
                <a:tc>
                  <a:txBody>
                    <a:bodyPr/>
                    <a:lstStyle/>
                    <a:p>
                      <a:pPr algn="l">
                        <a:spcAft>
                          <a:spcPts val="600"/>
                        </a:spcAft>
                        <a:buNone/>
                      </a:pPr>
                      <a:r>
                        <a:rPr lang="es-CL" sz="2400" dirty="0">
                          <a:effectLst/>
                          <a:latin typeface="+mn-lt"/>
                          <a:ea typeface="Times New Roman" panose="02020603050405020304" pitchFamily="18" charset="0"/>
                          <a:cs typeface="Arial" panose="020B0604020202020204" pitchFamily="34" charset="0"/>
                        </a:rPr>
                        <a:t>2 ingenieros x 2000 USD/mes x 12 meses</a:t>
                      </a:r>
                    </a:p>
                  </a:txBody>
                  <a:tcPr marL="68580" marR="68580" marT="0" marB="0" anchor="ctr"/>
                </a:tc>
                <a:tc>
                  <a:txBody>
                    <a:bodyPr/>
                    <a:lstStyle/>
                    <a:p>
                      <a:pPr algn="just">
                        <a:spcAft>
                          <a:spcPts val="600"/>
                        </a:spcAft>
                        <a:buNone/>
                      </a:pPr>
                      <a:r>
                        <a:rPr lang="es-ES_tradnl" sz="2400" dirty="0">
                          <a:effectLst/>
                          <a:latin typeface="+mn-lt"/>
                          <a:ea typeface="Times New Roman" panose="02020603050405020304" pitchFamily="18" charset="0"/>
                          <a:cs typeface="Arial" panose="020B0604020202020204" pitchFamily="34" charset="0"/>
                        </a:rPr>
                        <a:t>48.000</a:t>
                      </a:r>
                      <a:endParaRPr lang="es-CL" sz="2400" dirty="0">
                        <a:effectLst/>
                        <a:latin typeface="+mn-lt"/>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3113601758"/>
                  </a:ext>
                </a:extLst>
              </a:tr>
              <a:tr h="894429">
                <a:tc>
                  <a:txBody>
                    <a:bodyPr/>
                    <a:lstStyle/>
                    <a:p>
                      <a:pPr algn="just">
                        <a:spcAft>
                          <a:spcPts val="600"/>
                        </a:spcAft>
                        <a:buNone/>
                      </a:pPr>
                      <a:r>
                        <a:rPr lang="es-ES_tradnl" sz="2400">
                          <a:effectLst/>
                          <a:latin typeface="+mn-lt"/>
                          <a:ea typeface="Times New Roman" panose="02020603050405020304" pitchFamily="18" charset="0"/>
                          <a:cs typeface="Arial" panose="020B0604020202020204" pitchFamily="34" charset="0"/>
                        </a:rPr>
                        <a:t>Componentes y materiales</a:t>
                      </a:r>
                      <a:endParaRPr lang="es-CL" sz="2400">
                        <a:effectLst/>
                        <a:latin typeface="+mn-lt"/>
                        <a:ea typeface="Times New Roman" panose="02020603050405020304" pitchFamily="18" charset="0"/>
                        <a:cs typeface="Arial" panose="020B0604020202020204" pitchFamily="34" charset="0"/>
                      </a:endParaRPr>
                    </a:p>
                  </a:txBody>
                  <a:tcPr marL="68580" marR="68580" marT="0" marB="0" anchor="ctr"/>
                </a:tc>
                <a:tc>
                  <a:txBody>
                    <a:bodyPr/>
                    <a:lstStyle/>
                    <a:p>
                      <a:pPr algn="l">
                        <a:spcAft>
                          <a:spcPts val="600"/>
                        </a:spcAft>
                        <a:buNone/>
                      </a:pPr>
                      <a:r>
                        <a:rPr lang="es-ES_tradnl" sz="2400" dirty="0">
                          <a:effectLst/>
                          <a:latin typeface="+mn-lt"/>
                          <a:ea typeface="Times New Roman" panose="02020603050405020304" pitchFamily="18" charset="0"/>
                          <a:cs typeface="Arial" panose="020B0604020202020204" pitchFamily="34" charset="0"/>
                        </a:rPr>
                        <a:t>Electrónica, mecánica y materiales</a:t>
                      </a:r>
                      <a:endParaRPr lang="es-CL" sz="2400" dirty="0">
                        <a:effectLst/>
                        <a:latin typeface="+mn-lt"/>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600"/>
                        </a:spcAft>
                        <a:buNone/>
                      </a:pPr>
                      <a:r>
                        <a:rPr lang="es-ES_tradnl" sz="2400" dirty="0">
                          <a:effectLst/>
                          <a:latin typeface="+mn-lt"/>
                          <a:ea typeface="Times New Roman" panose="02020603050405020304" pitchFamily="18" charset="0"/>
                          <a:cs typeface="Arial" panose="020B0604020202020204" pitchFamily="34" charset="0"/>
                        </a:rPr>
                        <a:t>50.000</a:t>
                      </a:r>
                      <a:endParaRPr lang="es-CL" sz="2400" dirty="0">
                        <a:effectLst/>
                        <a:latin typeface="+mn-lt"/>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4206719293"/>
                  </a:ext>
                </a:extLst>
              </a:tr>
              <a:tr h="1192573">
                <a:tc>
                  <a:txBody>
                    <a:bodyPr/>
                    <a:lstStyle/>
                    <a:p>
                      <a:pPr algn="just">
                        <a:spcAft>
                          <a:spcPts val="600"/>
                        </a:spcAft>
                        <a:buNone/>
                      </a:pPr>
                      <a:r>
                        <a:rPr lang="es-ES_tradnl" sz="2400">
                          <a:effectLst/>
                          <a:latin typeface="+mn-lt"/>
                          <a:ea typeface="Times New Roman" panose="02020603050405020304" pitchFamily="18" charset="0"/>
                          <a:cs typeface="Arial" panose="020B0604020202020204" pitchFamily="34" charset="0"/>
                        </a:rPr>
                        <a:t>AIT</a:t>
                      </a:r>
                      <a:endParaRPr lang="es-CL" sz="2400">
                        <a:effectLst/>
                        <a:latin typeface="+mn-lt"/>
                        <a:ea typeface="Times New Roman" panose="02020603050405020304" pitchFamily="18" charset="0"/>
                        <a:cs typeface="Arial" panose="020B0604020202020204" pitchFamily="34" charset="0"/>
                      </a:endParaRPr>
                    </a:p>
                  </a:txBody>
                  <a:tcPr marL="68580" marR="68580" marT="0" marB="0" anchor="ctr"/>
                </a:tc>
                <a:tc>
                  <a:txBody>
                    <a:bodyPr/>
                    <a:lstStyle/>
                    <a:p>
                      <a:pPr algn="l">
                        <a:spcAft>
                          <a:spcPts val="600"/>
                        </a:spcAft>
                        <a:buNone/>
                      </a:pPr>
                      <a:r>
                        <a:rPr lang="es-ES_tradnl" sz="2400" dirty="0">
                          <a:effectLst/>
                          <a:latin typeface="+mn-lt"/>
                          <a:ea typeface="Times New Roman" panose="02020603050405020304" pitchFamily="18" charset="0"/>
                          <a:cs typeface="Arial" panose="020B0604020202020204" pitchFamily="34" charset="0"/>
                        </a:rPr>
                        <a:t>Integración, pruebas funcionales y ambientales</a:t>
                      </a:r>
                      <a:endParaRPr lang="es-CL" sz="2400" dirty="0">
                        <a:effectLst/>
                        <a:latin typeface="+mn-lt"/>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600"/>
                        </a:spcAft>
                        <a:buNone/>
                      </a:pPr>
                      <a:r>
                        <a:rPr lang="es-ES_tradnl" sz="2400" dirty="0">
                          <a:effectLst/>
                          <a:latin typeface="+mn-lt"/>
                          <a:ea typeface="Times New Roman" panose="02020603050405020304" pitchFamily="18" charset="0"/>
                          <a:cs typeface="Arial" panose="020B0604020202020204" pitchFamily="34" charset="0"/>
                        </a:rPr>
                        <a:t>15.000</a:t>
                      </a:r>
                      <a:endParaRPr lang="es-CL" sz="2400" dirty="0">
                        <a:effectLst/>
                        <a:latin typeface="+mn-lt"/>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165080418"/>
                  </a:ext>
                </a:extLst>
              </a:tr>
              <a:tr h="1192573">
                <a:tc>
                  <a:txBody>
                    <a:bodyPr/>
                    <a:lstStyle/>
                    <a:p>
                      <a:pPr algn="just">
                        <a:spcAft>
                          <a:spcPts val="600"/>
                        </a:spcAft>
                        <a:buNone/>
                      </a:pPr>
                      <a:r>
                        <a:rPr lang="es-ES_tradnl" sz="2400" dirty="0">
                          <a:effectLst/>
                          <a:latin typeface="+mn-lt"/>
                          <a:ea typeface="Times New Roman" panose="02020603050405020304" pitchFamily="18" charset="0"/>
                          <a:cs typeface="Arial" panose="020B0604020202020204" pitchFamily="34" charset="0"/>
                        </a:rPr>
                        <a:t>Logística</a:t>
                      </a:r>
                      <a:endParaRPr lang="es-CL" sz="2400" dirty="0">
                        <a:effectLst/>
                        <a:latin typeface="+mn-lt"/>
                        <a:ea typeface="Times New Roman" panose="02020603050405020304" pitchFamily="18" charset="0"/>
                        <a:cs typeface="Arial" panose="020B0604020202020204" pitchFamily="34" charset="0"/>
                      </a:endParaRPr>
                    </a:p>
                  </a:txBody>
                  <a:tcPr marL="68580" marR="68580" marT="0" marB="0" anchor="ctr"/>
                </a:tc>
                <a:tc>
                  <a:txBody>
                    <a:bodyPr/>
                    <a:lstStyle/>
                    <a:p>
                      <a:pPr algn="l">
                        <a:spcAft>
                          <a:spcPts val="600"/>
                        </a:spcAft>
                        <a:buNone/>
                      </a:pPr>
                      <a:r>
                        <a:rPr lang="es-ES_tradnl" sz="2400" dirty="0">
                          <a:effectLst/>
                          <a:latin typeface="+mn-lt"/>
                          <a:ea typeface="Times New Roman" panose="02020603050405020304" pitchFamily="18" charset="0"/>
                          <a:cs typeface="Arial" panose="020B0604020202020204" pitchFamily="34" charset="0"/>
                        </a:rPr>
                        <a:t>Transporte, envíos, importaciones y soporte</a:t>
                      </a:r>
                      <a:endParaRPr lang="es-CL" sz="2400" dirty="0">
                        <a:effectLst/>
                        <a:latin typeface="+mn-lt"/>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600"/>
                        </a:spcAft>
                        <a:buNone/>
                      </a:pPr>
                      <a:r>
                        <a:rPr lang="es-ES_tradnl" sz="2400" dirty="0">
                          <a:effectLst/>
                          <a:latin typeface="+mn-lt"/>
                          <a:ea typeface="Times New Roman" panose="02020603050405020304" pitchFamily="18" charset="0"/>
                          <a:cs typeface="Arial" panose="020B0604020202020204" pitchFamily="34" charset="0"/>
                        </a:rPr>
                        <a:t>20.000</a:t>
                      </a:r>
                      <a:endParaRPr lang="es-CL" sz="2400" dirty="0">
                        <a:effectLst/>
                        <a:latin typeface="+mn-lt"/>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4141972614"/>
                  </a:ext>
                </a:extLst>
              </a:tr>
              <a:tr h="682749">
                <a:tc>
                  <a:txBody>
                    <a:bodyPr/>
                    <a:lstStyle/>
                    <a:p>
                      <a:pPr algn="just">
                        <a:spcAft>
                          <a:spcPts val="600"/>
                        </a:spcAft>
                        <a:buNone/>
                      </a:pPr>
                      <a:r>
                        <a:rPr lang="es-CL" sz="2400">
                          <a:effectLst/>
                          <a:latin typeface="+mn-lt"/>
                          <a:ea typeface="Times New Roman" panose="02020603050405020304" pitchFamily="18" charset="0"/>
                          <a:cs typeface="Arial" panose="020B0604020202020204" pitchFamily="34" charset="0"/>
                        </a:rPr>
                        <a:t>Total</a:t>
                      </a:r>
                    </a:p>
                  </a:txBody>
                  <a:tcPr marL="68580" marR="68580" marT="0" marB="0" anchor="ctr"/>
                </a:tc>
                <a:tc>
                  <a:txBody>
                    <a:bodyPr/>
                    <a:lstStyle/>
                    <a:p>
                      <a:pPr algn="just">
                        <a:spcAft>
                          <a:spcPts val="600"/>
                        </a:spcAft>
                        <a:buNone/>
                      </a:pPr>
                      <a:r>
                        <a:rPr lang="es-CL" sz="2400" dirty="0">
                          <a:effectLst/>
                          <a:latin typeface="+mn-lt"/>
                          <a:ea typeface="Times New Roman" panose="02020603050405020304" pitchFamily="18" charset="0"/>
                          <a:cs typeface="Arial" panose="020B0604020202020204" pitchFamily="34" charset="0"/>
                        </a:rPr>
                        <a:t> </a:t>
                      </a:r>
                    </a:p>
                  </a:txBody>
                  <a:tcPr marL="68580" marR="68580" marT="0" marB="0" anchor="ctr"/>
                </a:tc>
                <a:tc>
                  <a:txBody>
                    <a:bodyPr/>
                    <a:lstStyle/>
                    <a:p>
                      <a:pPr algn="just">
                        <a:spcAft>
                          <a:spcPts val="600"/>
                        </a:spcAft>
                        <a:buNone/>
                      </a:pPr>
                      <a:r>
                        <a:rPr lang="es-CL" sz="2400" dirty="0">
                          <a:effectLst/>
                          <a:latin typeface="+mn-lt"/>
                          <a:ea typeface="Times New Roman" panose="02020603050405020304" pitchFamily="18" charset="0"/>
                          <a:cs typeface="Arial" panose="020B0604020202020204" pitchFamily="34" charset="0"/>
                        </a:rPr>
                        <a:t>133.000</a:t>
                      </a:r>
                    </a:p>
                  </a:txBody>
                  <a:tcPr marL="68580" marR="68580" marT="0" marB="0" anchor="ctr"/>
                </a:tc>
                <a:extLst>
                  <a:ext uri="{0D108BD9-81ED-4DB2-BD59-A6C34878D82A}">
                    <a16:rowId xmlns:a16="http://schemas.microsoft.com/office/drawing/2014/main" val="2947362036"/>
                  </a:ext>
                </a:extLst>
              </a:tr>
            </a:tbl>
          </a:graphicData>
        </a:graphic>
      </p:graphicFrame>
      <p:sp>
        <p:nvSpPr>
          <p:cNvPr id="5" name="Marcador de fecha 4">
            <a:extLst>
              <a:ext uri="{FF2B5EF4-FFF2-40B4-BE49-F238E27FC236}">
                <a16:creationId xmlns:a16="http://schemas.microsoft.com/office/drawing/2014/main" id="{27AA7FF9-03F7-246B-CFAA-3DA49D0DF800}"/>
              </a:ext>
            </a:extLst>
          </p:cNvPr>
          <p:cNvSpPr>
            <a:spLocks noGrp="1"/>
          </p:cNvSpPr>
          <p:nvPr>
            <p:ph type="dt" sz="half" idx="10"/>
          </p:nvPr>
        </p:nvSpPr>
        <p:spPr>
          <a:xfrm>
            <a:off x="1243585" y="7321090"/>
            <a:ext cx="2801907" cy="413808"/>
          </a:xfrm>
        </p:spPr>
        <p:txBody>
          <a:bodyPr/>
          <a:lstStyle/>
          <a:p>
            <a:fld id="{95B99E69-598D-468E-A9EB-256DB9623A53}" type="datetime1">
              <a:rPr lang="en-US" smtClean="0"/>
              <a:pPr/>
              <a:t>1/30/2026</a:t>
            </a:fld>
            <a:endParaRPr lang="en-US" dirty="0"/>
          </a:p>
        </p:txBody>
      </p:sp>
      <p:sp>
        <p:nvSpPr>
          <p:cNvPr id="6" name="Marcador de pie de página 5">
            <a:extLst>
              <a:ext uri="{FF2B5EF4-FFF2-40B4-BE49-F238E27FC236}">
                <a16:creationId xmlns:a16="http://schemas.microsoft.com/office/drawing/2014/main" id="{0AA0DD64-7D4E-D8A6-3E3F-E88428719921}"/>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7" name="Marcador de número de diapositiva 6">
            <a:extLst>
              <a:ext uri="{FF2B5EF4-FFF2-40B4-BE49-F238E27FC236}">
                <a16:creationId xmlns:a16="http://schemas.microsoft.com/office/drawing/2014/main" id="{550DE165-6BD0-2F5F-C68F-62AB09260069}"/>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34</a:t>
            </a:fld>
            <a:endParaRPr lang="es-CL" dirty="0"/>
          </a:p>
        </p:txBody>
      </p:sp>
    </p:spTree>
    <p:extLst>
      <p:ext uri="{BB962C8B-B14F-4D97-AF65-F5344CB8AC3E}">
        <p14:creationId xmlns:p14="http://schemas.microsoft.com/office/powerpoint/2010/main" val="3519690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BD0C5-9397-F2B8-C745-6713F1025D28}"/>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941AF30B-1DDC-0E94-D528-1B212AFCB183}"/>
              </a:ext>
            </a:extLst>
          </p:cNvPr>
          <p:cNvSpPr>
            <a:spLocks noGrp="1"/>
          </p:cNvSpPr>
          <p:nvPr>
            <p:ph type="title"/>
          </p:nvPr>
        </p:nvSpPr>
        <p:spPr>
          <a:xfrm>
            <a:off x="1243584" y="860146"/>
            <a:ext cx="11399520" cy="4041648"/>
          </a:xfrm>
        </p:spPr>
        <p:txBody>
          <a:bodyPr/>
          <a:lstStyle/>
          <a:p>
            <a:r>
              <a:rPr lang="es-CL"/>
              <a:t>Pasos futuros</a:t>
            </a:r>
            <a:endParaRPr lang="es-CL" dirty="0"/>
          </a:p>
        </p:txBody>
      </p:sp>
      <p:sp>
        <p:nvSpPr>
          <p:cNvPr id="16" name="Marcador de texto 15">
            <a:extLst>
              <a:ext uri="{FF2B5EF4-FFF2-40B4-BE49-F238E27FC236}">
                <a16:creationId xmlns:a16="http://schemas.microsoft.com/office/drawing/2014/main" id="{0EC06C34-377A-D6CC-E080-380BEE084B29}"/>
              </a:ext>
            </a:extLst>
          </p:cNvPr>
          <p:cNvSpPr>
            <a:spLocks noGrp="1"/>
          </p:cNvSpPr>
          <p:nvPr>
            <p:ph type="body" idx="1"/>
          </p:nvPr>
        </p:nvSpPr>
        <p:spPr/>
        <p:txBody>
          <a:bodyPr/>
          <a:lstStyle/>
          <a:p>
            <a:endParaRPr lang="es-CL"/>
          </a:p>
        </p:txBody>
      </p:sp>
      <p:sp>
        <p:nvSpPr>
          <p:cNvPr id="2" name="Marcador de fecha 1">
            <a:extLst>
              <a:ext uri="{FF2B5EF4-FFF2-40B4-BE49-F238E27FC236}">
                <a16:creationId xmlns:a16="http://schemas.microsoft.com/office/drawing/2014/main" id="{83F58336-636A-2371-DDEB-CEDF16D2B9E6}"/>
              </a:ext>
            </a:extLst>
          </p:cNvPr>
          <p:cNvSpPr>
            <a:spLocks noGrp="1"/>
          </p:cNvSpPr>
          <p:nvPr>
            <p:ph type="dt" sz="half" idx="10"/>
          </p:nvPr>
        </p:nvSpPr>
        <p:spPr>
          <a:xfrm>
            <a:off x="1243585" y="7321090"/>
            <a:ext cx="2801907" cy="413808"/>
          </a:xfrm>
        </p:spPr>
        <p:txBody>
          <a:bodyPr/>
          <a:lstStyle/>
          <a:p>
            <a:fld id="{165AB129-94D5-4CF2-B97C-04171AC67123}" type="datetime1">
              <a:rPr lang="en-US" smtClean="0"/>
              <a:pPr/>
              <a:t>1/30/2026</a:t>
            </a:fld>
            <a:endParaRPr lang="en-US" dirty="0"/>
          </a:p>
        </p:txBody>
      </p:sp>
      <p:sp>
        <p:nvSpPr>
          <p:cNvPr id="3" name="Marcador de pie de página 2">
            <a:extLst>
              <a:ext uri="{FF2B5EF4-FFF2-40B4-BE49-F238E27FC236}">
                <a16:creationId xmlns:a16="http://schemas.microsoft.com/office/drawing/2014/main" id="{8F88783E-A9F7-FFD1-6BC1-0CA61DAB6B3C}"/>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43908217-C206-E031-C06D-A5D83EF1B98F}"/>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35</a:t>
            </a:fld>
            <a:endParaRPr lang="es-CL" dirty="0"/>
          </a:p>
        </p:txBody>
      </p:sp>
    </p:spTree>
    <p:extLst>
      <p:ext uri="{BB962C8B-B14F-4D97-AF65-F5344CB8AC3E}">
        <p14:creationId xmlns:p14="http://schemas.microsoft.com/office/powerpoint/2010/main" val="1880254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0B65D1BD-AA6E-D60D-717A-C2E7A7F9B228}"/>
              </a:ext>
            </a:extLst>
          </p:cNvPr>
          <p:cNvGraphicFramePr/>
          <p:nvPr>
            <p:extLst>
              <p:ext uri="{D42A27DB-BD31-4B8C-83A1-F6EECF244321}">
                <p14:modId xmlns:p14="http://schemas.microsoft.com/office/powerpoint/2010/main" val="4264593205"/>
              </p:ext>
            </p:extLst>
          </p:nvPr>
        </p:nvGraphicFramePr>
        <p:xfrm>
          <a:off x="0" y="1295400"/>
          <a:ext cx="13817600"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Marcador de fecha 2">
            <a:extLst>
              <a:ext uri="{FF2B5EF4-FFF2-40B4-BE49-F238E27FC236}">
                <a16:creationId xmlns:a16="http://schemas.microsoft.com/office/drawing/2014/main" id="{EDBFA47A-1AD7-E82A-74BA-B7EB809CDAD7}"/>
              </a:ext>
            </a:extLst>
          </p:cNvPr>
          <p:cNvSpPr>
            <a:spLocks noGrp="1"/>
          </p:cNvSpPr>
          <p:nvPr>
            <p:ph type="dt" sz="half" idx="10"/>
          </p:nvPr>
        </p:nvSpPr>
        <p:spPr>
          <a:xfrm>
            <a:off x="1243585" y="7321090"/>
            <a:ext cx="2801907" cy="413808"/>
          </a:xfrm>
        </p:spPr>
        <p:txBody>
          <a:bodyPr/>
          <a:lstStyle/>
          <a:p>
            <a:fld id="{EAB005F8-92A2-4BFB-AA26-A1CD5F202D45}" type="datetime1">
              <a:rPr lang="en-US" smtClean="0"/>
              <a:pPr/>
              <a:t>1/30/2026</a:t>
            </a:fld>
            <a:endParaRPr lang="en-US" dirty="0"/>
          </a:p>
        </p:txBody>
      </p:sp>
      <p:sp>
        <p:nvSpPr>
          <p:cNvPr id="4" name="Marcador de pie de página 3">
            <a:extLst>
              <a:ext uri="{FF2B5EF4-FFF2-40B4-BE49-F238E27FC236}">
                <a16:creationId xmlns:a16="http://schemas.microsoft.com/office/drawing/2014/main" id="{5EE191B4-5060-020D-1A29-B585B59C3826}"/>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93311844-066A-9CE5-3A17-E068C7BCBA6A}"/>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36</a:t>
            </a:fld>
            <a:endParaRPr lang="es-CL" dirty="0"/>
          </a:p>
        </p:txBody>
      </p:sp>
    </p:spTree>
    <p:extLst>
      <p:ext uri="{BB962C8B-B14F-4D97-AF65-F5344CB8AC3E}">
        <p14:creationId xmlns:p14="http://schemas.microsoft.com/office/powerpoint/2010/main" val="221935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a 1">
            <a:extLst>
              <a:ext uri="{FF2B5EF4-FFF2-40B4-BE49-F238E27FC236}">
                <a16:creationId xmlns:a16="http://schemas.microsoft.com/office/drawing/2014/main" id="{3F2C76B7-697F-70FB-CB5A-7E9315592917}"/>
              </a:ext>
            </a:extLst>
          </p:cNvPr>
          <p:cNvGraphicFramePr/>
          <p:nvPr>
            <p:extLst>
              <p:ext uri="{D42A27DB-BD31-4B8C-83A1-F6EECF244321}">
                <p14:modId xmlns:p14="http://schemas.microsoft.com/office/powerpoint/2010/main" val="2783218720"/>
              </p:ext>
            </p:extLst>
          </p:nvPr>
        </p:nvGraphicFramePr>
        <p:xfrm>
          <a:off x="5080" y="1295400"/>
          <a:ext cx="13817600" cy="556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Marcador de fecha 2">
            <a:extLst>
              <a:ext uri="{FF2B5EF4-FFF2-40B4-BE49-F238E27FC236}">
                <a16:creationId xmlns:a16="http://schemas.microsoft.com/office/drawing/2014/main" id="{31562905-8D41-F8FB-969D-DD4D67A2CE56}"/>
              </a:ext>
            </a:extLst>
          </p:cNvPr>
          <p:cNvSpPr>
            <a:spLocks noGrp="1"/>
          </p:cNvSpPr>
          <p:nvPr>
            <p:ph type="dt" sz="half" idx="10"/>
          </p:nvPr>
        </p:nvSpPr>
        <p:spPr>
          <a:xfrm>
            <a:off x="1243585" y="7321090"/>
            <a:ext cx="2801907" cy="413808"/>
          </a:xfrm>
        </p:spPr>
        <p:txBody>
          <a:bodyPr/>
          <a:lstStyle/>
          <a:p>
            <a:fld id="{E360172C-0C73-490E-B3C9-F46BC3FB9717}" type="datetime1">
              <a:rPr lang="en-US" smtClean="0"/>
              <a:pPr/>
              <a:t>1/30/2026</a:t>
            </a:fld>
            <a:endParaRPr lang="en-US" dirty="0"/>
          </a:p>
        </p:txBody>
      </p:sp>
      <p:sp>
        <p:nvSpPr>
          <p:cNvPr id="4" name="Marcador de pie de página 3">
            <a:extLst>
              <a:ext uri="{FF2B5EF4-FFF2-40B4-BE49-F238E27FC236}">
                <a16:creationId xmlns:a16="http://schemas.microsoft.com/office/drawing/2014/main" id="{5699112A-59AC-ADB6-5E08-C7D39C7E7DA9}"/>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5" name="Marcador de número de diapositiva 4">
            <a:extLst>
              <a:ext uri="{FF2B5EF4-FFF2-40B4-BE49-F238E27FC236}">
                <a16:creationId xmlns:a16="http://schemas.microsoft.com/office/drawing/2014/main" id="{548DD3CC-4067-58E5-2820-006D5E816B6A}"/>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37</a:t>
            </a:fld>
            <a:endParaRPr lang="es-CL" dirty="0"/>
          </a:p>
        </p:txBody>
      </p:sp>
    </p:spTree>
    <p:extLst>
      <p:ext uri="{BB962C8B-B14F-4D97-AF65-F5344CB8AC3E}">
        <p14:creationId xmlns:p14="http://schemas.microsoft.com/office/powerpoint/2010/main" val="32408132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3C4AA-6A00-F584-C812-48BF5F3B18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FC487A-F2F1-6CE2-3601-655C094C9A3A}"/>
              </a:ext>
            </a:extLst>
          </p:cNvPr>
          <p:cNvSpPr>
            <a:spLocks noGrp="1"/>
          </p:cNvSpPr>
          <p:nvPr>
            <p:ph type="ctrTitle"/>
          </p:nvPr>
        </p:nvSpPr>
        <p:spPr>
          <a:xfrm>
            <a:off x="1243584" y="860146"/>
            <a:ext cx="11399520" cy="4041648"/>
          </a:xfrm>
        </p:spPr>
        <p:txBody>
          <a:bodyPr/>
          <a:lstStyle/>
          <a:p>
            <a:r>
              <a:rPr lang="es-CL"/>
              <a:t>Proyecto BIFROST</a:t>
            </a:r>
            <a:endParaRPr lang="es-CL" dirty="0"/>
          </a:p>
        </p:txBody>
      </p:sp>
      <p:sp>
        <p:nvSpPr>
          <p:cNvPr id="3" name="Subtítulo 2">
            <a:extLst>
              <a:ext uri="{FF2B5EF4-FFF2-40B4-BE49-F238E27FC236}">
                <a16:creationId xmlns:a16="http://schemas.microsoft.com/office/drawing/2014/main" id="{941F1AB0-2B71-1FD7-313D-772840A91C28}"/>
              </a:ext>
            </a:extLst>
          </p:cNvPr>
          <p:cNvSpPr>
            <a:spLocks noGrp="1"/>
          </p:cNvSpPr>
          <p:nvPr>
            <p:ph type="subTitle" idx="1"/>
          </p:nvPr>
        </p:nvSpPr>
        <p:spPr>
          <a:xfrm>
            <a:off x="1246724" y="5049704"/>
            <a:ext cx="11399520" cy="1295400"/>
          </a:xfrm>
        </p:spPr>
        <p:txBody>
          <a:bodyPr/>
          <a:lstStyle/>
          <a:p>
            <a:r>
              <a:rPr lang="es-CL"/>
              <a:t>Revisión de requerimientos de sistema (SRR)</a:t>
            </a:r>
          </a:p>
          <a:p>
            <a:endParaRPr lang="es-CL" dirty="0"/>
          </a:p>
        </p:txBody>
      </p:sp>
      <p:sp>
        <p:nvSpPr>
          <p:cNvPr id="8" name="Marcador de fecha 7">
            <a:extLst>
              <a:ext uri="{FF2B5EF4-FFF2-40B4-BE49-F238E27FC236}">
                <a16:creationId xmlns:a16="http://schemas.microsoft.com/office/drawing/2014/main" id="{B5EA0A74-FDBF-C733-BFFB-1820356F9AAF}"/>
              </a:ext>
            </a:extLst>
          </p:cNvPr>
          <p:cNvSpPr>
            <a:spLocks noGrp="1"/>
          </p:cNvSpPr>
          <p:nvPr>
            <p:ph type="dt" sz="half" idx="10"/>
          </p:nvPr>
        </p:nvSpPr>
        <p:spPr>
          <a:xfrm>
            <a:off x="1243585" y="7321090"/>
            <a:ext cx="2801907" cy="413808"/>
          </a:xfrm>
        </p:spPr>
        <p:txBody>
          <a:bodyPr/>
          <a:lstStyle/>
          <a:p>
            <a:fld id="{900C785C-13ED-41D7-AF68-C7ED06CF45D2}" type="datetime1">
              <a:rPr lang="en-US" smtClean="0"/>
              <a:pPr/>
              <a:t>1/30/2026</a:t>
            </a:fld>
            <a:endParaRPr lang="en-US" dirty="0"/>
          </a:p>
        </p:txBody>
      </p:sp>
      <p:sp>
        <p:nvSpPr>
          <p:cNvPr id="9" name="Marcador de pie de página 8">
            <a:extLst>
              <a:ext uri="{FF2B5EF4-FFF2-40B4-BE49-F238E27FC236}">
                <a16:creationId xmlns:a16="http://schemas.microsoft.com/office/drawing/2014/main" id="{91263305-EA23-E57B-31A0-2994CD6FDD5D}"/>
              </a:ext>
            </a:extLst>
          </p:cNvPr>
          <p:cNvSpPr>
            <a:spLocks noGrp="1"/>
          </p:cNvSpPr>
          <p:nvPr>
            <p:ph type="ftr" sz="quarter" idx="11"/>
          </p:nvPr>
        </p:nvSpPr>
        <p:spPr>
          <a:xfrm>
            <a:off x="4177676" y="7321090"/>
            <a:ext cx="5465845" cy="413808"/>
          </a:xfrm>
        </p:spPr>
        <p:txBody>
          <a:bodyPr/>
          <a:lstStyle/>
          <a:p>
            <a:r>
              <a:rPr lang="es-MX"/>
              <a:t>Revisión de Requerimientos de Sistema</a:t>
            </a:r>
            <a:endParaRPr lang="es-CL" dirty="0"/>
          </a:p>
        </p:txBody>
      </p:sp>
      <p:sp>
        <p:nvSpPr>
          <p:cNvPr id="10" name="Marcador de número de diapositiva 9">
            <a:extLst>
              <a:ext uri="{FF2B5EF4-FFF2-40B4-BE49-F238E27FC236}">
                <a16:creationId xmlns:a16="http://schemas.microsoft.com/office/drawing/2014/main" id="{D95C6A6C-4C2F-50A2-71FE-A820FF9D689B}"/>
              </a:ext>
            </a:extLst>
          </p:cNvPr>
          <p:cNvSpPr>
            <a:spLocks noGrp="1"/>
          </p:cNvSpPr>
          <p:nvPr>
            <p:ph type="sldNum" sz="quarter" idx="12"/>
          </p:nvPr>
        </p:nvSpPr>
        <p:spPr>
          <a:xfrm>
            <a:off x="11220519" y="7321090"/>
            <a:ext cx="1486962" cy="413808"/>
          </a:xfrm>
        </p:spPr>
        <p:txBody>
          <a:bodyPr/>
          <a:lstStyle/>
          <a:p>
            <a:fld id="{B6F15528-21DE-4FAA-801E-634DDDAF4B2B}" type="slidenum">
              <a:rPr lang="es-CL" smtClean="0"/>
              <a:pPr/>
              <a:t>38</a:t>
            </a:fld>
            <a:endParaRPr lang="es-CL" dirty="0"/>
          </a:p>
        </p:txBody>
      </p:sp>
      <p:pic>
        <p:nvPicPr>
          <p:cNvPr id="7" name="Imagen 6">
            <a:extLst>
              <a:ext uri="{FF2B5EF4-FFF2-40B4-BE49-F238E27FC236}">
                <a16:creationId xmlns:a16="http://schemas.microsoft.com/office/drawing/2014/main" id="{047423E9-3CBC-A738-8705-2C2350C105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0" cy="2574235"/>
          </a:xfrm>
          <a:prstGeom prst="rect">
            <a:avLst/>
          </a:prstGeom>
        </p:spPr>
      </p:pic>
    </p:spTree>
    <p:extLst>
      <p:ext uri="{BB962C8B-B14F-4D97-AF65-F5344CB8AC3E}">
        <p14:creationId xmlns:p14="http://schemas.microsoft.com/office/powerpoint/2010/main" val="1140522872"/>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20941</TotalTime>
  <Words>3264</Words>
  <Application>Microsoft Office PowerPoint</Application>
  <PresentationFormat>Personalizado</PresentationFormat>
  <Paragraphs>1115</Paragraphs>
  <Slides>38</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38</vt:i4>
      </vt:variant>
    </vt:vector>
  </HeadingPairs>
  <TitlesOfParts>
    <vt:vector size="42" baseType="lpstr">
      <vt:lpstr>Arial</vt:lpstr>
      <vt:lpstr>Calibri</vt:lpstr>
      <vt:lpstr>Calibri Light</vt:lpstr>
      <vt:lpstr>Retrospección</vt:lpstr>
      <vt:lpstr>Proyecto BIFROST</vt:lpstr>
      <vt:lpstr>Presentación de PowerPoint</vt:lpstr>
      <vt:lpstr>Objetivo de esta presentación</vt:lpstr>
      <vt:lpstr>Resumen técnico del CONOPS</vt:lpstr>
      <vt:lpstr>Descripción general del sistema</vt:lpstr>
      <vt:lpstr>Escenario de operación nominal</vt:lpstr>
      <vt:lpstr>Restricciones del sistema</vt:lpstr>
      <vt:lpstr>Requerimientos de usuario</vt:lpstr>
      <vt:lpstr>Presentación de PowerPoint</vt:lpstr>
      <vt:lpstr>Presentación de PowerPoint</vt:lpstr>
      <vt:lpstr>Presentación de PowerPoint</vt:lpstr>
      <vt:lpstr>Requerimientos de sistema</vt:lpstr>
      <vt:lpstr>Presentación de PowerPoint</vt:lpstr>
      <vt:lpstr>Presentación de PowerPoint</vt:lpstr>
      <vt:lpstr>Presentación de PowerPoint</vt:lpstr>
      <vt:lpstr>Presentación de PowerPoint</vt:lpstr>
      <vt:lpstr>Presentación de PowerPoint</vt:lpstr>
      <vt:lpstr>Presentación de PowerPoint</vt:lpstr>
      <vt:lpstr>Matriz de trazabilidad</vt:lpstr>
      <vt:lpstr>Presentación de PowerPoint</vt:lpstr>
      <vt:lpstr>Resumen de requerimientos</vt:lpstr>
      <vt:lpstr>Plan de ensayos</vt:lpstr>
      <vt:lpstr>Pruebas en tierra</vt:lpstr>
      <vt:lpstr>Ensayos Funcionales y Eléctricos</vt:lpstr>
      <vt:lpstr>Ensayos Ambientales y Mecánicos</vt:lpstr>
      <vt:lpstr>Compatibilidad Electromagnética (EMC)</vt:lpstr>
      <vt:lpstr>Validación en Órbita (IOV)</vt:lpstr>
      <vt:lpstr>Evaluación de riesgos</vt:lpstr>
      <vt:lpstr>Presentación de PowerPoint</vt:lpstr>
      <vt:lpstr>Presentación de PowerPoint</vt:lpstr>
      <vt:lpstr>Presentación de PowerPoint</vt:lpstr>
      <vt:lpstr>Resumen de la evaluación</vt:lpstr>
      <vt:lpstr>Estimación de costos</vt:lpstr>
      <vt:lpstr>Presentación de PowerPoint</vt:lpstr>
      <vt:lpstr>Pasos futuros</vt:lpstr>
      <vt:lpstr>Presentación de PowerPoint</vt:lpstr>
      <vt:lpstr>Presentación de PowerPoint</vt:lpstr>
      <vt:lpstr>Proyecto BIFROST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DTS 2020</dc:title>
  <dc:creator>Patricia Espinosa</dc:creator>
  <cp:lastModifiedBy>Practico IDI 2</cp:lastModifiedBy>
  <cp:revision>457</cp:revision>
  <dcterms:created xsi:type="dcterms:W3CDTF">2020-10-22T13:16:39Z</dcterms:created>
  <dcterms:modified xsi:type="dcterms:W3CDTF">2026-01-30T20:29:36Z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2020-10-22T00:00:00Z</vt:filetime>
  </property>
  <property fmtid="{D5CDD505-2E9C-101B-9397-08002B2CF9AE}" pid="3" name="Creator">
    <vt:lpwstr>Adobe Illustrator 25.0 (Windows)</vt:lpwstr>
  </property>
  <property fmtid="{D5CDD505-2E9C-101B-9397-08002B2CF9AE}" pid="4" name="LastSaved">
    <vt:filetime>2020-10-22T00:00:00Z</vt:filetime>
  </property>
</Properties>
</file>