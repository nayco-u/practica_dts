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75" r:id="rId3"/>
    <p:sldId id="257" r:id="rId4"/>
    <p:sldId id="276" r:id="rId5"/>
    <p:sldId id="277" r:id="rId6"/>
    <p:sldId id="279" r:id="rId7"/>
    <p:sldId id="280" r:id="rId8"/>
    <p:sldId id="278" r:id="rId9"/>
    <p:sldId id="258" r:id="rId10"/>
    <p:sldId id="259" r:id="rId11"/>
    <p:sldId id="282" r:id="rId12"/>
    <p:sldId id="284" r:id="rId13"/>
    <p:sldId id="281" r:id="rId14"/>
    <p:sldId id="285" r:id="rId15"/>
    <p:sldId id="286" r:id="rId16"/>
    <p:sldId id="288" r:id="rId17"/>
    <p:sldId id="289" r:id="rId18"/>
    <p:sldId id="290" r:id="rId19"/>
    <p:sldId id="260" r:id="rId20"/>
    <p:sldId id="268" r:id="rId21"/>
    <p:sldId id="269" r:id="rId22"/>
    <p:sldId id="270" r:id="rId23"/>
    <p:sldId id="265" r:id="rId24"/>
    <p:sldId id="272" r:id="rId25"/>
    <p:sldId id="273" r:id="rId26"/>
    <p:sldId id="274" r:id="rId27"/>
    <p:sldId id="266" r:id="rId28"/>
    <p:sldId id="267" r:id="rId29"/>
    <p:sldId id="264" r:id="rId30"/>
  </p:sldIdLst>
  <p:sldSz cx="13817600" cy="7772400"/>
  <p:notesSz cx="10058400" cy="77724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9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7" autoAdjust="0"/>
    <p:restoredTop sz="75783" autoAdjust="0"/>
  </p:normalViewPr>
  <p:slideViewPr>
    <p:cSldViewPr>
      <p:cViewPr varScale="1">
        <p:scale>
          <a:sx n="42" d="100"/>
          <a:sy n="42" d="100"/>
        </p:scale>
        <p:origin x="1228" y="44"/>
      </p:cViewPr>
      <p:guideLst>
        <p:guide orient="horz" pos="2880"/>
        <p:guide pos="296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02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EDEF88-6BA8-40C5-ACAB-AA00D7847D06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L"/>
        </a:p>
      </dgm:t>
    </dgm:pt>
    <dgm:pt modelId="{61176B72-5FA7-45F9-AA00-11CE7EC15BB8}">
      <dgm:prSet custT="1"/>
      <dgm:spPr>
        <a:solidFill>
          <a:srgbClr val="00B050"/>
        </a:solidFill>
      </dgm:spPr>
      <dgm:t>
        <a:bodyPr/>
        <a:lstStyle/>
        <a:p>
          <a:r>
            <a:rPr lang="es-CL" sz="2400" dirty="0"/>
            <a:t>Introducción</a:t>
          </a:r>
        </a:p>
      </dgm:t>
    </dgm:pt>
    <dgm:pt modelId="{DB8EA579-0DE1-4086-8C73-77D9FD270CD2}" type="parTrans" cxnId="{8C7A916F-2782-43FD-B17C-E3D19CCF1F6E}">
      <dgm:prSet/>
      <dgm:spPr/>
      <dgm:t>
        <a:bodyPr/>
        <a:lstStyle/>
        <a:p>
          <a:endParaRPr lang="es-CL"/>
        </a:p>
      </dgm:t>
    </dgm:pt>
    <dgm:pt modelId="{91E36602-6531-4EE5-9FB9-7B34B0E57375}" type="sibTrans" cxnId="{8C7A916F-2782-43FD-B17C-E3D19CCF1F6E}">
      <dgm:prSet/>
      <dgm:spPr/>
      <dgm:t>
        <a:bodyPr/>
        <a:lstStyle/>
        <a:p>
          <a:endParaRPr lang="es-CL"/>
        </a:p>
      </dgm:t>
    </dgm:pt>
    <dgm:pt modelId="{E3CF5693-B172-4E68-B8F4-1D8C54EE84A4}">
      <dgm:prSet custT="1"/>
      <dgm:spPr>
        <a:solidFill>
          <a:srgbClr val="00B050"/>
        </a:solidFill>
      </dgm:spPr>
      <dgm:t>
        <a:bodyPr/>
        <a:lstStyle/>
        <a:p>
          <a:r>
            <a:rPr lang="es-CL" sz="2400" dirty="0"/>
            <a:t>Descripción general del sistema</a:t>
          </a:r>
        </a:p>
      </dgm:t>
    </dgm:pt>
    <dgm:pt modelId="{8A704954-F8E8-4155-BA7E-E773F110E34C}" type="parTrans" cxnId="{B7C87E70-0124-453B-A1CC-B2BC908D0F97}">
      <dgm:prSet/>
      <dgm:spPr/>
      <dgm:t>
        <a:bodyPr/>
        <a:lstStyle/>
        <a:p>
          <a:endParaRPr lang="es-CL"/>
        </a:p>
      </dgm:t>
    </dgm:pt>
    <dgm:pt modelId="{39545C5B-1BF5-4FF5-98BB-BC95B526E8E1}" type="sibTrans" cxnId="{B7C87E70-0124-453B-A1CC-B2BC908D0F97}">
      <dgm:prSet/>
      <dgm:spPr/>
      <dgm:t>
        <a:bodyPr/>
        <a:lstStyle/>
        <a:p>
          <a:endParaRPr lang="es-CL"/>
        </a:p>
      </dgm:t>
    </dgm:pt>
    <dgm:pt modelId="{1833911C-5019-4C89-BC5C-C25E5042210D}">
      <dgm:prSet custT="1"/>
      <dgm:spPr>
        <a:solidFill>
          <a:srgbClr val="00B050"/>
        </a:solidFill>
      </dgm:spPr>
      <dgm:t>
        <a:bodyPr/>
        <a:lstStyle/>
        <a:p>
          <a:r>
            <a:rPr lang="es-CL" sz="2400" dirty="0"/>
            <a:t>Concepto de Operación</a:t>
          </a:r>
        </a:p>
      </dgm:t>
    </dgm:pt>
    <dgm:pt modelId="{9DF152BE-A081-4A88-B3B0-A0B2F5C54680}" type="parTrans" cxnId="{635311AF-F941-4253-A294-C59C7E12A21D}">
      <dgm:prSet/>
      <dgm:spPr/>
      <dgm:t>
        <a:bodyPr/>
        <a:lstStyle/>
        <a:p>
          <a:endParaRPr lang="es-CL"/>
        </a:p>
      </dgm:t>
    </dgm:pt>
    <dgm:pt modelId="{7A0356AE-C6D1-4C78-9A5F-B795784DF650}" type="sibTrans" cxnId="{635311AF-F941-4253-A294-C59C7E12A21D}">
      <dgm:prSet/>
      <dgm:spPr/>
      <dgm:t>
        <a:bodyPr/>
        <a:lstStyle/>
        <a:p>
          <a:endParaRPr lang="es-CL"/>
        </a:p>
      </dgm:t>
    </dgm:pt>
    <dgm:pt modelId="{94AB5034-D392-40DE-9DF0-06551C6ECAE8}">
      <dgm:prSet custT="1"/>
      <dgm:spPr>
        <a:solidFill>
          <a:srgbClr val="00B050"/>
        </a:solidFill>
      </dgm:spPr>
      <dgm:t>
        <a:bodyPr/>
        <a:lstStyle/>
        <a:p>
          <a:r>
            <a:rPr lang="es-CL" sz="2400" dirty="0"/>
            <a:t>Arquitectura funcional de la carga útil</a:t>
          </a:r>
        </a:p>
      </dgm:t>
    </dgm:pt>
    <dgm:pt modelId="{2D067073-2DA6-4F6B-B69B-DB06090BB142}" type="parTrans" cxnId="{34714D26-F0F7-417F-B7CD-FE3B9CF16E5C}">
      <dgm:prSet/>
      <dgm:spPr/>
      <dgm:t>
        <a:bodyPr/>
        <a:lstStyle/>
        <a:p>
          <a:endParaRPr lang="es-CL"/>
        </a:p>
      </dgm:t>
    </dgm:pt>
    <dgm:pt modelId="{3A869795-9B59-4BEE-8B43-F311383AFFEA}" type="sibTrans" cxnId="{34714D26-F0F7-417F-B7CD-FE3B9CF16E5C}">
      <dgm:prSet/>
      <dgm:spPr/>
      <dgm:t>
        <a:bodyPr/>
        <a:lstStyle/>
        <a:p>
          <a:endParaRPr lang="es-CL"/>
        </a:p>
      </dgm:t>
    </dgm:pt>
    <dgm:pt modelId="{634BF99D-8569-40E9-96D0-6F38A1914B69}">
      <dgm:prSet custT="1"/>
      <dgm:spPr>
        <a:solidFill>
          <a:srgbClr val="00B050"/>
        </a:solidFill>
      </dgm:spPr>
      <dgm:t>
        <a:bodyPr/>
        <a:lstStyle/>
        <a:p>
          <a:r>
            <a:rPr lang="es-CL" sz="2400" dirty="0"/>
            <a:t>Restricciones del sistema</a:t>
          </a:r>
        </a:p>
      </dgm:t>
    </dgm:pt>
    <dgm:pt modelId="{F258130F-A293-47E3-9606-AAF1E77567FB}" type="parTrans" cxnId="{4BAA2C4C-6591-4419-92B4-6619B20B56E6}">
      <dgm:prSet/>
      <dgm:spPr/>
      <dgm:t>
        <a:bodyPr/>
        <a:lstStyle/>
        <a:p>
          <a:endParaRPr lang="es-CL"/>
        </a:p>
      </dgm:t>
    </dgm:pt>
    <dgm:pt modelId="{ED90A73B-F8BE-4848-8C87-40D09405BD27}" type="sibTrans" cxnId="{4BAA2C4C-6591-4419-92B4-6619B20B56E6}">
      <dgm:prSet/>
      <dgm:spPr/>
      <dgm:t>
        <a:bodyPr/>
        <a:lstStyle/>
        <a:p>
          <a:endParaRPr lang="es-CL"/>
        </a:p>
      </dgm:t>
    </dgm:pt>
    <dgm:pt modelId="{CB11E655-648B-4C0C-824D-EF2417F07E3F}">
      <dgm:prSet custT="1"/>
      <dgm:spPr>
        <a:solidFill>
          <a:srgbClr val="00B050"/>
        </a:solidFill>
      </dgm:spPr>
      <dgm:t>
        <a:bodyPr/>
        <a:lstStyle/>
        <a:p>
          <a:r>
            <a:rPr lang="es-CL" sz="2400" dirty="0"/>
            <a:t>Pasos futuros</a:t>
          </a:r>
        </a:p>
      </dgm:t>
    </dgm:pt>
    <dgm:pt modelId="{FDDAD64B-D175-4D35-9294-4839F1540238}" type="parTrans" cxnId="{D55CA905-D303-405A-8B02-765274281BCE}">
      <dgm:prSet/>
      <dgm:spPr/>
      <dgm:t>
        <a:bodyPr/>
        <a:lstStyle/>
        <a:p>
          <a:endParaRPr lang="es-CL"/>
        </a:p>
      </dgm:t>
    </dgm:pt>
    <dgm:pt modelId="{BDB8F7DB-1143-4F33-9019-2B857C6715EB}" type="sibTrans" cxnId="{D55CA905-D303-405A-8B02-765274281BCE}">
      <dgm:prSet/>
      <dgm:spPr/>
      <dgm:t>
        <a:bodyPr/>
        <a:lstStyle/>
        <a:p>
          <a:endParaRPr lang="es-CL"/>
        </a:p>
      </dgm:t>
    </dgm:pt>
    <dgm:pt modelId="{517F708D-19B7-41F1-A8A4-66FFA514B8EC}" type="pres">
      <dgm:prSet presAssocID="{F9EDEF88-6BA8-40C5-ACAB-AA00D7847D06}" presName="linear" presStyleCnt="0">
        <dgm:presLayoutVars>
          <dgm:animLvl val="lvl"/>
          <dgm:resizeHandles val="exact"/>
        </dgm:presLayoutVars>
      </dgm:prSet>
      <dgm:spPr/>
    </dgm:pt>
    <dgm:pt modelId="{13397647-FAC0-4563-839E-02750E40AF7D}" type="pres">
      <dgm:prSet presAssocID="{61176B72-5FA7-45F9-AA00-11CE7EC15BB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DD4A9D8-5F7C-48DA-B814-AC4D5FEDE49E}" type="pres">
      <dgm:prSet presAssocID="{91E36602-6531-4EE5-9FB9-7B34B0E57375}" presName="spacer" presStyleCnt="0"/>
      <dgm:spPr/>
    </dgm:pt>
    <dgm:pt modelId="{F97FA539-10CE-4FB1-B71E-172E778B8AEA}" type="pres">
      <dgm:prSet presAssocID="{E3CF5693-B172-4E68-B8F4-1D8C54EE84A4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5632EAD-51F2-4745-9E88-366D19F2F3AD}" type="pres">
      <dgm:prSet presAssocID="{39545C5B-1BF5-4FF5-98BB-BC95B526E8E1}" presName="spacer" presStyleCnt="0"/>
      <dgm:spPr/>
    </dgm:pt>
    <dgm:pt modelId="{424BD861-D215-4912-912E-CAB1079C314B}" type="pres">
      <dgm:prSet presAssocID="{1833911C-5019-4C89-BC5C-C25E5042210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492AC84-D5D9-4D92-82E6-CFD60E158FC8}" type="pres">
      <dgm:prSet presAssocID="{7A0356AE-C6D1-4C78-9A5F-B795784DF650}" presName="spacer" presStyleCnt="0"/>
      <dgm:spPr/>
    </dgm:pt>
    <dgm:pt modelId="{4A05A56F-66C5-49E6-8191-FA35521B3546}" type="pres">
      <dgm:prSet presAssocID="{94AB5034-D392-40DE-9DF0-06551C6ECAE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B65C8BB-625B-4D03-AE95-0C0A80856703}" type="pres">
      <dgm:prSet presAssocID="{3A869795-9B59-4BEE-8B43-F311383AFFEA}" presName="spacer" presStyleCnt="0"/>
      <dgm:spPr/>
    </dgm:pt>
    <dgm:pt modelId="{18C07FBE-CA4E-4DAD-AE64-DC6917989DDE}" type="pres">
      <dgm:prSet presAssocID="{634BF99D-8569-40E9-96D0-6F38A1914B6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708C4FA-E13F-409A-9D9E-DDC9DC060981}" type="pres">
      <dgm:prSet presAssocID="{ED90A73B-F8BE-4848-8C87-40D09405BD27}" presName="spacer" presStyleCnt="0"/>
      <dgm:spPr/>
    </dgm:pt>
    <dgm:pt modelId="{C480E71F-C450-40B8-A6A3-5DC1B2F44E1F}" type="pres">
      <dgm:prSet presAssocID="{CB11E655-648B-4C0C-824D-EF2417F07E3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55CA905-D303-405A-8B02-765274281BCE}" srcId="{F9EDEF88-6BA8-40C5-ACAB-AA00D7847D06}" destId="{CB11E655-648B-4C0C-824D-EF2417F07E3F}" srcOrd="5" destOrd="0" parTransId="{FDDAD64B-D175-4D35-9294-4839F1540238}" sibTransId="{BDB8F7DB-1143-4F33-9019-2B857C6715EB}"/>
    <dgm:cxn modelId="{7A894E11-19BC-4814-8123-19FEC3215902}" type="presOf" srcId="{634BF99D-8569-40E9-96D0-6F38A1914B69}" destId="{18C07FBE-CA4E-4DAD-AE64-DC6917989DDE}" srcOrd="0" destOrd="0" presId="urn:microsoft.com/office/officeart/2005/8/layout/vList2"/>
    <dgm:cxn modelId="{34714D26-F0F7-417F-B7CD-FE3B9CF16E5C}" srcId="{F9EDEF88-6BA8-40C5-ACAB-AA00D7847D06}" destId="{94AB5034-D392-40DE-9DF0-06551C6ECAE8}" srcOrd="3" destOrd="0" parTransId="{2D067073-2DA6-4F6B-B69B-DB06090BB142}" sibTransId="{3A869795-9B59-4BEE-8B43-F311383AFFEA}"/>
    <dgm:cxn modelId="{9436F927-FF76-49F3-A1A2-BEB3A625EFCC}" type="presOf" srcId="{CB11E655-648B-4C0C-824D-EF2417F07E3F}" destId="{C480E71F-C450-40B8-A6A3-5DC1B2F44E1F}" srcOrd="0" destOrd="0" presId="urn:microsoft.com/office/officeart/2005/8/layout/vList2"/>
    <dgm:cxn modelId="{07009C49-2C6F-4ED2-9F7F-5396C594B75F}" type="presOf" srcId="{E3CF5693-B172-4E68-B8F4-1D8C54EE84A4}" destId="{F97FA539-10CE-4FB1-B71E-172E778B8AEA}" srcOrd="0" destOrd="0" presId="urn:microsoft.com/office/officeart/2005/8/layout/vList2"/>
    <dgm:cxn modelId="{4BAA2C4C-6591-4419-92B4-6619B20B56E6}" srcId="{F9EDEF88-6BA8-40C5-ACAB-AA00D7847D06}" destId="{634BF99D-8569-40E9-96D0-6F38A1914B69}" srcOrd="4" destOrd="0" parTransId="{F258130F-A293-47E3-9606-AAF1E77567FB}" sibTransId="{ED90A73B-F8BE-4848-8C87-40D09405BD27}"/>
    <dgm:cxn modelId="{8C7A916F-2782-43FD-B17C-E3D19CCF1F6E}" srcId="{F9EDEF88-6BA8-40C5-ACAB-AA00D7847D06}" destId="{61176B72-5FA7-45F9-AA00-11CE7EC15BB8}" srcOrd="0" destOrd="0" parTransId="{DB8EA579-0DE1-4086-8C73-77D9FD270CD2}" sibTransId="{91E36602-6531-4EE5-9FB9-7B34B0E57375}"/>
    <dgm:cxn modelId="{B7C87E70-0124-453B-A1CC-B2BC908D0F97}" srcId="{F9EDEF88-6BA8-40C5-ACAB-AA00D7847D06}" destId="{E3CF5693-B172-4E68-B8F4-1D8C54EE84A4}" srcOrd="1" destOrd="0" parTransId="{8A704954-F8E8-4155-BA7E-E773F110E34C}" sibTransId="{39545C5B-1BF5-4FF5-98BB-BC95B526E8E1}"/>
    <dgm:cxn modelId="{635311AF-F941-4253-A294-C59C7E12A21D}" srcId="{F9EDEF88-6BA8-40C5-ACAB-AA00D7847D06}" destId="{1833911C-5019-4C89-BC5C-C25E5042210D}" srcOrd="2" destOrd="0" parTransId="{9DF152BE-A081-4A88-B3B0-A0B2F5C54680}" sibTransId="{7A0356AE-C6D1-4C78-9A5F-B795784DF650}"/>
    <dgm:cxn modelId="{C26CFDB0-C525-4204-8E1F-C794C1BDD192}" type="presOf" srcId="{1833911C-5019-4C89-BC5C-C25E5042210D}" destId="{424BD861-D215-4912-912E-CAB1079C314B}" srcOrd="0" destOrd="0" presId="urn:microsoft.com/office/officeart/2005/8/layout/vList2"/>
    <dgm:cxn modelId="{240ECADD-7B0A-408B-88F6-7B4157CF113C}" type="presOf" srcId="{94AB5034-D392-40DE-9DF0-06551C6ECAE8}" destId="{4A05A56F-66C5-49E6-8191-FA35521B3546}" srcOrd="0" destOrd="0" presId="urn:microsoft.com/office/officeart/2005/8/layout/vList2"/>
    <dgm:cxn modelId="{A5ADB6DF-B16F-4E49-A699-1D840750C5CD}" type="presOf" srcId="{F9EDEF88-6BA8-40C5-ACAB-AA00D7847D06}" destId="{517F708D-19B7-41F1-A8A4-66FFA514B8EC}" srcOrd="0" destOrd="0" presId="urn:microsoft.com/office/officeart/2005/8/layout/vList2"/>
    <dgm:cxn modelId="{F56F0CE0-4897-4FF3-86A9-50E50C4B1164}" type="presOf" srcId="{61176B72-5FA7-45F9-AA00-11CE7EC15BB8}" destId="{13397647-FAC0-4563-839E-02750E40AF7D}" srcOrd="0" destOrd="0" presId="urn:microsoft.com/office/officeart/2005/8/layout/vList2"/>
    <dgm:cxn modelId="{42563D41-68BA-40BF-9D61-AD6E2EF8D853}" type="presParOf" srcId="{517F708D-19B7-41F1-A8A4-66FFA514B8EC}" destId="{13397647-FAC0-4563-839E-02750E40AF7D}" srcOrd="0" destOrd="0" presId="urn:microsoft.com/office/officeart/2005/8/layout/vList2"/>
    <dgm:cxn modelId="{32BBB3E3-E79E-44B8-8F06-E4D7F049C638}" type="presParOf" srcId="{517F708D-19B7-41F1-A8A4-66FFA514B8EC}" destId="{5DD4A9D8-5F7C-48DA-B814-AC4D5FEDE49E}" srcOrd="1" destOrd="0" presId="urn:microsoft.com/office/officeart/2005/8/layout/vList2"/>
    <dgm:cxn modelId="{9D17D9C2-421D-4B81-A8F6-679A9834D051}" type="presParOf" srcId="{517F708D-19B7-41F1-A8A4-66FFA514B8EC}" destId="{F97FA539-10CE-4FB1-B71E-172E778B8AEA}" srcOrd="2" destOrd="0" presId="urn:microsoft.com/office/officeart/2005/8/layout/vList2"/>
    <dgm:cxn modelId="{CE0A7D58-1EAA-45EA-9D17-D5EF35EA16FB}" type="presParOf" srcId="{517F708D-19B7-41F1-A8A4-66FFA514B8EC}" destId="{45632EAD-51F2-4745-9E88-366D19F2F3AD}" srcOrd="3" destOrd="0" presId="urn:microsoft.com/office/officeart/2005/8/layout/vList2"/>
    <dgm:cxn modelId="{225BD645-C5DA-44E1-9F8F-75AAB9ED03B3}" type="presParOf" srcId="{517F708D-19B7-41F1-A8A4-66FFA514B8EC}" destId="{424BD861-D215-4912-912E-CAB1079C314B}" srcOrd="4" destOrd="0" presId="urn:microsoft.com/office/officeart/2005/8/layout/vList2"/>
    <dgm:cxn modelId="{01C81C00-906B-4A4D-8121-8B3B9E2383F2}" type="presParOf" srcId="{517F708D-19B7-41F1-A8A4-66FFA514B8EC}" destId="{F492AC84-D5D9-4D92-82E6-CFD60E158FC8}" srcOrd="5" destOrd="0" presId="urn:microsoft.com/office/officeart/2005/8/layout/vList2"/>
    <dgm:cxn modelId="{2CB976D4-E515-4CE6-80A7-4E43AA5760A0}" type="presParOf" srcId="{517F708D-19B7-41F1-A8A4-66FFA514B8EC}" destId="{4A05A56F-66C5-49E6-8191-FA35521B3546}" srcOrd="6" destOrd="0" presId="urn:microsoft.com/office/officeart/2005/8/layout/vList2"/>
    <dgm:cxn modelId="{BB369F4E-02A4-48F2-8D78-760625471D6F}" type="presParOf" srcId="{517F708D-19B7-41F1-A8A4-66FFA514B8EC}" destId="{6B65C8BB-625B-4D03-AE95-0C0A80856703}" srcOrd="7" destOrd="0" presId="urn:microsoft.com/office/officeart/2005/8/layout/vList2"/>
    <dgm:cxn modelId="{E4041E9F-C0BC-4AFF-AF9B-DC8FDD9B92FF}" type="presParOf" srcId="{517F708D-19B7-41F1-A8A4-66FFA514B8EC}" destId="{18C07FBE-CA4E-4DAD-AE64-DC6917989DDE}" srcOrd="8" destOrd="0" presId="urn:microsoft.com/office/officeart/2005/8/layout/vList2"/>
    <dgm:cxn modelId="{C1A04A42-58BD-40B1-ACEA-BE58EB789FC1}" type="presParOf" srcId="{517F708D-19B7-41F1-A8A4-66FFA514B8EC}" destId="{B708C4FA-E13F-409A-9D9E-DDC9DC060981}" srcOrd="9" destOrd="0" presId="urn:microsoft.com/office/officeart/2005/8/layout/vList2"/>
    <dgm:cxn modelId="{717AE2A3-0226-49F5-AF5D-55A60756D0CD}" type="presParOf" srcId="{517F708D-19B7-41F1-A8A4-66FFA514B8EC}" destId="{C480E71F-C450-40B8-A6A3-5DC1B2F44E1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B6C3D2-C791-4E71-A044-E600BC361E8A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L"/>
        </a:p>
      </dgm:t>
    </dgm:pt>
    <dgm:pt modelId="{97718CEC-DEEE-46E6-9ACC-48E5897093B5}">
      <dgm:prSet custT="1"/>
      <dgm:spPr>
        <a:solidFill>
          <a:srgbClr val="00B050"/>
        </a:solidFill>
      </dgm:spPr>
      <dgm:t>
        <a:bodyPr/>
        <a:lstStyle/>
        <a:p>
          <a:r>
            <a:rPr lang="es-CL" sz="3200" b="0" i="0" baseline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Necesidad de conectividad en zonas remotas de Chile</a:t>
          </a:r>
          <a:endParaRPr lang="es-CL" sz="320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0B1B2EBC-B376-409B-81EC-928ECD06FE94}" type="parTrans" cxnId="{2F95513B-1820-4A7D-9A08-422513D5DB82}">
      <dgm:prSet/>
      <dgm:spPr/>
      <dgm:t>
        <a:bodyPr/>
        <a:lstStyle/>
        <a:p>
          <a:endParaRPr lang="es-CL"/>
        </a:p>
      </dgm:t>
    </dgm:pt>
    <dgm:pt modelId="{4AD7844A-B162-4557-904E-E21061CB4EAD}" type="sibTrans" cxnId="{2F95513B-1820-4A7D-9A08-422513D5DB82}">
      <dgm:prSet/>
      <dgm:spPr/>
      <dgm:t>
        <a:bodyPr/>
        <a:lstStyle/>
        <a:p>
          <a:endParaRPr lang="es-CL"/>
        </a:p>
      </dgm:t>
    </dgm:pt>
    <dgm:pt modelId="{0D322E6B-5E43-4785-BC1E-3B5962D4A829}">
      <dgm:prSet custT="1"/>
      <dgm:spPr>
        <a:solidFill>
          <a:srgbClr val="00B050"/>
        </a:solidFill>
      </dgm:spPr>
      <dgm:t>
        <a:bodyPr/>
        <a:lstStyle/>
        <a:p>
          <a:r>
            <a:rPr lang="es-CL" sz="3200" b="0" i="0" baseline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Limitaciones de infraestructura terrestre</a:t>
          </a:r>
          <a:endParaRPr lang="es-CL" sz="320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F22FFD52-1570-47EF-A159-348E3530EF37}" type="parTrans" cxnId="{B1E71E3D-BE97-4237-9A52-DC96A87CC0CC}">
      <dgm:prSet/>
      <dgm:spPr/>
      <dgm:t>
        <a:bodyPr/>
        <a:lstStyle/>
        <a:p>
          <a:endParaRPr lang="es-CL"/>
        </a:p>
      </dgm:t>
    </dgm:pt>
    <dgm:pt modelId="{CEE3EA30-2C58-4124-8A3B-A8D90C8F3786}" type="sibTrans" cxnId="{B1E71E3D-BE97-4237-9A52-DC96A87CC0CC}">
      <dgm:prSet/>
      <dgm:spPr/>
      <dgm:t>
        <a:bodyPr/>
        <a:lstStyle/>
        <a:p>
          <a:endParaRPr lang="es-CL"/>
        </a:p>
      </dgm:t>
    </dgm:pt>
    <dgm:pt modelId="{EF0D05A5-1211-4118-A29B-111C363EE0D4}">
      <dgm:prSet custT="1"/>
      <dgm:spPr>
        <a:solidFill>
          <a:srgbClr val="00B050"/>
        </a:solidFill>
      </dgm:spPr>
      <dgm:t>
        <a:bodyPr/>
        <a:lstStyle/>
        <a:p>
          <a:r>
            <a:rPr lang="es-CL" sz="3200" b="0" i="0" baseline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Interés nacional en desarrollar capacidades espaciales</a:t>
          </a:r>
          <a:endParaRPr lang="es-CL" sz="320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747DB371-FC96-41A1-BAE6-45DE13394C2E}" type="parTrans" cxnId="{D71906D9-9A5B-4C24-A346-DF0BE3293362}">
      <dgm:prSet/>
      <dgm:spPr/>
      <dgm:t>
        <a:bodyPr/>
        <a:lstStyle/>
        <a:p>
          <a:endParaRPr lang="es-CL"/>
        </a:p>
      </dgm:t>
    </dgm:pt>
    <dgm:pt modelId="{BC971EF9-95EA-46CB-BE43-56BC36E06768}" type="sibTrans" cxnId="{D71906D9-9A5B-4C24-A346-DF0BE3293362}">
      <dgm:prSet/>
      <dgm:spPr/>
      <dgm:t>
        <a:bodyPr/>
        <a:lstStyle/>
        <a:p>
          <a:endParaRPr lang="es-CL"/>
        </a:p>
      </dgm:t>
    </dgm:pt>
    <dgm:pt modelId="{ADA7554B-98C3-4EB5-831F-37110035A528}">
      <dgm:prSet custT="1"/>
      <dgm:spPr>
        <a:solidFill>
          <a:srgbClr val="00B050"/>
        </a:solidFill>
      </dgm:spPr>
      <dgm:t>
        <a:bodyPr/>
        <a:lstStyle/>
        <a:p>
          <a:r>
            <a:rPr lang="es-CL" sz="3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Colaboración estratégica entre DTS e INVAP</a:t>
          </a:r>
        </a:p>
      </dgm:t>
    </dgm:pt>
    <dgm:pt modelId="{2168974E-4B17-4721-85AF-CF7480641E4C}" type="parTrans" cxnId="{07284CA5-4423-4E5B-9ECA-D32E06A21F96}">
      <dgm:prSet/>
      <dgm:spPr/>
      <dgm:t>
        <a:bodyPr/>
        <a:lstStyle/>
        <a:p>
          <a:endParaRPr lang="es-CL"/>
        </a:p>
      </dgm:t>
    </dgm:pt>
    <dgm:pt modelId="{A50C2E28-BB0E-4EBC-8B52-9C72B143D8EC}" type="sibTrans" cxnId="{07284CA5-4423-4E5B-9ECA-D32E06A21F96}">
      <dgm:prSet/>
      <dgm:spPr/>
      <dgm:t>
        <a:bodyPr/>
        <a:lstStyle/>
        <a:p>
          <a:endParaRPr lang="es-CL"/>
        </a:p>
      </dgm:t>
    </dgm:pt>
    <dgm:pt modelId="{448238CB-170C-4278-9318-1EF7FECBC207}" type="pres">
      <dgm:prSet presAssocID="{0FB6C3D2-C791-4E71-A044-E600BC361E8A}" presName="linear" presStyleCnt="0">
        <dgm:presLayoutVars>
          <dgm:animLvl val="lvl"/>
          <dgm:resizeHandles val="exact"/>
        </dgm:presLayoutVars>
      </dgm:prSet>
      <dgm:spPr/>
    </dgm:pt>
    <dgm:pt modelId="{50DA5FF7-B456-4083-AA53-DA7A7D74F42D}" type="pres">
      <dgm:prSet presAssocID="{97718CEC-DEEE-46E6-9ACC-48E5897093B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4351218-0E4F-4C3E-82D1-0C6B2723B351}" type="pres">
      <dgm:prSet presAssocID="{4AD7844A-B162-4557-904E-E21061CB4EAD}" presName="spacer" presStyleCnt="0"/>
      <dgm:spPr/>
    </dgm:pt>
    <dgm:pt modelId="{4D6D2758-2F44-4E06-97EE-6C6837CB411B}" type="pres">
      <dgm:prSet presAssocID="{0D322E6B-5E43-4785-BC1E-3B5962D4A82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81D0BBB-AD91-4E7D-AB9B-87E07AF1D70E}" type="pres">
      <dgm:prSet presAssocID="{CEE3EA30-2C58-4124-8A3B-A8D90C8F3786}" presName="spacer" presStyleCnt="0"/>
      <dgm:spPr/>
    </dgm:pt>
    <dgm:pt modelId="{137384E5-5A89-4D5F-BAA8-6220012AA097}" type="pres">
      <dgm:prSet presAssocID="{EF0D05A5-1211-4118-A29B-111C363EE0D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D93EFC7-E433-43AC-8BAA-A9D27A026B03}" type="pres">
      <dgm:prSet presAssocID="{BC971EF9-95EA-46CB-BE43-56BC36E06768}" presName="spacer" presStyleCnt="0"/>
      <dgm:spPr/>
    </dgm:pt>
    <dgm:pt modelId="{63F40949-B1EF-476A-A046-3615712BC77F}" type="pres">
      <dgm:prSet presAssocID="{ADA7554B-98C3-4EB5-831F-37110035A52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F95513B-1820-4A7D-9A08-422513D5DB82}" srcId="{0FB6C3D2-C791-4E71-A044-E600BC361E8A}" destId="{97718CEC-DEEE-46E6-9ACC-48E5897093B5}" srcOrd="0" destOrd="0" parTransId="{0B1B2EBC-B376-409B-81EC-928ECD06FE94}" sibTransId="{4AD7844A-B162-4557-904E-E21061CB4EAD}"/>
    <dgm:cxn modelId="{B1E71E3D-BE97-4237-9A52-DC96A87CC0CC}" srcId="{0FB6C3D2-C791-4E71-A044-E600BC361E8A}" destId="{0D322E6B-5E43-4785-BC1E-3B5962D4A829}" srcOrd="1" destOrd="0" parTransId="{F22FFD52-1570-47EF-A159-348E3530EF37}" sibTransId="{CEE3EA30-2C58-4124-8A3B-A8D90C8F3786}"/>
    <dgm:cxn modelId="{5C62EA74-3D7E-4FD7-9C5F-D0884AE4BF52}" type="presOf" srcId="{0FB6C3D2-C791-4E71-A044-E600BC361E8A}" destId="{448238CB-170C-4278-9318-1EF7FECBC207}" srcOrd="0" destOrd="0" presId="urn:microsoft.com/office/officeart/2005/8/layout/vList2"/>
    <dgm:cxn modelId="{2F6E2978-6FB3-4037-AD04-129D8346384E}" type="presOf" srcId="{EF0D05A5-1211-4118-A29B-111C363EE0D4}" destId="{137384E5-5A89-4D5F-BAA8-6220012AA097}" srcOrd="0" destOrd="0" presId="urn:microsoft.com/office/officeart/2005/8/layout/vList2"/>
    <dgm:cxn modelId="{AB88E978-9F58-494E-B30D-8246C3BD6836}" type="presOf" srcId="{0D322E6B-5E43-4785-BC1E-3B5962D4A829}" destId="{4D6D2758-2F44-4E06-97EE-6C6837CB411B}" srcOrd="0" destOrd="0" presId="urn:microsoft.com/office/officeart/2005/8/layout/vList2"/>
    <dgm:cxn modelId="{C713A579-4E24-4851-8606-B9FF21E48C79}" type="presOf" srcId="{ADA7554B-98C3-4EB5-831F-37110035A528}" destId="{63F40949-B1EF-476A-A046-3615712BC77F}" srcOrd="0" destOrd="0" presId="urn:microsoft.com/office/officeart/2005/8/layout/vList2"/>
    <dgm:cxn modelId="{7D91459D-3AEF-4573-B375-2CEE3675B40B}" type="presOf" srcId="{97718CEC-DEEE-46E6-9ACC-48E5897093B5}" destId="{50DA5FF7-B456-4083-AA53-DA7A7D74F42D}" srcOrd="0" destOrd="0" presId="urn:microsoft.com/office/officeart/2005/8/layout/vList2"/>
    <dgm:cxn modelId="{07284CA5-4423-4E5B-9ECA-D32E06A21F96}" srcId="{0FB6C3D2-C791-4E71-A044-E600BC361E8A}" destId="{ADA7554B-98C3-4EB5-831F-37110035A528}" srcOrd="3" destOrd="0" parTransId="{2168974E-4B17-4721-85AF-CF7480641E4C}" sibTransId="{A50C2E28-BB0E-4EBC-8B52-9C72B143D8EC}"/>
    <dgm:cxn modelId="{D71906D9-9A5B-4C24-A346-DF0BE3293362}" srcId="{0FB6C3D2-C791-4E71-A044-E600BC361E8A}" destId="{EF0D05A5-1211-4118-A29B-111C363EE0D4}" srcOrd="2" destOrd="0" parTransId="{747DB371-FC96-41A1-BAE6-45DE13394C2E}" sibTransId="{BC971EF9-95EA-46CB-BE43-56BC36E06768}"/>
    <dgm:cxn modelId="{E0526E88-FAB0-4AD0-8399-D753D9CE81F6}" type="presParOf" srcId="{448238CB-170C-4278-9318-1EF7FECBC207}" destId="{50DA5FF7-B456-4083-AA53-DA7A7D74F42D}" srcOrd="0" destOrd="0" presId="urn:microsoft.com/office/officeart/2005/8/layout/vList2"/>
    <dgm:cxn modelId="{88803482-E074-4225-87ED-D471BD3C22D3}" type="presParOf" srcId="{448238CB-170C-4278-9318-1EF7FECBC207}" destId="{B4351218-0E4F-4C3E-82D1-0C6B2723B351}" srcOrd="1" destOrd="0" presId="urn:microsoft.com/office/officeart/2005/8/layout/vList2"/>
    <dgm:cxn modelId="{60AA6C63-12A1-4C23-BBAE-5BF76BC8BC71}" type="presParOf" srcId="{448238CB-170C-4278-9318-1EF7FECBC207}" destId="{4D6D2758-2F44-4E06-97EE-6C6837CB411B}" srcOrd="2" destOrd="0" presId="urn:microsoft.com/office/officeart/2005/8/layout/vList2"/>
    <dgm:cxn modelId="{B74228DB-0FA3-428E-9F27-19E052C5D762}" type="presParOf" srcId="{448238CB-170C-4278-9318-1EF7FECBC207}" destId="{581D0BBB-AD91-4E7D-AB9B-87E07AF1D70E}" srcOrd="3" destOrd="0" presId="urn:microsoft.com/office/officeart/2005/8/layout/vList2"/>
    <dgm:cxn modelId="{3F3680B3-3271-476B-94AF-F95B6FB8DF33}" type="presParOf" srcId="{448238CB-170C-4278-9318-1EF7FECBC207}" destId="{137384E5-5A89-4D5F-BAA8-6220012AA097}" srcOrd="4" destOrd="0" presId="urn:microsoft.com/office/officeart/2005/8/layout/vList2"/>
    <dgm:cxn modelId="{C7EE2F66-75FC-4359-97DC-030FBAC53BE8}" type="presParOf" srcId="{448238CB-170C-4278-9318-1EF7FECBC207}" destId="{5D93EFC7-E433-43AC-8BAA-A9D27A026B03}" srcOrd="5" destOrd="0" presId="urn:microsoft.com/office/officeart/2005/8/layout/vList2"/>
    <dgm:cxn modelId="{48CEC613-3887-4796-8B06-D357140EFE38}" type="presParOf" srcId="{448238CB-170C-4278-9318-1EF7FECBC207}" destId="{63F40949-B1EF-476A-A046-3615712BC77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BC4A90C-95DF-4CBE-AAC2-9281F71E1BCE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L"/>
        </a:p>
      </dgm:t>
    </dgm:pt>
    <dgm:pt modelId="{62864E5C-B105-471F-AC4C-3CFFCA24E668}">
      <dgm:prSet custT="1"/>
      <dgm:spPr>
        <a:solidFill>
          <a:srgbClr val="00B050"/>
        </a:solidFill>
      </dgm:spPr>
      <dgm:t>
        <a:bodyPr/>
        <a:lstStyle/>
        <a:p>
          <a:r>
            <a:rPr lang="es-CL" sz="3200" b="0" i="0" baseline="0" dirty="0">
              <a:latin typeface="Lato" panose="020F0502020204030203" pitchFamily="34" charset="0"/>
              <a:cs typeface="Lato" panose="020F0502020204030203" pitchFamily="34" charset="0"/>
            </a:rPr>
            <a:t>Misión de carácter experimental</a:t>
          </a:r>
          <a:endParaRPr lang="es-CL" sz="3200" dirty="0">
            <a:latin typeface="Lato" panose="020F0502020204030203" pitchFamily="34" charset="0"/>
            <a:cs typeface="Lato" panose="020F0502020204030203" pitchFamily="34" charset="0"/>
          </a:endParaRPr>
        </a:p>
      </dgm:t>
    </dgm:pt>
    <dgm:pt modelId="{1DA64FE5-3215-4DB7-8E7E-30161FE86BB2}" type="parTrans" cxnId="{4B97FDB1-8268-480F-927C-25DEBCBBACFA}">
      <dgm:prSet/>
      <dgm:spPr/>
      <dgm:t>
        <a:bodyPr/>
        <a:lstStyle/>
        <a:p>
          <a:endParaRPr lang="es-CL"/>
        </a:p>
      </dgm:t>
    </dgm:pt>
    <dgm:pt modelId="{7BEF9A7F-44C1-4EAB-8829-7E17A742D1F5}" type="sibTrans" cxnId="{4B97FDB1-8268-480F-927C-25DEBCBBACFA}">
      <dgm:prSet/>
      <dgm:spPr/>
      <dgm:t>
        <a:bodyPr/>
        <a:lstStyle/>
        <a:p>
          <a:endParaRPr lang="es-CL"/>
        </a:p>
      </dgm:t>
    </dgm:pt>
    <dgm:pt modelId="{0AF0665D-F33D-4DEB-965C-201DA0C155D9}">
      <dgm:prSet custT="1"/>
      <dgm:spPr>
        <a:solidFill>
          <a:srgbClr val="00B050"/>
        </a:solidFill>
      </dgm:spPr>
      <dgm:t>
        <a:bodyPr/>
        <a:lstStyle/>
        <a:p>
          <a:r>
            <a:rPr lang="es-CL" sz="3200" b="0" i="0" baseline="0" dirty="0">
              <a:latin typeface="Lato" panose="020F0502020204030203" pitchFamily="34" charset="0"/>
              <a:cs typeface="Lato" panose="020F0502020204030203" pitchFamily="34" charset="0"/>
            </a:rPr>
            <a:t>Validar concepto de Store &amp; Forward satelital</a:t>
          </a:r>
          <a:endParaRPr lang="es-CL" sz="3200" dirty="0">
            <a:latin typeface="Lato" panose="020F0502020204030203" pitchFamily="34" charset="0"/>
            <a:cs typeface="Lato" panose="020F0502020204030203" pitchFamily="34" charset="0"/>
          </a:endParaRPr>
        </a:p>
      </dgm:t>
    </dgm:pt>
    <dgm:pt modelId="{0BDF826D-BD01-4D25-9735-115FA68D98F7}" type="parTrans" cxnId="{A2DDB43A-07A2-4DE3-AA79-9C7758D1A14C}">
      <dgm:prSet/>
      <dgm:spPr/>
      <dgm:t>
        <a:bodyPr/>
        <a:lstStyle/>
        <a:p>
          <a:endParaRPr lang="es-CL"/>
        </a:p>
      </dgm:t>
    </dgm:pt>
    <dgm:pt modelId="{54D66582-F24C-41CD-A24A-81E2FEB31050}" type="sibTrans" cxnId="{A2DDB43A-07A2-4DE3-AA79-9C7758D1A14C}">
      <dgm:prSet/>
      <dgm:spPr/>
      <dgm:t>
        <a:bodyPr/>
        <a:lstStyle/>
        <a:p>
          <a:endParaRPr lang="es-CL"/>
        </a:p>
      </dgm:t>
    </dgm:pt>
    <dgm:pt modelId="{87AFCA00-D291-433E-A38F-90A689DC24E1}">
      <dgm:prSet custT="1"/>
      <dgm:spPr>
        <a:solidFill>
          <a:srgbClr val="00B050"/>
        </a:solidFill>
      </dgm:spPr>
      <dgm:t>
        <a:bodyPr/>
        <a:lstStyle/>
        <a:p>
          <a:r>
            <a:rPr lang="es-CL" sz="3200" b="0" i="0" baseline="0" dirty="0">
              <a:latin typeface="Lato" panose="020F0502020204030203" pitchFamily="34" charset="0"/>
              <a:cs typeface="Lato" panose="020F0502020204030203" pitchFamily="34" charset="0"/>
            </a:rPr>
            <a:t>Integración en satélite CubeSat 12U en órbita LEO</a:t>
          </a:r>
          <a:endParaRPr lang="es-CL" sz="3200" dirty="0">
            <a:latin typeface="Lato" panose="020F0502020204030203" pitchFamily="34" charset="0"/>
            <a:cs typeface="Lato" panose="020F0502020204030203" pitchFamily="34" charset="0"/>
          </a:endParaRPr>
        </a:p>
      </dgm:t>
    </dgm:pt>
    <dgm:pt modelId="{160A9288-33FF-4D1D-AD34-4E352F07C97D}" type="parTrans" cxnId="{23EB3474-4D82-4022-9D9C-A00069743677}">
      <dgm:prSet/>
      <dgm:spPr/>
      <dgm:t>
        <a:bodyPr/>
        <a:lstStyle/>
        <a:p>
          <a:endParaRPr lang="es-CL"/>
        </a:p>
      </dgm:t>
    </dgm:pt>
    <dgm:pt modelId="{C088BBB4-6C01-4848-9177-80A0B2ACEBA3}" type="sibTrans" cxnId="{23EB3474-4D82-4022-9D9C-A00069743677}">
      <dgm:prSet/>
      <dgm:spPr/>
      <dgm:t>
        <a:bodyPr/>
        <a:lstStyle/>
        <a:p>
          <a:endParaRPr lang="es-CL"/>
        </a:p>
      </dgm:t>
    </dgm:pt>
    <dgm:pt modelId="{944D17D4-B635-42E7-A66D-840AED079A68}">
      <dgm:prSet custT="1"/>
      <dgm:spPr>
        <a:solidFill>
          <a:srgbClr val="00B050"/>
        </a:solidFill>
      </dgm:spPr>
      <dgm:t>
        <a:bodyPr/>
        <a:lstStyle/>
        <a:p>
          <a:r>
            <a:rPr lang="es-CL" sz="3200" b="0" i="0" baseline="0" dirty="0">
              <a:latin typeface="Lato" panose="020F0502020204030203" pitchFamily="34" charset="0"/>
              <a:cs typeface="Lato" panose="020F0502020204030203" pitchFamily="34" charset="0"/>
            </a:rPr>
            <a:t>Proyecto en fase conceptual</a:t>
          </a:r>
          <a:endParaRPr lang="es-CL" sz="3200" dirty="0">
            <a:latin typeface="Lato" panose="020F0502020204030203" pitchFamily="34" charset="0"/>
            <a:cs typeface="Lato" panose="020F0502020204030203" pitchFamily="34" charset="0"/>
          </a:endParaRPr>
        </a:p>
      </dgm:t>
    </dgm:pt>
    <dgm:pt modelId="{3374236A-2B51-458B-A74D-46D2CF559940}" type="parTrans" cxnId="{4BF25177-7659-488B-A3A8-007277FB6977}">
      <dgm:prSet/>
      <dgm:spPr/>
      <dgm:t>
        <a:bodyPr/>
        <a:lstStyle/>
        <a:p>
          <a:endParaRPr lang="es-CL"/>
        </a:p>
      </dgm:t>
    </dgm:pt>
    <dgm:pt modelId="{516FC6F4-0CA6-418C-887C-C88419E562B3}" type="sibTrans" cxnId="{4BF25177-7659-488B-A3A8-007277FB6977}">
      <dgm:prSet/>
      <dgm:spPr/>
      <dgm:t>
        <a:bodyPr/>
        <a:lstStyle/>
        <a:p>
          <a:endParaRPr lang="es-CL"/>
        </a:p>
      </dgm:t>
    </dgm:pt>
    <dgm:pt modelId="{BA830FAA-5EF0-423B-9AA0-51A194FA6DF6}" type="pres">
      <dgm:prSet presAssocID="{0BC4A90C-95DF-4CBE-AAC2-9281F71E1BCE}" presName="linear" presStyleCnt="0">
        <dgm:presLayoutVars>
          <dgm:animLvl val="lvl"/>
          <dgm:resizeHandles val="exact"/>
        </dgm:presLayoutVars>
      </dgm:prSet>
      <dgm:spPr/>
    </dgm:pt>
    <dgm:pt modelId="{C9CEFAFC-8FF5-49F5-86B5-084623327F90}" type="pres">
      <dgm:prSet presAssocID="{62864E5C-B105-471F-AC4C-3CFFCA24E66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7F36C91-24A8-456D-9230-9E74BAC207DD}" type="pres">
      <dgm:prSet presAssocID="{7BEF9A7F-44C1-4EAB-8829-7E17A742D1F5}" presName="spacer" presStyleCnt="0"/>
      <dgm:spPr/>
    </dgm:pt>
    <dgm:pt modelId="{59E8C64F-DA63-483E-9B7F-46748DC9C1E9}" type="pres">
      <dgm:prSet presAssocID="{0AF0665D-F33D-4DEB-965C-201DA0C155D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BD233AA-FD88-427C-AD7C-ED36F682D033}" type="pres">
      <dgm:prSet presAssocID="{54D66582-F24C-41CD-A24A-81E2FEB31050}" presName="spacer" presStyleCnt="0"/>
      <dgm:spPr/>
    </dgm:pt>
    <dgm:pt modelId="{B35FE9CF-E9ED-4741-8545-57087B5EC4A1}" type="pres">
      <dgm:prSet presAssocID="{87AFCA00-D291-433E-A38F-90A689DC24E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F2E31E9-CB1C-4CD4-8B9A-33F8F1DEFE7F}" type="pres">
      <dgm:prSet presAssocID="{C088BBB4-6C01-4848-9177-80A0B2ACEBA3}" presName="spacer" presStyleCnt="0"/>
      <dgm:spPr/>
    </dgm:pt>
    <dgm:pt modelId="{A6D248BF-07DC-4093-BA40-DEF4E4939416}" type="pres">
      <dgm:prSet presAssocID="{944D17D4-B635-42E7-A66D-840AED079A6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F95C904-3370-40FE-AB53-FC9F9057ED0E}" type="presOf" srcId="{87AFCA00-D291-433E-A38F-90A689DC24E1}" destId="{B35FE9CF-E9ED-4741-8545-57087B5EC4A1}" srcOrd="0" destOrd="0" presId="urn:microsoft.com/office/officeart/2005/8/layout/vList2"/>
    <dgm:cxn modelId="{D1DE8412-1814-4DA2-B160-0D011E68908D}" type="presOf" srcId="{62864E5C-B105-471F-AC4C-3CFFCA24E668}" destId="{C9CEFAFC-8FF5-49F5-86B5-084623327F90}" srcOrd="0" destOrd="0" presId="urn:microsoft.com/office/officeart/2005/8/layout/vList2"/>
    <dgm:cxn modelId="{61A89A2C-8542-4380-946B-F038501CF84C}" type="presOf" srcId="{0BC4A90C-95DF-4CBE-AAC2-9281F71E1BCE}" destId="{BA830FAA-5EF0-423B-9AA0-51A194FA6DF6}" srcOrd="0" destOrd="0" presId="urn:microsoft.com/office/officeart/2005/8/layout/vList2"/>
    <dgm:cxn modelId="{0CF35439-32C5-4233-A801-6EFAFA04AA81}" type="presOf" srcId="{944D17D4-B635-42E7-A66D-840AED079A68}" destId="{A6D248BF-07DC-4093-BA40-DEF4E4939416}" srcOrd="0" destOrd="0" presId="urn:microsoft.com/office/officeart/2005/8/layout/vList2"/>
    <dgm:cxn modelId="{A2DDB43A-07A2-4DE3-AA79-9C7758D1A14C}" srcId="{0BC4A90C-95DF-4CBE-AAC2-9281F71E1BCE}" destId="{0AF0665D-F33D-4DEB-965C-201DA0C155D9}" srcOrd="1" destOrd="0" parTransId="{0BDF826D-BD01-4D25-9735-115FA68D98F7}" sibTransId="{54D66582-F24C-41CD-A24A-81E2FEB31050}"/>
    <dgm:cxn modelId="{6193065D-1DBE-404E-877F-090C75A519AD}" type="presOf" srcId="{0AF0665D-F33D-4DEB-965C-201DA0C155D9}" destId="{59E8C64F-DA63-483E-9B7F-46748DC9C1E9}" srcOrd="0" destOrd="0" presId="urn:microsoft.com/office/officeart/2005/8/layout/vList2"/>
    <dgm:cxn modelId="{23EB3474-4D82-4022-9D9C-A00069743677}" srcId="{0BC4A90C-95DF-4CBE-AAC2-9281F71E1BCE}" destId="{87AFCA00-D291-433E-A38F-90A689DC24E1}" srcOrd="2" destOrd="0" parTransId="{160A9288-33FF-4D1D-AD34-4E352F07C97D}" sibTransId="{C088BBB4-6C01-4848-9177-80A0B2ACEBA3}"/>
    <dgm:cxn modelId="{4BF25177-7659-488B-A3A8-007277FB6977}" srcId="{0BC4A90C-95DF-4CBE-AAC2-9281F71E1BCE}" destId="{944D17D4-B635-42E7-A66D-840AED079A68}" srcOrd="3" destOrd="0" parTransId="{3374236A-2B51-458B-A74D-46D2CF559940}" sibTransId="{516FC6F4-0CA6-418C-887C-C88419E562B3}"/>
    <dgm:cxn modelId="{4B97FDB1-8268-480F-927C-25DEBCBBACFA}" srcId="{0BC4A90C-95DF-4CBE-AAC2-9281F71E1BCE}" destId="{62864E5C-B105-471F-AC4C-3CFFCA24E668}" srcOrd="0" destOrd="0" parTransId="{1DA64FE5-3215-4DB7-8E7E-30161FE86BB2}" sibTransId="{7BEF9A7F-44C1-4EAB-8829-7E17A742D1F5}"/>
    <dgm:cxn modelId="{4EC45BDA-519C-4F77-B8B9-AC0BF2C680B8}" type="presParOf" srcId="{BA830FAA-5EF0-423B-9AA0-51A194FA6DF6}" destId="{C9CEFAFC-8FF5-49F5-86B5-084623327F90}" srcOrd="0" destOrd="0" presId="urn:microsoft.com/office/officeart/2005/8/layout/vList2"/>
    <dgm:cxn modelId="{F9D5041B-3355-45B9-8CA4-2DB816BD056D}" type="presParOf" srcId="{BA830FAA-5EF0-423B-9AA0-51A194FA6DF6}" destId="{F7F36C91-24A8-456D-9230-9E74BAC207DD}" srcOrd="1" destOrd="0" presId="urn:microsoft.com/office/officeart/2005/8/layout/vList2"/>
    <dgm:cxn modelId="{9A2AFCDB-8C91-4EA3-9522-085D922B7290}" type="presParOf" srcId="{BA830FAA-5EF0-423B-9AA0-51A194FA6DF6}" destId="{59E8C64F-DA63-483E-9B7F-46748DC9C1E9}" srcOrd="2" destOrd="0" presId="urn:microsoft.com/office/officeart/2005/8/layout/vList2"/>
    <dgm:cxn modelId="{7AEFDD22-FB6A-4EE8-9541-6BFCE02766EF}" type="presParOf" srcId="{BA830FAA-5EF0-423B-9AA0-51A194FA6DF6}" destId="{5BD233AA-FD88-427C-AD7C-ED36F682D033}" srcOrd="3" destOrd="0" presId="urn:microsoft.com/office/officeart/2005/8/layout/vList2"/>
    <dgm:cxn modelId="{CA45BA2D-B1FB-4D5D-AF2F-AAC663647934}" type="presParOf" srcId="{BA830FAA-5EF0-423B-9AA0-51A194FA6DF6}" destId="{B35FE9CF-E9ED-4741-8545-57087B5EC4A1}" srcOrd="4" destOrd="0" presId="urn:microsoft.com/office/officeart/2005/8/layout/vList2"/>
    <dgm:cxn modelId="{F5858FA9-00BD-4F61-9BA0-0C5A559B5290}" type="presParOf" srcId="{BA830FAA-5EF0-423B-9AA0-51A194FA6DF6}" destId="{5F2E31E9-CB1C-4CD4-8B9A-33F8F1DEFE7F}" srcOrd="5" destOrd="0" presId="urn:microsoft.com/office/officeart/2005/8/layout/vList2"/>
    <dgm:cxn modelId="{E82D9AF3-F253-404D-9DD8-A8F4B27CA9C9}" type="presParOf" srcId="{BA830FAA-5EF0-423B-9AA0-51A194FA6DF6}" destId="{A6D248BF-07DC-4093-BA40-DEF4E493941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59DB45-AE43-4E5E-8772-A161F22D5C74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L"/>
        </a:p>
      </dgm:t>
    </dgm:pt>
    <dgm:pt modelId="{95749BD0-57FB-4DDB-A834-06405A3CFBCA}">
      <dgm:prSet custT="1"/>
      <dgm:spPr>
        <a:solidFill>
          <a:srgbClr val="00B050"/>
        </a:solidFill>
      </dgm:spPr>
      <dgm:t>
        <a:bodyPr/>
        <a:lstStyle/>
        <a:p>
          <a:r>
            <a:rPr lang="es-CL" sz="3200" b="0" i="0" baseline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Sistema de comunicaciones Store &amp; Forward</a:t>
          </a:r>
          <a:endParaRPr lang="es-CL" sz="320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1B8BF0B3-3832-4A25-9BF2-EF3FB156EA91}" type="parTrans" cxnId="{A31EA168-3BF1-486B-82A6-B04474BA8CC5}">
      <dgm:prSet/>
      <dgm:spPr/>
      <dgm:t>
        <a:bodyPr/>
        <a:lstStyle/>
        <a:p>
          <a:endParaRPr lang="es-CL"/>
        </a:p>
      </dgm:t>
    </dgm:pt>
    <dgm:pt modelId="{AB180EC4-20DA-404D-B39E-C75BB1D2381C}" type="sibTrans" cxnId="{A31EA168-3BF1-486B-82A6-B04474BA8CC5}">
      <dgm:prSet/>
      <dgm:spPr/>
      <dgm:t>
        <a:bodyPr/>
        <a:lstStyle/>
        <a:p>
          <a:endParaRPr lang="es-CL"/>
        </a:p>
      </dgm:t>
    </dgm:pt>
    <dgm:pt modelId="{4AFACDDB-2C84-4F1F-8515-C7C4D86A72A6}">
      <dgm:prSet custT="1"/>
      <dgm:spPr>
        <a:solidFill>
          <a:srgbClr val="00B050"/>
        </a:solidFill>
      </dgm:spPr>
      <dgm:t>
        <a:bodyPr/>
        <a:lstStyle/>
        <a:p>
          <a:r>
            <a:rPr lang="es-CL" sz="3200" b="0" i="0" baseline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Enlace entre:</a:t>
          </a:r>
          <a:endParaRPr lang="es-CL" sz="320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9A827E19-BB0E-4E84-BA6A-801D3B022CEB}" type="parTrans" cxnId="{4C8E03EF-BBF4-458D-B02D-C816C8C6A4C6}">
      <dgm:prSet/>
      <dgm:spPr/>
      <dgm:t>
        <a:bodyPr/>
        <a:lstStyle/>
        <a:p>
          <a:endParaRPr lang="es-CL"/>
        </a:p>
      </dgm:t>
    </dgm:pt>
    <dgm:pt modelId="{6408089C-89EF-4287-B47D-D20D7C45DB5E}" type="sibTrans" cxnId="{4C8E03EF-BBF4-458D-B02D-C816C8C6A4C6}">
      <dgm:prSet/>
      <dgm:spPr/>
      <dgm:t>
        <a:bodyPr/>
        <a:lstStyle/>
        <a:p>
          <a:endParaRPr lang="es-CL"/>
        </a:p>
      </dgm:t>
    </dgm:pt>
    <dgm:pt modelId="{F13F7722-C03F-427F-9B8B-63E3C8F44431}">
      <dgm:prSet custT="1"/>
      <dgm:spPr/>
      <dgm:t>
        <a:bodyPr/>
        <a:lstStyle/>
        <a:p>
          <a:r>
            <a:rPr lang="es-CL" sz="2000" b="0" i="0" baseline="0" dirty="0"/>
            <a:t>Estaciones meteorológicas / sismológicas remotas</a:t>
          </a:r>
          <a:endParaRPr lang="es-CL" sz="2000" dirty="0"/>
        </a:p>
      </dgm:t>
    </dgm:pt>
    <dgm:pt modelId="{5FB12EC7-9FEB-479A-B7A7-050D84369776}" type="parTrans" cxnId="{40FE4D11-B397-475A-BFD5-C356CFAF72D5}">
      <dgm:prSet/>
      <dgm:spPr/>
      <dgm:t>
        <a:bodyPr/>
        <a:lstStyle/>
        <a:p>
          <a:endParaRPr lang="es-CL"/>
        </a:p>
      </dgm:t>
    </dgm:pt>
    <dgm:pt modelId="{68FCD295-01AA-499B-B665-F63AC401A173}" type="sibTrans" cxnId="{40FE4D11-B397-475A-BFD5-C356CFAF72D5}">
      <dgm:prSet/>
      <dgm:spPr/>
      <dgm:t>
        <a:bodyPr/>
        <a:lstStyle/>
        <a:p>
          <a:endParaRPr lang="es-CL"/>
        </a:p>
      </dgm:t>
    </dgm:pt>
    <dgm:pt modelId="{CB52B4BF-8CE5-4641-AD1D-1D4A8684318B}">
      <dgm:prSet custT="1"/>
      <dgm:spPr/>
      <dgm:t>
        <a:bodyPr/>
        <a:lstStyle/>
        <a:p>
          <a:r>
            <a:rPr lang="es-CL" sz="2000" b="0" i="0" baseline="0" dirty="0"/>
            <a:t>Satélite en órbita LEO</a:t>
          </a:r>
          <a:endParaRPr lang="es-CL" sz="2000" dirty="0"/>
        </a:p>
      </dgm:t>
    </dgm:pt>
    <dgm:pt modelId="{19745E6E-97FE-44A2-8D8C-5C1AED348F94}" type="parTrans" cxnId="{7781656D-5C5A-4FE1-9EDB-B1632290BC49}">
      <dgm:prSet/>
      <dgm:spPr/>
      <dgm:t>
        <a:bodyPr/>
        <a:lstStyle/>
        <a:p>
          <a:endParaRPr lang="es-CL"/>
        </a:p>
      </dgm:t>
    </dgm:pt>
    <dgm:pt modelId="{C95B423F-D98D-47F6-8A46-A9050D02543D}" type="sibTrans" cxnId="{7781656D-5C5A-4FE1-9EDB-B1632290BC49}">
      <dgm:prSet/>
      <dgm:spPr/>
      <dgm:t>
        <a:bodyPr/>
        <a:lstStyle/>
        <a:p>
          <a:endParaRPr lang="es-CL"/>
        </a:p>
      </dgm:t>
    </dgm:pt>
    <dgm:pt modelId="{4ABAEF87-8777-4C67-BDBD-F115281C62B2}">
      <dgm:prSet custT="1"/>
      <dgm:spPr/>
      <dgm:t>
        <a:bodyPr/>
        <a:lstStyle/>
        <a:p>
          <a:r>
            <a:rPr lang="es-CL" sz="2000" b="0" i="0" baseline="0" dirty="0"/>
            <a:t>Estaciones terrenas</a:t>
          </a:r>
          <a:endParaRPr lang="es-CL" sz="2000" dirty="0"/>
        </a:p>
      </dgm:t>
    </dgm:pt>
    <dgm:pt modelId="{9BD34DC7-49B3-4849-A168-B4104C847975}" type="parTrans" cxnId="{48D0CE52-D9FE-4C45-AEBA-ECC704169832}">
      <dgm:prSet/>
      <dgm:spPr/>
      <dgm:t>
        <a:bodyPr/>
        <a:lstStyle/>
        <a:p>
          <a:endParaRPr lang="es-CL"/>
        </a:p>
      </dgm:t>
    </dgm:pt>
    <dgm:pt modelId="{1B4571D1-D3C3-4078-9B13-043195CB7DCB}" type="sibTrans" cxnId="{48D0CE52-D9FE-4C45-AEBA-ECC704169832}">
      <dgm:prSet/>
      <dgm:spPr/>
      <dgm:t>
        <a:bodyPr/>
        <a:lstStyle/>
        <a:p>
          <a:endParaRPr lang="es-CL"/>
        </a:p>
      </dgm:t>
    </dgm:pt>
    <dgm:pt modelId="{8059CDA6-935D-4B59-B6F9-DF69F5FCBF5D}">
      <dgm:prSet custT="1"/>
      <dgm:spPr>
        <a:solidFill>
          <a:srgbClr val="00B050"/>
        </a:solidFill>
      </dgm:spPr>
      <dgm:t>
        <a:bodyPr/>
        <a:lstStyle/>
        <a:p>
          <a:r>
            <a:rPr lang="es-CL" sz="3200" b="0" i="0" baseline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El satélite actúa como nodo intermedio</a:t>
          </a:r>
          <a:endParaRPr lang="es-CL" sz="320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gm:t>
    </dgm:pt>
    <dgm:pt modelId="{389F8B16-CE95-4263-9B97-B107D009FCCA}" type="parTrans" cxnId="{7041CBEB-41A2-4629-AC4E-207E6C65CB5D}">
      <dgm:prSet/>
      <dgm:spPr/>
      <dgm:t>
        <a:bodyPr/>
        <a:lstStyle/>
        <a:p>
          <a:endParaRPr lang="es-CL"/>
        </a:p>
      </dgm:t>
    </dgm:pt>
    <dgm:pt modelId="{E6216007-F450-4591-89FC-964BAD3EC101}" type="sibTrans" cxnId="{7041CBEB-41A2-4629-AC4E-207E6C65CB5D}">
      <dgm:prSet/>
      <dgm:spPr/>
      <dgm:t>
        <a:bodyPr/>
        <a:lstStyle/>
        <a:p>
          <a:endParaRPr lang="es-CL"/>
        </a:p>
      </dgm:t>
    </dgm:pt>
    <dgm:pt modelId="{2C1FC9BF-43BB-4009-A1F0-D29E03F0D51E}" type="pres">
      <dgm:prSet presAssocID="{7559DB45-AE43-4E5E-8772-A161F22D5C74}" presName="linear" presStyleCnt="0">
        <dgm:presLayoutVars>
          <dgm:animLvl val="lvl"/>
          <dgm:resizeHandles val="exact"/>
        </dgm:presLayoutVars>
      </dgm:prSet>
      <dgm:spPr/>
    </dgm:pt>
    <dgm:pt modelId="{945FA6ED-A1E2-41BC-8693-B77A37D54CA8}" type="pres">
      <dgm:prSet presAssocID="{95749BD0-57FB-4DDB-A834-06405A3CFBCA}" presName="parentText" presStyleLbl="node1" presStyleIdx="0" presStyleCnt="3" custLinFactY="-1865" custLinFactNeighborY="-100000">
        <dgm:presLayoutVars>
          <dgm:chMax val="0"/>
          <dgm:bulletEnabled val="1"/>
        </dgm:presLayoutVars>
      </dgm:prSet>
      <dgm:spPr/>
    </dgm:pt>
    <dgm:pt modelId="{A9E11BA0-1D29-4534-B362-6CD5BCB1E893}" type="pres">
      <dgm:prSet presAssocID="{AB180EC4-20DA-404D-B39E-C75BB1D2381C}" presName="spacer" presStyleCnt="0"/>
      <dgm:spPr/>
    </dgm:pt>
    <dgm:pt modelId="{501E2246-F0A4-4560-B9B1-D78CC5E7A2EF}" type="pres">
      <dgm:prSet presAssocID="{4AFACDDB-2C84-4F1F-8515-C7C4D86A72A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BDDA66F-1EA1-47BB-B59E-5D6A30BBE9E2}" type="pres">
      <dgm:prSet presAssocID="{4AFACDDB-2C84-4F1F-8515-C7C4D86A72A6}" presName="childText" presStyleLbl="revTx" presStyleIdx="0" presStyleCnt="1">
        <dgm:presLayoutVars>
          <dgm:bulletEnabled val="1"/>
        </dgm:presLayoutVars>
      </dgm:prSet>
      <dgm:spPr/>
    </dgm:pt>
    <dgm:pt modelId="{0902A8AA-513E-4958-AB74-2850B5059574}" type="pres">
      <dgm:prSet presAssocID="{8059CDA6-935D-4B59-B6F9-DF69F5FCBF5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0FE4D11-B397-475A-BFD5-C356CFAF72D5}" srcId="{4AFACDDB-2C84-4F1F-8515-C7C4D86A72A6}" destId="{F13F7722-C03F-427F-9B8B-63E3C8F44431}" srcOrd="0" destOrd="0" parTransId="{5FB12EC7-9FEB-479A-B7A7-050D84369776}" sibTransId="{68FCD295-01AA-499B-B665-F63AC401A173}"/>
    <dgm:cxn modelId="{3804E923-0FD0-4CA6-A47F-A2AC8FD90389}" type="presOf" srcId="{F13F7722-C03F-427F-9B8B-63E3C8F44431}" destId="{6BDDA66F-1EA1-47BB-B59E-5D6A30BBE9E2}" srcOrd="0" destOrd="0" presId="urn:microsoft.com/office/officeart/2005/8/layout/vList2"/>
    <dgm:cxn modelId="{C7DBCC46-2A29-4985-A531-2F886B2C54E2}" type="presOf" srcId="{7559DB45-AE43-4E5E-8772-A161F22D5C74}" destId="{2C1FC9BF-43BB-4009-A1F0-D29E03F0D51E}" srcOrd="0" destOrd="0" presId="urn:microsoft.com/office/officeart/2005/8/layout/vList2"/>
    <dgm:cxn modelId="{A31EA168-3BF1-486B-82A6-B04474BA8CC5}" srcId="{7559DB45-AE43-4E5E-8772-A161F22D5C74}" destId="{95749BD0-57FB-4DDB-A834-06405A3CFBCA}" srcOrd="0" destOrd="0" parTransId="{1B8BF0B3-3832-4A25-9BF2-EF3FB156EA91}" sibTransId="{AB180EC4-20DA-404D-B39E-C75BB1D2381C}"/>
    <dgm:cxn modelId="{7781656D-5C5A-4FE1-9EDB-B1632290BC49}" srcId="{4AFACDDB-2C84-4F1F-8515-C7C4D86A72A6}" destId="{CB52B4BF-8CE5-4641-AD1D-1D4A8684318B}" srcOrd="1" destOrd="0" parTransId="{19745E6E-97FE-44A2-8D8C-5C1AED348F94}" sibTransId="{C95B423F-D98D-47F6-8A46-A9050D02543D}"/>
    <dgm:cxn modelId="{48D0CE52-D9FE-4C45-AEBA-ECC704169832}" srcId="{4AFACDDB-2C84-4F1F-8515-C7C4D86A72A6}" destId="{4ABAEF87-8777-4C67-BDBD-F115281C62B2}" srcOrd="2" destOrd="0" parTransId="{9BD34DC7-49B3-4849-A168-B4104C847975}" sibTransId="{1B4571D1-D3C3-4078-9B13-043195CB7DCB}"/>
    <dgm:cxn modelId="{BD751B76-87F0-47BF-A0A4-532C445E9F33}" type="presOf" srcId="{8059CDA6-935D-4B59-B6F9-DF69F5FCBF5D}" destId="{0902A8AA-513E-4958-AB74-2850B5059574}" srcOrd="0" destOrd="0" presId="urn:microsoft.com/office/officeart/2005/8/layout/vList2"/>
    <dgm:cxn modelId="{F5E0EB9C-A607-45EA-B457-4523297721ED}" type="presOf" srcId="{4ABAEF87-8777-4C67-BDBD-F115281C62B2}" destId="{6BDDA66F-1EA1-47BB-B59E-5D6A30BBE9E2}" srcOrd="0" destOrd="2" presId="urn:microsoft.com/office/officeart/2005/8/layout/vList2"/>
    <dgm:cxn modelId="{E57483D6-C73D-453F-BB09-C7CD64DB3BF9}" type="presOf" srcId="{4AFACDDB-2C84-4F1F-8515-C7C4D86A72A6}" destId="{501E2246-F0A4-4560-B9B1-D78CC5E7A2EF}" srcOrd="0" destOrd="0" presId="urn:microsoft.com/office/officeart/2005/8/layout/vList2"/>
    <dgm:cxn modelId="{D9D244DA-C61D-4095-B72F-6953BC291115}" type="presOf" srcId="{95749BD0-57FB-4DDB-A834-06405A3CFBCA}" destId="{945FA6ED-A1E2-41BC-8693-B77A37D54CA8}" srcOrd="0" destOrd="0" presId="urn:microsoft.com/office/officeart/2005/8/layout/vList2"/>
    <dgm:cxn modelId="{A30FF7DE-7232-4313-87AB-271B6B9D37AC}" type="presOf" srcId="{CB52B4BF-8CE5-4641-AD1D-1D4A8684318B}" destId="{6BDDA66F-1EA1-47BB-B59E-5D6A30BBE9E2}" srcOrd="0" destOrd="1" presId="urn:microsoft.com/office/officeart/2005/8/layout/vList2"/>
    <dgm:cxn modelId="{7041CBEB-41A2-4629-AC4E-207E6C65CB5D}" srcId="{7559DB45-AE43-4E5E-8772-A161F22D5C74}" destId="{8059CDA6-935D-4B59-B6F9-DF69F5FCBF5D}" srcOrd="2" destOrd="0" parTransId="{389F8B16-CE95-4263-9B97-B107D009FCCA}" sibTransId="{E6216007-F450-4591-89FC-964BAD3EC101}"/>
    <dgm:cxn modelId="{4C8E03EF-BBF4-458D-B02D-C816C8C6A4C6}" srcId="{7559DB45-AE43-4E5E-8772-A161F22D5C74}" destId="{4AFACDDB-2C84-4F1F-8515-C7C4D86A72A6}" srcOrd="1" destOrd="0" parTransId="{9A827E19-BB0E-4E84-BA6A-801D3B022CEB}" sibTransId="{6408089C-89EF-4287-B47D-D20D7C45DB5E}"/>
    <dgm:cxn modelId="{124D0F57-7623-4C5A-9483-B927E55CF020}" type="presParOf" srcId="{2C1FC9BF-43BB-4009-A1F0-D29E03F0D51E}" destId="{945FA6ED-A1E2-41BC-8693-B77A37D54CA8}" srcOrd="0" destOrd="0" presId="urn:microsoft.com/office/officeart/2005/8/layout/vList2"/>
    <dgm:cxn modelId="{6F1DD69F-E26D-4B90-974F-721A2BECC14E}" type="presParOf" srcId="{2C1FC9BF-43BB-4009-A1F0-D29E03F0D51E}" destId="{A9E11BA0-1D29-4534-B362-6CD5BCB1E893}" srcOrd="1" destOrd="0" presId="urn:microsoft.com/office/officeart/2005/8/layout/vList2"/>
    <dgm:cxn modelId="{12640B9A-316A-4B1A-B569-11D2D8ACEDEA}" type="presParOf" srcId="{2C1FC9BF-43BB-4009-A1F0-D29E03F0D51E}" destId="{501E2246-F0A4-4560-B9B1-D78CC5E7A2EF}" srcOrd="2" destOrd="0" presId="urn:microsoft.com/office/officeart/2005/8/layout/vList2"/>
    <dgm:cxn modelId="{0F9C653A-D2FF-43B9-80D1-D85DE9D61135}" type="presParOf" srcId="{2C1FC9BF-43BB-4009-A1F0-D29E03F0D51E}" destId="{6BDDA66F-1EA1-47BB-B59E-5D6A30BBE9E2}" srcOrd="3" destOrd="0" presId="urn:microsoft.com/office/officeart/2005/8/layout/vList2"/>
    <dgm:cxn modelId="{132DDD26-45B0-45FA-A4D4-95DC9DD5D46B}" type="presParOf" srcId="{2C1FC9BF-43BB-4009-A1F0-D29E03F0D51E}" destId="{0902A8AA-513E-4958-AB74-2850B505957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C3C9574-F20E-4A5C-B30A-2D3F709F2ACE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L"/>
        </a:p>
      </dgm:t>
    </dgm:pt>
    <dgm:pt modelId="{3D23825E-7878-4324-8C2B-82BE04866272}">
      <dgm:prSet custT="1"/>
      <dgm:spPr>
        <a:solidFill>
          <a:srgbClr val="00B050"/>
        </a:solidFill>
      </dgm:spPr>
      <dgm:t>
        <a:bodyPr/>
        <a:lstStyle/>
        <a:p>
          <a:r>
            <a:rPr lang="es-CL" sz="3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¿Qué es el sistema?</a:t>
          </a:r>
        </a:p>
      </dgm:t>
    </dgm:pt>
    <dgm:pt modelId="{A56FA08C-CC6B-4D48-85F0-F457F6F86072}" type="parTrans" cxnId="{418D6E60-4AC1-46FF-9479-22627BBF0BA3}">
      <dgm:prSet/>
      <dgm:spPr/>
      <dgm:t>
        <a:bodyPr/>
        <a:lstStyle/>
        <a:p>
          <a:endParaRPr lang="es-CL"/>
        </a:p>
      </dgm:t>
    </dgm:pt>
    <dgm:pt modelId="{DFB4C0D5-31C4-4C00-8300-12B2F5E7A816}" type="sibTrans" cxnId="{418D6E60-4AC1-46FF-9479-22627BBF0BA3}">
      <dgm:prSet/>
      <dgm:spPr/>
      <dgm:t>
        <a:bodyPr/>
        <a:lstStyle/>
        <a:p>
          <a:endParaRPr lang="es-CL"/>
        </a:p>
      </dgm:t>
    </dgm:pt>
    <dgm:pt modelId="{50AA0F34-BDC9-4ADD-8430-73CCD866186B}">
      <dgm:prSet custT="1"/>
      <dgm:spPr/>
      <dgm:t>
        <a:bodyPr/>
        <a:lstStyle/>
        <a:p>
          <a:r>
            <a:rPr lang="es-CL" sz="2000" dirty="0">
              <a:latin typeface="+mn-lt"/>
              <a:ea typeface="Lato" panose="020F0502020204030203" pitchFamily="34" charset="0"/>
              <a:cs typeface="Lato" panose="020F0502020204030203" pitchFamily="34" charset="0"/>
            </a:rPr>
            <a:t>Carga útil Store &amp; Forward para plataforma satelital CubeSat 12U.</a:t>
          </a:r>
        </a:p>
      </dgm:t>
    </dgm:pt>
    <dgm:pt modelId="{821EE5F7-95FB-41D1-BA9C-F620F3390F18}" type="parTrans" cxnId="{0CA9DAB7-F684-4D44-880D-12AA49A9079A}">
      <dgm:prSet/>
      <dgm:spPr/>
      <dgm:t>
        <a:bodyPr/>
        <a:lstStyle/>
        <a:p>
          <a:endParaRPr lang="es-CL"/>
        </a:p>
      </dgm:t>
    </dgm:pt>
    <dgm:pt modelId="{A70BC86E-4EF7-4562-B955-9703E58A7E6E}" type="sibTrans" cxnId="{0CA9DAB7-F684-4D44-880D-12AA49A9079A}">
      <dgm:prSet/>
      <dgm:spPr/>
      <dgm:t>
        <a:bodyPr/>
        <a:lstStyle/>
        <a:p>
          <a:endParaRPr lang="es-CL"/>
        </a:p>
      </dgm:t>
    </dgm:pt>
    <dgm:pt modelId="{D763D1F2-BF65-4121-9865-DFF4D6F1ECBB}">
      <dgm:prSet custT="1"/>
      <dgm:spPr/>
      <dgm:t>
        <a:bodyPr/>
        <a:lstStyle/>
        <a:p>
          <a:r>
            <a:rPr lang="es-CL" sz="2000" dirty="0">
              <a:latin typeface="+mn-lt"/>
              <a:ea typeface="Lato" panose="020F0502020204030203" pitchFamily="34" charset="0"/>
              <a:cs typeface="Lato" panose="020F0502020204030203" pitchFamily="34" charset="0"/>
            </a:rPr>
            <a:t>Sistema comunicaciones satelitales bidireccional de bajo consumo y almacenamiento temporal.</a:t>
          </a:r>
        </a:p>
      </dgm:t>
    </dgm:pt>
    <dgm:pt modelId="{82D79535-9C95-45DB-8186-7DA46CA606FB}" type="parTrans" cxnId="{E620B8AF-0C2E-4741-9908-A71B926E7649}">
      <dgm:prSet/>
      <dgm:spPr/>
      <dgm:t>
        <a:bodyPr/>
        <a:lstStyle/>
        <a:p>
          <a:endParaRPr lang="es-CL"/>
        </a:p>
      </dgm:t>
    </dgm:pt>
    <dgm:pt modelId="{5CD12B16-3086-46CF-9431-5C466A37A42D}" type="sibTrans" cxnId="{E620B8AF-0C2E-4741-9908-A71B926E7649}">
      <dgm:prSet/>
      <dgm:spPr/>
      <dgm:t>
        <a:bodyPr/>
        <a:lstStyle/>
        <a:p>
          <a:endParaRPr lang="es-CL"/>
        </a:p>
      </dgm:t>
    </dgm:pt>
    <dgm:pt modelId="{BE9A5F93-91FD-4F62-993D-3A802C419306}">
      <dgm:prSet custT="1"/>
      <dgm:spPr>
        <a:solidFill>
          <a:srgbClr val="00B050"/>
        </a:solidFill>
      </dgm:spPr>
      <dgm:t>
        <a:bodyPr/>
        <a:lstStyle/>
        <a:p>
          <a:r>
            <a:rPr lang="es-CL" sz="3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¿Por qué se desarrolla?</a:t>
          </a:r>
        </a:p>
      </dgm:t>
    </dgm:pt>
    <dgm:pt modelId="{4E0D829E-F754-4C75-AF44-76BF8D47E371}" type="parTrans" cxnId="{003AF4E5-F9AE-4246-B643-31165643F0CA}">
      <dgm:prSet/>
      <dgm:spPr/>
      <dgm:t>
        <a:bodyPr/>
        <a:lstStyle/>
        <a:p>
          <a:endParaRPr lang="es-CL"/>
        </a:p>
      </dgm:t>
    </dgm:pt>
    <dgm:pt modelId="{5FB4CB8F-6427-43E0-AD82-D96812A032CB}" type="sibTrans" cxnId="{003AF4E5-F9AE-4246-B643-31165643F0CA}">
      <dgm:prSet/>
      <dgm:spPr/>
      <dgm:t>
        <a:bodyPr/>
        <a:lstStyle/>
        <a:p>
          <a:endParaRPr lang="es-CL"/>
        </a:p>
      </dgm:t>
    </dgm:pt>
    <dgm:pt modelId="{0F728FAC-1AB2-4212-BF71-B12EE744B415}">
      <dgm:prSet custT="1"/>
      <dgm:spPr/>
      <dgm:t>
        <a:bodyPr/>
        <a:lstStyle/>
        <a:p>
          <a:r>
            <a:rPr lang="es-CL" sz="2000" dirty="0">
              <a:latin typeface="+mn-lt"/>
              <a:ea typeface="Lato" panose="020F0502020204030203" pitchFamily="34" charset="0"/>
              <a:cs typeface="Lato" panose="020F0502020204030203" pitchFamily="34" charset="0"/>
            </a:rPr>
            <a:t>Resolver falta de conectividad en zonas remotas.</a:t>
          </a:r>
        </a:p>
      </dgm:t>
    </dgm:pt>
    <dgm:pt modelId="{545C05EA-4FA9-45E4-90A9-0645DE0EB307}" type="parTrans" cxnId="{A92C14EE-992C-4962-9C14-EE045089A932}">
      <dgm:prSet/>
      <dgm:spPr/>
      <dgm:t>
        <a:bodyPr/>
        <a:lstStyle/>
        <a:p>
          <a:endParaRPr lang="es-CL"/>
        </a:p>
      </dgm:t>
    </dgm:pt>
    <dgm:pt modelId="{270D912D-78FF-4A41-88C5-CA8CE4CD67E9}" type="sibTrans" cxnId="{A92C14EE-992C-4962-9C14-EE045089A932}">
      <dgm:prSet/>
      <dgm:spPr/>
      <dgm:t>
        <a:bodyPr/>
        <a:lstStyle/>
        <a:p>
          <a:endParaRPr lang="es-CL"/>
        </a:p>
      </dgm:t>
    </dgm:pt>
    <dgm:pt modelId="{93FDE1B4-BBA0-4A2F-8C89-FBB153E91693}">
      <dgm:prSet custT="1"/>
      <dgm:spPr/>
      <dgm:t>
        <a:bodyPr/>
        <a:lstStyle/>
        <a:p>
          <a:r>
            <a:rPr lang="es-CL" sz="2000" dirty="0">
              <a:latin typeface="+mn-lt"/>
              <a:ea typeface="Lato" panose="020F0502020204030203" pitchFamily="34" charset="0"/>
              <a:cs typeface="Lato" panose="020F0502020204030203" pitchFamily="34" charset="0"/>
            </a:rPr>
            <a:t>Soberanía y autonomía nacional en el sistema de comunicaciones.</a:t>
          </a:r>
        </a:p>
      </dgm:t>
    </dgm:pt>
    <dgm:pt modelId="{B738323D-D859-4248-BA22-19887D02F732}" type="parTrans" cxnId="{20881D1F-3978-4CD7-ADDB-7BF2AD6468B4}">
      <dgm:prSet/>
      <dgm:spPr/>
      <dgm:t>
        <a:bodyPr/>
        <a:lstStyle/>
        <a:p>
          <a:endParaRPr lang="es-CL"/>
        </a:p>
      </dgm:t>
    </dgm:pt>
    <dgm:pt modelId="{F4DEBB3C-BEDC-4CB7-AC4A-39F62244F744}" type="sibTrans" cxnId="{20881D1F-3978-4CD7-ADDB-7BF2AD6468B4}">
      <dgm:prSet/>
      <dgm:spPr/>
      <dgm:t>
        <a:bodyPr/>
        <a:lstStyle/>
        <a:p>
          <a:endParaRPr lang="es-CL"/>
        </a:p>
      </dgm:t>
    </dgm:pt>
    <dgm:pt modelId="{89A7318F-ECCD-4E6E-A839-0FDF51F4EEF2}">
      <dgm:prSet custT="1"/>
      <dgm:spPr/>
      <dgm:t>
        <a:bodyPr/>
        <a:lstStyle/>
        <a:p>
          <a:r>
            <a:rPr lang="es-CL" sz="2000" dirty="0">
              <a:latin typeface="+mn-lt"/>
              <a:ea typeface="Lato" panose="020F0502020204030203" pitchFamily="34" charset="0"/>
              <a:cs typeface="Lato" panose="020F0502020204030203" pitchFamily="34" charset="0"/>
            </a:rPr>
            <a:t>Desarrollar conocimiento técnico en el desarrollo de tecnologías espaciales</a:t>
          </a:r>
          <a:r>
            <a:rPr lang="es-CL" sz="2400" dirty="0">
              <a:latin typeface="+mn-lt"/>
              <a:ea typeface="Lato" panose="020F0502020204030203" pitchFamily="34" charset="0"/>
              <a:cs typeface="Lato" panose="020F0502020204030203" pitchFamily="34" charset="0"/>
            </a:rPr>
            <a:t>.</a:t>
          </a:r>
        </a:p>
      </dgm:t>
    </dgm:pt>
    <dgm:pt modelId="{A7962FAC-166E-4C0A-8941-2F41AED4590C}" type="parTrans" cxnId="{E8FC3ECA-6715-4019-8E34-2ACAF1C949BD}">
      <dgm:prSet/>
      <dgm:spPr/>
      <dgm:t>
        <a:bodyPr/>
        <a:lstStyle/>
        <a:p>
          <a:endParaRPr lang="es-CL"/>
        </a:p>
      </dgm:t>
    </dgm:pt>
    <dgm:pt modelId="{75B1D473-FD13-45C6-B691-D95AF6AD8802}" type="sibTrans" cxnId="{E8FC3ECA-6715-4019-8E34-2ACAF1C949BD}">
      <dgm:prSet/>
      <dgm:spPr/>
      <dgm:t>
        <a:bodyPr/>
        <a:lstStyle/>
        <a:p>
          <a:endParaRPr lang="es-CL"/>
        </a:p>
      </dgm:t>
    </dgm:pt>
    <dgm:pt modelId="{8E12F352-DA9A-4EE8-991C-09B6BF8FBD95}">
      <dgm:prSet custT="1"/>
      <dgm:spPr>
        <a:solidFill>
          <a:srgbClr val="00B050"/>
        </a:solidFill>
      </dgm:spPr>
      <dgm:t>
        <a:bodyPr/>
        <a:lstStyle/>
        <a:p>
          <a:r>
            <a:rPr lang="es-CL" sz="3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¿Quiénes participan y se benefician?</a:t>
          </a:r>
        </a:p>
      </dgm:t>
    </dgm:pt>
    <dgm:pt modelId="{02E00DF5-2D8F-4758-B831-5D18AC976EB7}" type="parTrans" cxnId="{9DC76DB0-51A8-429A-94C3-DC5AC56CD8D5}">
      <dgm:prSet/>
      <dgm:spPr/>
      <dgm:t>
        <a:bodyPr/>
        <a:lstStyle/>
        <a:p>
          <a:endParaRPr lang="es-CL"/>
        </a:p>
      </dgm:t>
    </dgm:pt>
    <dgm:pt modelId="{08CB1117-60EC-4661-89FA-7CEE0F6A330B}" type="sibTrans" cxnId="{9DC76DB0-51A8-429A-94C3-DC5AC56CD8D5}">
      <dgm:prSet/>
      <dgm:spPr/>
      <dgm:t>
        <a:bodyPr/>
        <a:lstStyle/>
        <a:p>
          <a:endParaRPr lang="es-CL"/>
        </a:p>
      </dgm:t>
    </dgm:pt>
    <dgm:pt modelId="{79CCAE36-78CF-4CE3-AE74-AEE7FB7C1DF5}">
      <dgm:prSet custT="1"/>
      <dgm:spPr/>
      <dgm:t>
        <a:bodyPr/>
        <a:lstStyle/>
        <a:p>
          <a:r>
            <a:rPr lang="es-CL" sz="2000" dirty="0">
              <a:latin typeface="+mn-lt"/>
              <a:ea typeface="Lato" panose="020F0502020204030203" pitchFamily="34" charset="0"/>
              <a:cs typeface="Lato" panose="020F0502020204030203" pitchFamily="34" charset="0"/>
            </a:rPr>
            <a:t>Participan DTS, como desarrollador, e INVAP, como contraparte.</a:t>
          </a:r>
        </a:p>
      </dgm:t>
    </dgm:pt>
    <dgm:pt modelId="{D117A67A-2F14-4041-83BA-273F66D84D8F}" type="parTrans" cxnId="{C75829E2-F8EF-4E5E-8430-96B954C1B996}">
      <dgm:prSet/>
      <dgm:spPr/>
      <dgm:t>
        <a:bodyPr/>
        <a:lstStyle/>
        <a:p>
          <a:endParaRPr lang="es-CL"/>
        </a:p>
      </dgm:t>
    </dgm:pt>
    <dgm:pt modelId="{F1CD2BDC-F6B1-4C54-B931-3CC9AC3CC794}" type="sibTrans" cxnId="{C75829E2-F8EF-4E5E-8430-96B954C1B996}">
      <dgm:prSet/>
      <dgm:spPr/>
      <dgm:t>
        <a:bodyPr/>
        <a:lstStyle/>
        <a:p>
          <a:endParaRPr lang="es-CL"/>
        </a:p>
      </dgm:t>
    </dgm:pt>
    <dgm:pt modelId="{CD336703-8CCD-42AE-9D0E-CFB4FEAAF3CE}">
      <dgm:prSet custT="1"/>
      <dgm:spPr/>
      <dgm:t>
        <a:bodyPr/>
        <a:lstStyle/>
        <a:p>
          <a:r>
            <a:rPr lang="es-CL" sz="2000" dirty="0">
              <a:latin typeface="+mn-lt"/>
              <a:ea typeface="Lato" panose="020F0502020204030203" pitchFamily="34" charset="0"/>
              <a:cs typeface="Lato" panose="020F0502020204030203" pitchFamily="34" charset="0"/>
            </a:rPr>
            <a:t>Usuarios potenciales, como centros meteorológicos e investigación.</a:t>
          </a:r>
        </a:p>
      </dgm:t>
    </dgm:pt>
    <dgm:pt modelId="{54466B09-1760-49A8-AEEA-B7A52E61ACE8}" type="parTrans" cxnId="{AF22E1B6-55CC-4D3C-B417-87ED2CB900DE}">
      <dgm:prSet/>
      <dgm:spPr/>
      <dgm:t>
        <a:bodyPr/>
        <a:lstStyle/>
        <a:p>
          <a:endParaRPr lang="es-CL"/>
        </a:p>
      </dgm:t>
    </dgm:pt>
    <dgm:pt modelId="{CAA42F06-73E5-4BA1-9AF5-B98D095F562C}" type="sibTrans" cxnId="{AF22E1B6-55CC-4D3C-B417-87ED2CB900DE}">
      <dgm:prSet/>
      <dgm:spPr/>
      <dgm:t>
        <a:bodyPr/>
        <a:lstStyle/>
        <a:p>
          <a:endParaRPr lang="es-CL"/>
        </a:p>
      </dgm:t>
    </dgm:pt>
    <dgm:pt modelId="{C1E8578D-4BA4-4365-8453-5527C167B1C7}" type="pres">
      <dgm:prSet presAssocID="{4C3C9574-F20E-4A5C-B30A-2D3F709F2ACE}" presName="linear" presStyleCnt="0">
        <dgm:presLayoutVars>
          <dgm:animLvl val="lvl"/>
          <dgm:resizeHandles val="exact"/>
        </dgm:presLayoutVars>
      </dgm:prSet>
      <dgm:spPr/>
    </dgm:pt>
    <dgm:pt modelId="{B691B5D7-B86A-446D-90C8-C5A991815E04}" type="pres">
      <dgm:prSet presAssocID="{3D23825E-7878-4324-8C2B-82BE0486627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8EFCA85-7C33-497D-81F4-F75516CF20C9}" type="pres">
      <dgm:prSet presAssocID="{3D23825E-7878-4324-8C2B-82BE04866272}" presName="childText" presStyleLbl="revTx" presStyleIdx="0" presStyleCnt="3">
        <dgm:presLayoutVars>
          <dgm:bulletEnabled val="1"/>
        </dgm:presLayoutVars>
      </dgm:prSet>
      <dgm:spPr/>
    </dgm:pt>
    <dgm:pt modelId="{6A104C9B-2BB2-4BBE-BD23-12ED45F44706}" type="pres">
      <dgm:prSet presAssocID="{BE9A5F93-91FD-4F62-993D-3A802C41930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964020D-8D23-42FD-8B88-832AA13CE11B}" type="pres">
      <dgm:prSet presAssocID="{BE9A5F93-91FD-4F62-993D-3A802C419306}" presName="childText" presStyleLbl="revTx" presStyleIdx="1" presStyleCnt="3">
        <dgm:presLayoutVars>
          <dgm:bulletEnabled val="1"/>
        </dgm:presLayoutVars>
      </dgm:prSet>
      <dgm:spPr/>
    </dgm:pt>
    <dgm:pt modelId="{DCFF43CF-6F55-4C88-A02C-FF0A0C20B365}" type="pres">
      <dgm:prSet presAssocID="{8E12F352-DA9A-4EE8-991C-09B6BF8FBD9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A1E7F03-0EDD-4515-B698-9600BC08EFCE}" type="pres">
      <dgm:prSet presAssocID="{8E12F352-DA9A-4EE8-991C-09B6BF8FBD95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9740EE16-95CA-4EB6-96C3-448E66A7D352}" type="presOf" srcId="{8E12F352-DA9A-4EE8-991C-09B6BF8FBD95}" destId="{DCFF43CF-6F55-4C88-A02C-FF0A0C20B365}" srcOrd="0" destOrd="0" presId="urn:microsoft.com/office/officeart/2005/8/layout/vList2"/>
    <dgm:cxn modelId="{20881D1F-3978-4CD7-ADDB-7BF2AD6468B4}" srcId="{BE9A5F93-91FD-4F62-993D-3A802C419306}" destId="{93FDE1B4-BBA0-4A2F-8C89-FBB153E91693}" srcOrd="1" destOrd="0" parTransId="{B738323D-D859-4248-BA22-19887D02F732}" sibTransId="{F4DEBB3C-BEDC-4CB7-AC4A-39F62244F744}"/>
    <dgm:cxn modelId="{4177452E-125D-4803-B85B-6D9038A89AA6}" type="presOf" srcId="{89A7318F-ECCD-4E6E-A839-0FDF51F4EEF2}" destId="{0964020D-8D23-42FD-8B88-832AA13CE11B}" srcOrd="0" destOrd="2" presId="urn:microsoft.com/office/officeart/2005/8/layout/vList2"/>
    <dgm:cxn modelId="{9A3C985F-DE46-4C27-B6B6-5196CACCC300}" type="presOf" srcId="{4C3C9574-F20E-4A5C-B30A-2D3F709F2ACE}" destId="{C1E8578D-4BA4-4365-8453-5527C167B1C7}" srcOrd="0" destOrd="0" presId="urn:microsoft.com/office/officeart/2005/8/layout/vList2"/>
    <dgm:cxn modelId="{418D6E60-4AC1-46FF-9479-22627BBF0BA3}" srcId="{4C3C9574-F20E-4A5C-B30A-2D3F709F2ACE}" destId="{3D23825E-7878-4324-8C2B-82BE04866272}" srcOrd="0" destOrd="0" parTransId="{A56FA08C-CC6B-4D48-85F0-F457F6F86072}" sibTransId="{DFB4C0D5-31C4-4C00-8300-12B2F5E7A816}"/>
    <dgm:cxn modelId="{0853D767-1EA7-42CC-859B-71B81A1A2FA9}" type="presOf" srcId="{0F728FAC-1AB2-4212-BF71-B12EE744B415}" destId="{0964020D-8D23-42FD-8B88-832AA13CE11B}" srcOrd="0" destOrd="0" presId="urn:microsoft.com/office/officeart/2005/8/layout/vList2"/>
    <dgm:cxn modelId="{D5DEBD72-940D-485E-8816-30F381D69D2D}" type="presOf" srcId="{50AA0F34-BDC9-4ADD-8430-73CCD866186B}" destId="{18EFCA85-7C33-497D-81F4-F75516CF20C9}" srcOrd="0" destOrd="0" presId="urn:microsoft.com/office/officeart/2005/8/layout/vList2"/>
    <dgm:cxn modelId="{47A54853-7A47-4D6E-9FEF-F69E61DA9CC8}" type="presOf" srcId="{D763D1F2-BF65-4121-9865-DFF4D6F1ECBB}" destId="{18EFCA85-7C33-497D-81F4-F75516CF20C9}" srcOrd="0" destOrd="1" presId="urn:microsoft.com/office/officeart/2005/8/layout/vList2"/>
    <dgm:cxn modelId="{3898EF85-8A1E-43CC-B9D6-3FB532673CA6}" type="presOf" srcId="{93FDE1B4-BBA0-4A2F-8C89-FBB153E91693}" destId="{0964020D-8D23-42FD-8B88-832AA13CE11B}" srcOrd="0" destOrd="1" presId="urn:microsoft.com/office/officeart/2005/8/layout/vList2"/>
    <dgm:cxn modelId="{E620B8AF-0C2E-4741-9908-A71B926E7649}" srcId="{3D23825E-7878-4324-8C2B-82BE04866272}" destId="{D763D1F2-BF65-4121-9865-DFF4D6F1ECBB}" srcOrd="1" destOrd="0" parTransId="{82D79535-9C95-45DB-8186-7DA46CA606FB}" sibTransId="{5CD12B16-3086-46CF-9431-5C466A37A42D}"/>
    <dgm:cxn modelId="{9DC76DB0-51A8-429A-94C3-DC5AC56CD8D5}" srcId="{4C3C9574-F20E-4A5C-B30A-2D3F709F2ACE}" destId="{8E12F352-DA9A-4EE8-991C-09B6BF8FBD95}" srcOrd="2" destOrd="0" parTransId="{02E00DF5-2D8F-4758-B831-5D18AC976EB7}" sibTransId="{08CB1117-60EC-4661-89FA-7CEE0F6A330B}"/>
    <dgm:cxn modelId="{AF22E1B6-55CC-4D3C-B417-87ED2CB900DE}" srcId="{8E12F352-DA9A-4EE8-991C-09B6BF8FBD95}" destId="{CD336703-8CCD-42AE-9D0E-CFB4FEAAF3CE}" srcOrd="1" destOrd="0" parTransId="{54466B09-1760-49A8-AEEA-B7A52E61ACE8}" sibTransId="{CAA42F06-73E5-4BA1-9AF5-B98D095F562C}"/>
    <dgm:cxn modelId="{0CA9DAB7-F684-4D44-880D-12AA49A9079A}" srcId="{3D23825E-7878-4324-8C2B-82BE04866272}" destId="{50AA0F34-BDC9-4ADD-8430-73CCD866186B}" srcOrd="0" destOrd="0" parTransId="{821EE5F7-95FB-41D1-BA9C-F620F3390F18}" sibTransId="{A70BC86E-4EF7-4562-B955-9703E58A7E6E}"/>
    <dgm:cxn modelId="{499A26CA-BFA1-4BB9-83EC-AA5E10F022EB}" type="presOf" srcId="{79CCAE36-78CF-4CE3-AE74-AEE7FB7C1DF5}" destId="{0A1E7F03-0EDD-4515-B698-9600BC08EFCE}" srcOrd="0" destOrd="0" presId="urn:microsoft.com/office/officeart/2005/8/layout/vList2"/>
    <dgm:cxn modelId="{E8FC3ECA-6715-4019-8E34-2ACAF1C949BD}" srcId="{BE9A5F93-91FD-4F62-993D-3A802C419306}" destId="{89A7318F-ECCD-4E6E-A839-0FDF51F4EEF2}" srcOrd="2" destOrd="0" parTransId="{A7962FAC-166E-4C0A-8941-2F41AED4590C}" sibTransId="{75B1D473-FD13-45C6-B691-D95AF6AD8802}"/>
    <dgm:cxn modelId="{99C5F3CB-868D-4499-BD9E-E4BC1A105407}" type="presOf" srcId="{CD336703-8CCD-42AE-9D0E-CFB4FEAAF3CE}" destId="{0A1E7F03-0EDD-4515-B698-9600BC08EFCE}" srcOrd="0" destOrd="1" presId="urn:microsoft.com/office/officeart/2005/8/layout/vList2"/>
    <dgm:cxn modelId="{6DC912CC-02FF-4958-A980-5AF5E364622C}" type="presOf" srcId="{BE9A5F93-91FD-4F62-993D-3A802C419306}" destId="{6A104C9B-2BB2-4BBE-BD23-12ED45F44706}" srcOrd="0" destOrd="0" presId="urn:microsoft.com/office/officeart/2005/8/layout/vList2"/>
    <dgm:cxn modelId="{8CEE97DF-1A19-48CC-A1F9-5E609FF44FB6}" type="presOf" srcId="{3D23825E-7878-4324-8C2B-82BE04866272}" destId="{B691B5D7-B86A-446D-90C8-C5A991815E04}" srcOrd="0" destOrd="0" presId="urn:microsoft.com/office/officeart/2005/8/layout/vList2"/>
    <dgm:cxn modelId="{C75829E2-F8EF-4E5E-8430-96B954C1B996}" srcId="{8E12F352-DA9A-4EE8-991C-09B6BF8FBD95}" destId="{79CCAE36-78CF-4CE3-AE74-AEE7FB7C1DF5}" srcOrd="0" destOrd="0" parTransId="{D117A67A-2F14-4041-83BA-273F66D84D8F}" sibTransId="{F1CD2BDC-F6B1-4C54-B931-3CC9AC3CC794}"/>
    <dgm:cxn modelId="{003AF4E5-F9AE-4246-B643-31165643F0CA}" srcId="{4C3C9574-F20E-4A5C-B30A-2D3F709F2ACE}" destId="{BE9A5F93-91FD-4F62-993D-3A802C419306}" srcOrd="1" destOrd="0" parTransId="{4E0D829E-F754-4C75-AF44-76BF8D47E371}" sibTransId="{5FB4CB8F-6427-43E0-AD82-D96812A032CB}"/>
    <dgm:cxn modelId="{A92C14EE-992C-4962-9C14-EE045089A932}" srcId="{BE9A5F93-91FD-4F62-993D-3A802C419306}" destId="{0F728FAC-1AB2-4212-BF71-B12EE744B415}" srcOrd="0" destOrd="0" parTransId="{545C05EA-4FA9-45E4-90A9-0645DE0EB307}" sibTransId="{270D912D-78FF-4A41-88C5-CA8CE4CD67E9}"/>
    <dgm:cxn modelId="{4437D8AC-F334-49E8-8CCF-25942DCF815B}" type="presParOf" srcId="{C1E8578D-4BA4-4365-8453-5527C167B1C7}" destId="{B691B5D7-B86A-446D-90C8-C5A991815E04}" srcOrd="0" destOrd="0" presId="urn:microsoft.com/office/officeart/2005/8/layout/vList2"/>
    <dgm:cxn modelId="{A6E203BB-7A33-4E33-ACF2-7A447CD478B3}" type="presParOf" srcId="{C1E8578D-4BA4-4365-8453-5527C167B1C7}" destId="{18EFCA85-7C33-497D-81F4-F75516CF20C9}" srcOrd="1" destOrd="0" presId="urn:microsoft.com/office/officeart/2005/8/layout/vList2"/>
    <dgm:cxn modelId="{87BE072D-E293-4713-842D-D2AF4B0D2732}" type="presParOf" srcId="{C1E8578D-4BA4-4365-8453-5527C167B1C7}" destId="{6A104C9B-2BB2-4BBE-BD23-12ED45F44706}" srcOrd="2" destOrd="0" presId="urn:microsoft.com/office/officeart/2005/8/layout/vList2"/>
    <dgm:cxn modelId="{395C741E-C46A-41D5-B86A-BA197E2A6B27}" type="presParOf" srcId="{C1E8578D-4BA4-4365-8453-5527C167B1C7}" destId="{0964020D-8D23-42FD-8B88-832AA13CE11B}" srcOrd="3" destOrd="0" presId="urn:microsoft.com/office/officeart/2005/8/layout/vList2"/>
    <dgm:cxn modelId="{06EEB021-C48D-4822-BBFF-602B618840E1}" type="presParOf" srcId="{C1E8578D-4BA4-4365-8453-5527C167B1C7}" destId="{DCFF43CF-6F55-4C88-A02C-FF0A0C20B365}" srcOrd="4" destOrd="0" presId="urn:microsoft.com/office/officeart/2005/8/layout/vList2"/>
    <dgm:cxn modelId="{76283CA0-5E0B-40D8-B715-F13B5B61DC31}" type="presParOf" srcId="{C1E8578D-4BA4-4365-8453-5527C167B1C7}" destId="{0A1E7F03-0EDD-4515-B698-9600BC08EFCE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C3C9574-F20E-4A5C-B30A-2D3F709F2ACE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L"/>
        </a:p>
      </dgm:t>
    </dgm:pt>
    <dgm:pt modelId="{3D23825E-7878-4324-8C2B-82BE04866272}">
      <dgm:prSet custT="1"/>
      <dgm:spPr>
        <a:solidFill>
          <a:srgbClr val="00B050"/>
        </a:solidFill>
      </dgm:spPr>
      <dgm:t>
        <a:bodyPr/>
        <a:lstStyle/>
        <a:p>
          <a:r>
            <a:rPr lang="es-CL" sz="3200" dirty="0">
              <a:latin typeface="Lato" panose="020F0502020204030203" pitchFamily="34" charset="0"/>
              <a:cs typeface="Lato" panose="020F0502020204030203" pitchFamily="34" charset="0"/>
            </a:rPr>
            <a:t>¿Dónde opera el sistema?</a:t>
          </a:r>
        </a:p>
      </dgm:t>
    </dgm:pt>
    <dgm:pt modelId="{A56FA08C-CC6B-4D48-85F0-F457F6F86072}" type="parTrans" cxnId="{418D6E60-4AC1-46FF-9479-22627BBF0BA3}">
      <dgm:prSet/>
      <dgm:spPr/>
      <dgm:t>
        <a:bodyPr/>
        <a:lstStyle/>
        <a:p>
          <a:endParaRPr lang="es-CL"/>
        </a:p>
      </dgm:t>
    </dgm:pt>
    <dgm:pt modelId="{DFB4C0D5-31C4-4C00-8300-12B2F5E7A816}" type="sibTrans" cxnId="{418D6E60-4AC1-46FF-9479-22627BBF0BA3}">
      <dgm:prSet/>
      <dgm:spPr/>
      <dgm:t>
        <a:bodyPr/>
        <a:lstStyle/>
        <a:p>
          <a:endParaRPr lang="es-CL"/>
        </a:p>
      </dgm:t>
    </dgm:pt>
    <dgm:pt modelId="{5659D2B3-3907-4FA8-B2CF-95FE62BDBE8A}">
      <dgm:prSet custT="1"/>
      <dgm:spPr/>
      <dgm:t>
        <a:bodyPr/>
        <a:lstStyle/>
        <a:p>
          <a:r>
            <a:rPr lang="es-CL" sz="2000" dirty="0"/>
            <a:t>El sistema operará en una orbita terrestre baja (LEO).</a:t>
          </a:r>
        </a:p>
      </dgm:t>
    </dgm:pt>
    <dgm:pt modelId="{6FD21D6F-21EA-4933-A70C-A1C7120C8DD7}" type="parTrans" cxnId="{E55C9719-043A-4000-90DB-462C65D1EDEC}">
      <dgm:prSet/>
      <dgm:spPr/>
      <dgm:t>
        <a:bodyPr/>
        <a:lstStyle/>
        <a:p>
          <a:endParaRPr lang="es-CL"/>
        </a:p>
      </dgm:t>
    </dgm:pt>
    <dgm:pt modelId="{96D8A4BC-5194-4BA0-9041-68CFEC7DE856}" type="sibTrans" cxnId="{E55C9719-043A-4000-90DB-462C65D1EDEC}">
      <dgm:prSet/>
      <dgm:spPr/>
      <dgm:t>
        <a:bodyPr/>
        <a:lstStyle/>
        <a:p>
          <a:endParaRPr lang="es-CL"/>
        </a:p>
      </dgm:t>
    </dgm:pt>
    <dgm:pt modelId="{26931134-D849-413A-93A0-B60344A50374}">
      <dgm:prSet custT="1"/>
      <dgm:spPr/>
      <dgm:t>
        <a:bodyPr/>
        <a:lstStyle/>
        <a:p>
          <a:r>
            <a:rPr lang="es-CL" sz="2000" dirty="0"/>
            <a:t>El servicio está diseñado para cubrir la totalidad del territorio chileno.</a:t>
          </a:r>
        </a:p>
      </dgm:t>
    </dgm:pt>
    <dgm:pt modelId="{DDBDDB8B-B1D0-4653-B671-ADBB463BDA90}" type="parTrans" cxnId="{13CD2BBE-0058-42D7-B166-69046EBCC163}">
      <dgm:prSet/>
      <dgm:spPr/>
      <dgm:t>
        <a:bodyPr/>
        <a:lstStyle/>
        <a:p>
          <a:endParaRPr lang="es-CL"/>
        </a:p>
      </dgm:t>
    </dgm:pt>
    <dgm:pt modelId="{5FA26129-E394-4908-9AD3-B4BB8AED7386}" type="sibTrans" cxnId="{13CD2BBE-0058-42D7-B166-69046EBCC163}">
      <dgm:prSet/>
      <dgm:spPr/>
      <dgm:t>
        <a:bodyPr/>
        <a:lstStyle/>
        <a:p>
          <a:endParaRPr lang="es-CL"/>
        </a:p>
      </dgm:t>
    </dgm:pt>
    <dgm:pt modelId="{41133A33-9379-41AD-B9A0-CBD6583DD361}">
      <dgm:prSet custT="1"/>
      <dgm:spPr>
        <a:solidFill>
          <a:srgbClr val="00B050"/>
        </a:solidFill>
      </dgm:spPr>
      <dgm:t>
        <a:bodyPr/>
        <a:lstStyle/>
        <a:p>
          <a:r>
            <a:rPr lang="es-CL" sz="3200" dirty="0">
              <a:latin typeface="Lato" panose="020F0502020204030203" pitchFamily="34" charset="0"/>
              <a:cs typeface="Lato" panose="020F0502020204030203" pitchFamily="34" charset="0"/>
            </a:rPr>
            <a:t>¿Cuándo opera el sistema?</a:t>
          </a:r>
        </a:p>
      </dgm:t>
    </dgm:pt>
    <dgm:pt modelId="{E3260318-5F8B-4430-A434-58D2B7CF4262}" type="parTrans" cxnId="{AAA55082-C863-4691-BAD2-61AFC5AE2ECD}">
      <dgm:prSet/>
      <dgm:spPr/>
      <dgm:t>
        <a:bodyPr/>
        <a:lstStyle/>
        <a:p>
          <a:endParaRPr lang="es-CL"/>
        </a:p>
      </dgm:t>
    </dgm:pt>
    <dgm:pt modelId="{1ECBDB4B-34A8-4500-8744-D01DFD2AF337}" type="sibTrans" cxnId="{AAA55082-C863-4691-BAD2-61AFC5AE2ECD}">
      <dgm:prSet/>
      <dgm:spPr/>
      <dgm:t>
        <a:bodyPr/>
        <a:lstStyle/>
        <a:p>
          <a:endParaRPr lang="es-CL"/>
        </a:p>
      </dgm:t>
    </dgm:pt>
    <dgm:pt modelId="{359A31A8-01C9-472E-AD40-B4EA00195F18}">
      <dgm:prSet custT="1"/>
      <dgm:spPr/>
      <dgm:t>
        <a:bodyPr/>
        <a:lstStyle/>
        <a:p>
          <a:r>
            <a:rPr lang="es-CL" sz="2000" dirty="0"/>
            <a:t>El proyecto tiene una ventana de desarrollo de 2 años (2026-2028).</a:t>
          </a:r>
        </a:p>
      </dgm:t>
    </dgm:pt>
    <dgm:pt modelId="{381D7FA7-8668-4A4E-9B10-A1EF4EF43FEE}" type="parTrans" cxnId="{C13EC3A9-8B3F-4B67-BA94-C72AE661B62B}">
      <dgm:prSet/>
      <dgm:spPr/>
      <dgm:t>
        <a:bodyPr/>
        <a:lstStyle/>
        <a:p>
          <a:endParaRPr lang="es-CL"/>
        </a:p>
      </dgm:t>
    </dgm:pt>
    <dgm:pt modelId="{7F567EE8-0BD0-4B3B-B5A3-2C742E550648}" type="sibTrans" cxnId="{C13EC3A9-8B3F-4B67-BA94-C72AE661B62B}">
      <dgm:prSet/>
      <dgm:spPr/>
      <dgm:t>
        <a:bodyPr/>
        <a:lstStyle/>
        <a:p>
          <a:endParaRPr lang="es-CL"/>
        </a:p>
      </dgm:t>
    </dgm:pt>
    <dgm:pt modelId="{CD3FCD58-DE8B-4D78-A8DA-F34A4EE3BB7C}">
      <dgm:prSet custT="1"/>
      <dgm:spPr>
        <a:solidFill>
          <a:srgbClr val="00B050"/>
        </a:solidFill>
      </dgm:spPr>
      <dgm:t>
        <a:bodyPr/>
        <a:lstStyle/>
        <a:p>
          <a:r>
            <a:rPr lang="es-CL" sz="3200" dirty="0">
              <a:latin typeface="Lato" panose="020F0502020204030203" pitchFamily="34" charset="0"/>
              <a:cs typeface="Lato" panose="020F0502020204030203" pitchFamily="34" charset="0"/>
            </a:rPr>
            <a:t>¿Cómo opera el sistema?</a:t>
          </a:r>
        </a:p>
      </dgm:t>
    </dgm:pt>
    <dgm:pt modelId="{4972CA58-D62C-42F5-AB8F-F818EA1D3DE4}" type="parTrans" cxnId="{1F8DF56C-A10B-452D-8090-443E96915742}">
      <dgm:prSet/>
      <dgm:spPr/>
      <dgm:t>
        <a:bodyPr/>
        <a:lstStyle/>
        <a:p>
          <a:endParaRPr lang="es-CL"/>
        </a:p>
      </dgm:t>
    </dgm:pt>
    <dgm:pt modelId="{FD3299A6-46F6-48A8-92AC-5EDCD2350590}" type="sibTrans" cxnId="{1F8DF56C-A10B-452D-8090-443E96915742}">
      <dgm:prSet/>
      <dgm:spPr/>
      <dgm:t>
        <a:bodyPr/>
        <a:lstStyle/>
        <a:p>
          <a:endParaRPr lang="es-CL"/>
        </a:p>
      </dgm:t>
    </dgm:pt>
    <dgm:pt modelId="{7F7F6FC6-395B-4D02-8BA2-46D27C1126DC}">
      <dgm:prSet custT="1"/>
      <dgm:spPr/>
      <dgm:t>
        <a:bodyPr/>
        <a:lstStyle/>
        <a:p>
          <a:r>
            <a:rPr lang="es-CL" sz="2000" dirty="0"/>
            <a:t>Estación remota transmite un mensaje con la información recolectada.</a:t>
          </a:r>
        </a:p>
      </dgm:t>
    </dgm:pt>
    <dgm:pt modelId="{E1160136-3B9B-4C3D-AC86-1127AA1549BC}" type="parTrans" cxnId="{31367613-A223-4335-A39D-7CBAE55F0FB6}">
      <dgm:prSet/>
      <dgm:spPr/>
      <dgm:t>
        <a:bodyPr/>
        <a:lstStyle/>
        <a:p>
          <a:endParaRPr lang="es-CL"/>
        </a:p>
      </dgm:t>
    </dgm:pt>
    <dgm:pt modelId="{0D533A3A-9111-4338-B840-C4C5915E6D1E}" type="sibTrans" cxnId="{31367613-A223-4335-A39D-7CBAE55F0FB6}">
      <dgm:prSet/>
      <dgm:spPr/>
      <dgm:t>
        <a:bodyPr/>
        <a:lstStyle/>
        <a:p>
          <a:endParaRPr lang="es-CL"/>
        </a:p>
      </dgm:t>
    </dgm:pt>
    <dgm:pt modelId="{C8F10AA3-7919-40AB-9FA8-C57793A75D3F}">
      <dgm:prSet custT="1"/>
      <dgm:spPr/>
      <dgm:t>
        <a:bodyPr/>
        <a:lstStyle/>
        <a:p>
          <a:r>
            <a:rPr lang="es-CL" sz="2000" dirty="0"/>
            <a:t>El mensaje es recibido y almacenado en una memoria no volátil dentro de la carga útil.</a:t>
          </a:r>
        </a:p>
      </dgm:t>
    </dgm:pt>
    <dgm:pt modelId="{196BD68E-4560-4E3D-9502-5462263C7E33}" type="parTrans" cxnId="{86CCAD44-E760-4CB1-9C01-B64E59283A5E}">
      <dgm:prSet/>
      <dgm:spPr/>
      <dgm:t>
        <a:bodyPr/>
        <a:lstStyle/>
        <a:p>
          <a:endParaRPr lang="es-CL"/>
        </a:p>
      </dgm:t>
    </dgm:pt>
    <dgm:pt modelId="{41629D01-AD79-48EA-8E26-3C481E83E1D1}" type="sibTrans" cxnId="{86CCAD44-E760-4CB1-9C01-B64E59283A5E}">
      <dgm:prSet/>
      <dgm:spPr/>
      <dgm:t>
        <a:bodyPr/>
        <a:lstStyle/>
        <a:p>
          <a:endParaRPr lang="es-CL"/>
        </a:p>
      </dgm:t>
    </dgm:pt>
    <dgm:pt modelId="{36BDF590-7C29-45A5-8D0A-FD6FF1129AA2}">
      <dgm:prSet custT="1"/>
      <dgm:spPr/>
      <dgm:t>
        <a:bodyPr/>
        <a:lstStyle/>
        <a:p>
          <a:r>
            <a:rPr lang="es-CL" sz="2000" dirty="0"/>
            <a:t>El mensaje es transmitido a una estación terrena cuando existe una conexión.</a:t>
          </a:r>
        </a:p>
      </dgm:t>
    </dgm:pt>
    <dgm:pt modelId="{9B0D4D21-77B6-48B6-8758-48DDAF6998EB}" type="parTrans" cxnId="{1DC717B1-D642-4A87-A519-DCFA4FD5589B}">
      <dgm:prSet/>
      <dgm:spPr/>
      <dgm:t>
        <a:bodyPr/>
        <a:lstStyle/>
        <a:p>
          <a:endParaRPr lang="es-CL"/>
        </a:p>
      </dgm:t>
    </dgm:pt>
    <dgm:pt modelId="{35CEC8DF-D43D-4ABA-96F5-D86FCBF6B968}" type="sibTrans" cxnId="{1DC717B1-D642-4A87-A519-DCFA4FD5589B}">
      <dgm:prSet/>
      <dgm:spPr/>
      <dgm:t>
        <a:bodyPr/>
        <a:lstStyle/>
        <a:p>
          <a:endParaRPr lang="es-CL"/>
        </a:p>
      </dgm:t>
    </dgm:pt>
    <dgm:pt modelId="{7D7F0441-21B9-40D0-907C-C9B3DB0C1562}">
      <dgm:prSet custT="1"/>
      <dgm:spPr/>
      <dgm:t>
        <a:bodyPr/>
        <a:lstStyle/>
        <a:p>
          <a:r>
            <a:rPr lang="es-CL" sz="2000" dirty="0"/>
            <a:t>Vida útil de 5 años.</a:t>
          </a:r>
        </a:p>
      </dgm:t>
    </dgm:pt>
    <dgm:pt modelId="{8CB83705-E958-4D6F-8FBB-6F64B9E12E91}" type="parTrans" cxnId="{D2287CB4-2B47-471C-9DB0-AD18EEA799F4}">
      <dgm:prSet/>
      <dgm:spPr/>
      <dgm:t>
        <a:bodyPr/>
        <a:lstStyle/>
        <a:p>
          <a:endParaRPr lang="es-CL"/>
        </a:p>
      </dgm:t>
    </dgm:pt>
    <dgm:pt modelId="{F037B3C8-043A-4C06-8FF0-F8354EC3A6A1}" type="sibTrans" cxnId="{D2287CB4-2B47-471C-9DB0-AD18EEA799F4}">
      <dgm:prSet/>
      <dgm:spPr/>
      <dgm:t>
        <a:bodyPr/>
        <a:lstStyle/>
        <a:p>
          <a:endParaRPr lang="es-CL"/>
        </a:p>
      </dgm:t>
    </dgm:pt>
    <dgm:pt modelId="{6D2C1FDF-D72E-4AAD-A013-00248D679797}" type="pres">
      <dgm:prSet presAssocID="{4C3C9574-F20E-4A5C-B30A-2D3F709F2ACE}" presName="linear" presStyleCnt="0">
        <dgm:presLayoutVars>
          <dgm:animLvl val="lvl"/>
          <dgm:resizeHandles val="exact"/>
        </dgm:presLayoutVars>
      </dgm:prSet>
      <dgm:spPr/>
    </dgm:pt>
    <dgm:pt modelId="{DBFCB87B-A674-475A-BE18-1999C5F4D60B}" type="pres">
      <dgm:prSet presAssocID="{3D23825E-7878-4324-8C2B-82BE04866272}" presName="parentText" presStyleLbl="node1" presStyleIdx="0" presStyleCnt="3" custLinFactNeighborY="-2983">
        <dgm:presLayoutVars>
          <dgm:chMax val="0"/>
          <dgm:bulletEnabled val="1"/>
        </dgm:presLayoutVars>
      </dgm:prSet>
      <dgm:spPr/>
    </dgm:pt>
    <dgm:pt modelId="{F0956B30-89DF-4D09-8F50-BCC8072FD293}" type="pres">
      <dgm:prSet presAssocID="{3D23825E-7878-4324-8C2B-82BE04866272}" presName="childText" presStyleLbl="revTx" presStyleIdx="0" presStyleCnt="3" custLinFactNeighborY="-4946">
        <dgm:presLayoutVars>
          <dgm:bulletEnabled val="1"/>
        </dgm:presLayoutVars>
      </dgm:prSet>
      <dgm:spPr/>
    </dgm:pt>
    <dgm:pt modelId="{16005F23-A7FC-4606-A202-DEE13917D894}" type="pres">
      <dgm:prSet presAssocID="{41133A33-9379-41AD-B9A0-CBD6583DD361}" presName="parentText" presStyleLbl="node1" presStyleIdx="1" presStyleCnt="3" custLinFactNeighborY="-4360">
        <dgm:presLayoutVars>
          <dgm:chMax val="0"/>
          <dgm:bulletEnabled val="1"/>
        </dgm:presLayoutVars>
      </dgm:prSet>
      <dgm:spPr/>
    </dgm:pt>
    <dgm:pt modelId="{927236BC-682C-4E12-85D4-848717BF5886}" type="pres">
      <dgm:prSet presAssocID="{41133A33-9379-41AD-B9A0-CBD6583DD361}" presName="childText" presStyleLbl="revTx" presStyleIdx="1" presStyleCnt="3" custLinFactNeighborY="-6164">
        <dgm:presLayoutVars>
          <dgm:bulletEnabled val="1"/>
        </dgm:presLayoutVars>
      </dgm:prSet>
      <dgm:spPr/>
    </dgm:pt>
    <dgm:pt modelId="{9CA19AED-B30E-4F48-9F94-843E4BBD43DE}" type="pres">
      <dgm:prSet presAssocID="{CD3FCD58-DE8B-4D78-A8DA-F34A4EE3BB7C}" presName="parentText" presStyleLbl="node1" presStyleIdx="2" presStyleCnt="3" custLinFactNeighborY="-4589">
        <dgm:presLayoutVars>
          <dgm:chMax val="0"/>
          <dgm:bulletEnabled val="1"/>
        </dgm:presLayoutVars>
      </dgm:prSet>
      <dgm:spPr/>
    </dgm:pt>
    <dgm:pt modelId="{DC741061-6F4B-4D5E-A715-243E879ECDB9}" type="pres">
      <dgm:prSet presAssocID="{CD3FCD58-DE8B-4D78-A8DA-F34A4EE3BB7C}" presName="childText" presStyleLbl="revTx" presStyleIdx="2" presStyleCnt="3" custLinFactNeighborY="-7382">
        <dgm:presLayoutVars>
          <dgm:bulletEnabled val="1"/>
        </dgm:presLayoutVars>
      </dgm:prSet>
      <dgm:spPr/>
    </dgm:pt>
  </dgm:ptLst>
  <dgm:cxnLst>
    <dgm:cxn modelId="{31367613-A223-4335-A39D-7CBAE55F0FB6}" srcId="{CD3FCD58-DE8B-4D78-A8DA-F34A4EE3BB7C}" destId="{7F7F6FC6-395B-4D02-8BA2-46D27C1126DC}" srcOrd="0" destOrd="0" parTransId="{E1160136-3B9B-4C3D-AC86-1127AA1549BC}" sibTransId="{0D533A3A-9111-4338-B840-C4C5915E6D1E}"/>
    <dgm:cxn modelId="{E55C9719-043A-4000-90DB-462C65D1EDEC}" srcId="{3D23825E-7878-4324-8C2B-82BE04866272}" destId="{5659D2B3-3907-4FA8-B2CF-95FE62BDBE8A}" srcOrd="0" destOrd="0" parTransId="{6FD21D6F-21EA-4933-A70C-A1C7120C8DD7}" sibTransId="{96D8A4BC-5194-4BA0-9041-68CFEC7DE856}"/>
    <dgm:cxn modelId="{FD38B41D-71EE-479A-875D-B2D0EE2C62B5}" type="presOf" srcId="{41133A33-9379-41AD-B9A0-CBD6583DD361}" destId="{16005F23-A7FC-4606-A202-DEE13917D894}" srcOrd="0" destOrd="0" presId="urn:microsoft.com/office/officeart/2005/8/layout/vList2"/>
    <dgm:cxn modelId="{C4AE2836-C311-401F-AF13-7A54AFFAA1E4}" type="presOf" srcId="{26931134-D849-413A-93A0-B60344A50374}" destId="{F0956B30-89DF-4D09-8F50-BCC8072FD293}" srcOrd="0" destOrd="1" presId="urn:microsoft.com/office/officeart/2005/8/layout/vList2"/>
    <dgm:cxn modelId="{418D6E60-4AC1-46FF-9479-22627BBF0BA3}" srcId="{4C3C9574-F20E-4A5C-B30A-2D3F709F2ACE}" destId="{3D23825E-7878-4324-8C2B-82BE04866272}" srcOrd="0" destOrd="0" parTransId="{A56FA08C-CC6B-4D48-85F0-F457F6F86072}" sibTransId="{DFB4C0D5-31C4-4C00-8300-12B2F5E7A816}"/>
    <dgm:cxn modelId="{86CCAD44-E760-4CB1-9C01-B64E59283A5E}" srcId="{CD3FCD58-DE8B-4D78-A8DA-F34A4EE3BB7C}" destId="{C8F10AA3-7919-40AB-9FA8-C57793A75D3F}" srcOrd="1" destOrd="0" parTransId="{196BD68E-4560-4E3D-9502-5462263C7E33}" sibTransId="{41629D01-AD79-48EA-8E26-3C481E83E1D1}"/>
    <dgm:cxn modelId="{F6DDEC4B-FA2C-4293-9CB2-3D127A5B0C35}" type="presOf" srcId="{359A31A8-01C9-472E-AD40-B4EA00195F18}" destId="{927236BC-682C-4E12-85D4-848717BF5886}" srcOrd="0" destOrd="0" presId="urn:microsoft.com/office/officeart/2005/8/layout/vList2"/>
    <dgm:cxn modelId="{1F8DF56C-A10B-452D-8090-443E96915742}" srcId="{4C3C9574-F20E-4A5C-B30A-2D3F709F2ACE}" destId="{CD3FCD58-DE8B-4D78-A8DA-F34A4EE3BB7C}" srcOrd="2" destOrd="0" parTransId="{4972CA58-D62C-42F5-AB8F-F818EA1D3DE4}" sibTransId="{FD3299A6-46F6-48A8-92AC-5EDCD2350590}"/>
    <dgm:cxn modelId="{AAA55082-C863-4691-BAD2-61AFC5AE2ECD}" srcId="{4C3C9574-F20E-4A5C-B30A-2D3F709F2ACE}" destId="{41133A33-9379-41AD-B9A0-CBD6583DD361}" srcOrd="1" destOrd="0" parTransId="{E3260318-5F8B-4430-A434-58D2B7CF4262}" sibTransId="{1ECBDB4B-34A8-4500-8744-D01DFD2AF337}"/>
    <dgm:cxn modelId="{C13EC3A9-8B3F-4B67-BA94-C72AE661B62B}" srcId="{41133A33-9379-41AD-B9A0-CBD6583DD361}" destId="{359A31A8-01C9-472E-AD40-B4EA00195F18}" srcOrd="0" destOrd="0" parTransId="{381D7FA7-8668-4A4E-9B10-A1EF4EF43FEE}" sibTransId="{7F567EE8-0BD0-4B3B-B5A3-2C742E550648}"/>
    <dgm:cxn modelId="{31D3FFAB-9339-4EE8-A386-9F871F91993A}" type="presOf" srcId="{5659D2B3-3907-4FA8-B2CF-95FE62BDBE8A}" destId="{F0956B30-89DF-4D09-8F50-BCC8072FD293}" srcOrd="0" destOrd="0" presId="urn:microsoft.com/office/officeart/2005/8/layout/vList2"/>
    <dgm:cxn modelId="{F33173AD-28B6-4457-B814-787284D11816}" type="presOf" srcId="{7F7F6FC6-395B-4D02-8BA2-46D27C1126DC}" destId="{DC741061-6F4B-4D5E-A715-243E879ECDB9}" srcOrd="0" destOrd="0" presId="urn:microsoft.com/office/officeart/2005/8/layout/vList2"/>
    <dgm:cxn modelId="{478228AF-95A3-43BD-AC50-FDBF3FD2910C}" type="presOf" srcId="{3D23825E-7878-4324-8C2B-82BE04866272}" destId="{DBFCB87B-A674-475A-BE18-1999C5F4D60B}" srcOrd="0" destOrd="0" presId="urn:microsoft.com/office/officeart/2005/8/layout/vList2"/>
    <dgm:cxn modelId="{1DC717B1-D642-4A87-A519-DCFA4FD5589B}" srcId="{CD3FCD58-DE8B-4D78-A8DA-F34A4EE3BB7C}" destId="{36BDF590-7C29-45A5-8D0A-FD6FF1129AA2}" srcOrd="2" destOrd="0" parTransId="{9B0D4D21-77B6-48B6-8758-48DDAF6998EB}" sibTransId="{35CEC8DF-D43D-4ABA-96F5-D86FCBF6B968}"/>
    <dgm:cxn modelId="{D2287CB4-2B47-471C-9DB0-AD18EEA799F4}" srcId="{41133A33-9379-41AD-B9A0-CBD6583DD361}" destId="{7D7F0441-21B9-40D0-907C-C9B3DB0C1562}" srcOrd="1" destOrd="0" parTransId="{8CB83705-E958-4D6F-8FBB-6F64B9E12E91}" sibTransId="{F037B3C8-043A-4C06-8FF0-F8354EC3A6A1}"/>
    <dgm:cxn modelId="{BF12B6B6-F70B-4F45-99EB-3E7FEB4D19EF}" type="presOf" srcId="{4C3C9574-F20E-4A5C-B30A-2D3F709F2ACE}" destId="{6D2C1FDF-D72E-4AAD-A013-00248D679797}" srcOrd="0" destOrd="0" presId="urn:microsoft.com/office/officeart/2005/8/layout/vList2"/>
    <dgm:cxn modelId="{13CD2BBE-0058-42D7-B166-69046EBCC163}" srcId="{3D23825E-7878-4324-8C2B-82BE04866272}" destId="{26931134-D849-413A-93A0-B60344A50374}" srcOrd="1" destOrd="0" parTransId="{DDBDDB8B-B1D0-4653-B671-ADBB463BDA90}" sibTransId="{5FA26129-E394-4908-9AD3-B4BB8AED7386}"/>
    <dgm:cxn modelId="{6EA5E7D1-6384-47DF-9D23-914EFE7DB352}" type="presOf" srcId="{7D7F0441-21B9-40D0-907C-C9B3DB0C1562}" destId="{927236BC-682C-4E12-85D4-848717BF5886}" srcOrd="0" destOrd="1" presId="urn:microsoft.com/office/officeart/2005/8/layout/vList2"/>
    <dgm:cxn modelId="{39442FDA-F554-48EC-88E8-742B9B985C08}" type="presOf" srcId="{36BDF590-7C29-45A5-8D0A-FD6FF1129AA2}" destId="{DC741061-6F4B-4D5E-A715-243E879ECDB9}" srcOrd="0" destOrd="2" presId="urn:microsoft.com/office/officeart/2005/8/layout/vList2"/>
    <dgm:cxn modelId="{EDF4A1F7-1DA1-4D56-9C84-AD5C66379152}" type="presOf" srcId="{CD3FCD58-DE8B-4D78-A8DA-F34A4EE3BB7C}" destId="{9CA19AED-B30E-4F48-9F94-843E4BBD43DE}" srcOrd="0" destOrd="0" presId="urn:microsoft.com/office/officeart/2005/8/layout/vList2"/>
    <dgm:cxn modelId="{22DD5BFD-2A70-4FC8-901D-29BB3FA4578D}" type="presOf" srcId="{C8F10AA3-7919-40AB-9FA8-C57793A75D3F}" destId="{DC741061-6F4B-4D5E-A715-243E879ECDB9}" srcOrd="0" destOrd="1" presId="urn:microsoft.com/office/officeart/2005/8/layout/vList2"/>
    <dgm:cxn modelId="{BEDE250B-68A1-4D25-A4CF-1649FECBE8C9}" type="presParOf" srcId="{6D2C1FDF-D72E-4AAD-A013-00248D679797}" destId="{DBFCB87B-A674-475A-BE18-1999C5F4D60B}" srcOrd="0" destOrd="0" presId="urn:microsoft.com/office/officeart/2005/8/layout/vList2"/>
    <dgm:cxn modelId="{11623EE2-F15B-4316-ADED-911908140527}" type="presParOf" srcId="{6D2C1FDF-D72E-4AAD-A013-00248D679797}" destId="{F0956B30-89DF-4D09-8F50-BCC8072FD293}" srcOrd="1" destOrd="0" presId="urn:microsoft.com/office/officeart/2005/8/layout/vList2"/>
    <dgm:cxn modelId="{8557DA02-4C99-4C59-B4E8-B7E2DF9BB8FE}" type="presParOf" srcId="{6D2C1FDF-D72E-4AAD-A013-00248D679797}" destId="{16005F23-A7FC-4606-A202-DEE13917D894}" srcOrd="2" destOrd="0" presId="urn:microsoft.com/office/officeart/2005/8/layout/vList2"/>
    <dgm:cxn modelId="{533E7099-3900-406C-A9C2-4195483840A3}" type="presParOf" srcId="{6D2C1FDF-D72E-4AAD-A013-00248D679797}" destId="{927236BC-682C-4E12-85D4-848717BF5886}" srcOrd="3" destOrd="0" presId="urn:microsoft.com/office/officeart/2005/8/layout/vList2"/>
    <dgm:cxn modelId="{DC552A22-CA69-497C-A75C-C0AB274B8865}" type="presParOf" srcId="{6D2C1FDF-D72E-4AAD-A013-00248D679797}" destId="{9CA19AED-B30E-4F48-9F94-843E4BBD43DE}" srcOrd="4" destOrd="0" presId="urn:microsoft.com/office/officeart/2005/8/layout/vList2"/>
    <dgm:cxn modelId="{D60687CF-058A-43B7-B23E-63C76EF6DECE}" type="presParOf" srcId="{6D2C1FDF-D72E-4AAD-A013-00248D679797}" destId="{DC741061-6F4B-4D5E-A715-243E879ECDB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E0C5FEA-3E8C-4BA4-8CDF-D8F7264B573D}" type="doc">
      <dgm:prSet loTypeId="urn:microsoft.com/office/officeart/2005/8/layout/bProcess3" loCatId="process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L"/>
        </a:p>
      </dgm:t>
    </dgm:pt>
    <dgm:pt modelId="{E1A323F5-88B7-44EF-8140-5CB2C5AF6474}">
      <dgm:prSet/>
      <dgm:spPr>
        <a:solidFill>
          <a:srgbClr val="00B050"/>
        </a:solidFill>
      </dgm:spPr>
      <dgm:t>
        <a:bodyPr/>
        <a:lstStyle/>
        <a:p>
          <a:r>
            <a:rPr lang="es-CL" sz="3000" dirty="0"/>
            <a:t>Recepción RF</a:t>
          </a:r>
        </a:p>
      </dgm:t>
    </dgm:pt>
    <dgm:pt modelId="{8908826C-EA8F-4307-9B22-C4CFDB077CE9}" type="parTrans" cxnId="{304E36E2-E468-4B5E-9FDC-2408400C5229}">
      <dgm:prSet/>
      <dgm:spPr/>
      <dgm:t>
        <a:bodyPr/>
        <a:lstStyle/>
        <a:p>
          <a:endParaRPr lang="es-CL"/>
        </a:p>
      </dgm:t>
    </dgm:pt>
    <dgm:pt modelId="{13407DD4-A307-4949-9C3E-EEE3B767A8CF}" type="sibTrans" cxnId="{304E36E2-E468-4B5E-9FDC-2408400C5229}">
      <dgm:prSet/>
      <dgm:spPr>
        <a:solidFill>
          <a:schemeClr val="tx1">
            <a:lumMod val="95000"/>
            <a:lumOff val="5000"/>
          </a:schemeClr>
        </a:solidFill>
        <a:ln w="19050"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s-CL" dirty="0"/>
        </a:p>
      </dgm:t>
    </dgm:pt>
    <dgm:pt modelId="{147CFE32-4345-4032-B8A1-EDF9B353D60D}">
      <dgm:prSet/>
      <dgm:spPr>
        <a:solidFill>
          <a:srgbClr val="00B050"/>
        </a:solidFill>
      </dgm:spPr>
      <dgm:t>
        <a:bodyPr/>
        <a:lstStyle/>
        <a:p>
          <a:r>
            <a:rPr lang="es-CL" sz="3000" dirty="0"/>
            <a:t>Demodulación</a:t>
          </a:r>
        </a:p>
      </dgm:t>
    </dgm:pt>
    <dgm:pt modelId="{FA578D80-7E52-4C93-8939-9D7B5DE805B4}" type="parTrans" cxnId="{8FD57191-2736-477A-AAAD-13CA94309537}">
      <dgm:prSet/>
      <dgm:spPr/>
      <dgm:t>
        <a:bodyPr/>
        <a:lstStyle/>
        <a:p>
          <a:endParaRPr lang="es-CL"/>
        </a:p>
      </dgm:t>
    </dgm:pt>
    <dgm:pt modelId="{1E07A7CE-D8FD-444B-B177-8E247D99B343}" type="sibTrans" cxnId="{8FD57191-2736-477A-AAAD-13CA94309537}">
      <dgm:prSet/>
      <dgm:spPr>
        <a:solidFill>
          <a:schemeClr val="tx1">
            <a:lumMod val="95000"/>
            <a:lumOff val="5000"/>
          </a:schemeClr>
        </a:solidFill>
        <a:ln w="19050"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s-CL" dirty="0"/>
        </a:p>
      </dgm:t>
    </dgm:pt>
    <dgm:pt modelId="{C5788408-67A9-40E4-BA7A-7481B8ACD99D}">
      <dgm:prSet/>
      <dgm:spPr>
        <a:solidFill>
          <a:srgbClr val="00B050"/>
        </a:solidFill>
      </dgm:spPr>
      <dgm:t>
        <a:bodyPr/>
        <a:lstStyle/>
        <a:p>
          <a:r>
            <a:rPr lang="es-CL" sz="3000" dirty="0"/>
            <a:t>Almacenamiento no volátil</a:t>
          </a:r>
        </a:p>
      </dgm:t>
    </dgm:pt>
    <dgm:pt modelId="{12B77D2D-25D6-4C54-99E8-F66C21E75501}" type="parTrans" cxnId="{71E3C6C9-48FC-4CE8-9E3D-17CC6A121D2B}">
      <dgm:prSet/>
      <dgm:spPr/>
      <dgm:t>
        <a:bodyPr/>
        <a:lstStyle/>
        <a:p>
          <a:endParaRPr lang="es-CL"/>
        </a:p>
      </dgm:t>
    </dgm:pt>
    <dgm:pt modelId="{FB6F39E7-B251-4373-B574-A4135A25E570}" type="sibTrans" cxnId="{71E3C6C9-48FC-4CE8-9E3D-17CC6A121D2B}">
      <dgm:prSet/>
      <dgm:spPr>
        <a:solidFill>
          <a:schemeClr val="tx1">
            <a:lumMod val="95000"/>
            <a:lumOff val="5000"/>
          </a:schemeClr>
        </a:solidFill>
        <a:ln w="19050"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s-CL" dirty="0"/>
        </a:p>
      </dgm:t>
    </dgm:pt>
    <dgm:pt modelId="{2FAED4FD-791E-4FCC-A4B6-BA26FBC40F1A}">
      <dgm:prSet/>
      <dgm:spPr>
        <a:solidFill>
          <a:srgbClr val="00B050"/>
        </a:solidFill>
      </dgm:spPr>
      <dgm:t>
        <a:bodyPr/>
        <a:lstStyle/>
        <a:p>
          <a:r>
            <a:rPr lang="es-CL" sz="3000" dirty="0"/>
            <a:t>Comando del OBC</a:t>
          </a:r>
        </a:p>
      </dgm:t>
    </dgm:pt>
    <dgm:pt modelId="{F9CCD839-2830-4ADA-BE30-C110ADFD63FF}" type="parTrans" cxnId="{2B5EFBE0-5B30-45B6-B2F9-0F0D65B748B6}">
      <dgm:prSet/>
      <dgm:spPr/>
      <dgm:t>
        <a:bodyPr/>
        <a:lstStyle/>
        <a:p>
          <a:endParaRPr lang="es-CL"/>
        </a:p>
      </dgm:t>
    </dgm:pt>
    <dgm:pt modelId="{B09227E9-476A-4278-8420-3B984C2F51D1}" type="sibTrans" cxnId="{2B5EFBE0-5B30-45B6-B2F9-0F0D65B748B6}">
      <dgm:prSet/>
      <dgm:spPr>
        <a:solidFill>
          <a:schemeClr val="tx1">
            <a:lumMod val="95000"/>
            <a:lumOff val="5000"/>
          </a:schemeClr>
        </a:solidFill>
        <a:ln w="19050"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s-CL" dirty="0"/>
        </a:p>
      </dgm:t>
    </dgm:pt>
    <dgm:pt modelId="{C7952EC8-6F92-444C-8A55-792B38EFAD57}">
      <dgm:prSet custT="1"/>
      <dgm:spPr>
        <a:solidFill>
          <a:srgbClr val="00B050"/>
        </a:solidFill>
      </dgm:spPr>
      <dgm:t>
        <a:bodyPr/>
        <a:lstStyle/>
        <a:p>
          <a:r>
            <a:rPr lang="es-CL" sz="3000" dirty="0"/>
            <a:t>Transmisión RF</a:t>
          </a:r>
        </a:p>
      </dgm:t>
    </dgm:pt>
    <dgm:pt modelId="{E931C092-3ED3-4DA6-8500-6A11FAEC4D03}" type="parTrans" cxnId="{55BF674E-CB5B-4994-8072-683F9B7178C2}">
      <dgm:prSet/>
      <dgm:spPr/>
      <dgm:t>
        <a:bodyPr/>
        <a:lstStyle/>
        <a:p>
          <a:endParaRPr lang="es-CL"/>
        </a:p>
      </dgm:t>
    </dgm:pt>
    <dgm:pt modelId="{B583B832-CD18-4B76-81DA-A799F49C2ED1}" type="sibTrans" cxnId="{55BF674E-CB5B-4994-8072-683F9B7178C2}">
      <dgm:prSet/>
      <dgm:spPr/>
      <dgm:t>
        <a:bodyPr/>
        <a:lstStyle/>
        <a:p>
          <a:endParaRPr lang="es-CL"/>
        </a:p>
      </dgm:t>
    </dgm:pt>
    <dgm:pt modelId="{9C1839C6-F5E8-4251-AF2E-05A528192031}">
      <dgm:prSet custT="1"/>
      <dgm:spPr>
        <a:solidFill>
          <a:srgbClr val="00B050"/>
        </a:solidFill>
      </dgm:spPr>
      <dgm:t>
        <a:bodyPr/>
        <a:lstStyle/>
        <a:p>
          <a:r>
            <a:rPr lang="es-CL" sz="2000" dirty="0"/>
            <a:t>Antena banda L o UHF</a:t>
          </a:r>
        </a:p>
      </dgm:t>
    </dgm:pt>
    <dgm:pt modelId="{C119E1C7-CC7C-4BD8-B683-E46FA932BA44}" type="parTrans" cxnId="{2BA5D428-95DA-4D3A-81CE-CEECDEF1987B}">
      <dgm:prSet/>
      <dgm:spPr/>
      <dgm:t>
        <a:bodyPr/>
        <a:lstStyle/>
        <a:p>
          <a:endParaRPr lang="es-CL"/>
        </a:p>
      </dgm:t>
    </dgm:pt>
    <dgm:pt modelId="{1F45E18E-4E6B-4B17-8CA3-44090C93E4CC}" type="sibTrans" cxnId="{2BA5D428-95DA-4D3A-81CE-CEECDEF1987B}">
      <dgm:prSet/>
      <dgm:spPr/>
      <dgm:t>
        <a:bodyPr/>
        <a:lstStyle/>
        <a:p>
          <a:endParaRPr lang="es-CL"/>
        </a:p>
      </dgm:t>
    </dgm:pt>
    <dgm:pt modelId="{A9E3EF39-6AB2-4EC1-B8B5-78E418B59D04}">
      <dgm:prSet custT="1"/>
      <dgm:spPr>
        <a:solidFill>
          <a:srgbClr val="00B050"/>
        </a:solidFill>
      </dgm:spPr>
      <dgm:t>
        <a:bodyPr/>
        <a:lstStyle/>
        <a:p>
          <a:r>
            <a:rPr lang="es-CL" sz="2000" dirty="0"/>
            <a:t>Amplificadores</a:t>
          </a:r>
        </a:p>
      </dgm:t>
    </dgm:pt>
    <dgm:pt modelId="{AA85B491-BEDE-42C4-B6FB-8BCEAE0E1B74}" type="parTrans" cxnId="{6E27319E-2571-4B80-8158-91B9A01912FF}">
      <dgm:prSet/>
      <dgm:spPr/>
      <dgm:t>
        <a:bodyPr/>
        <a:lstStyle/>
        <a:p>
          <a:endParaRPr lang="es-CL"/>
        </a:p>
      </dgm:t>
    </dgm:pt>
    <dgm:pt modelId="{22F98432-8FD4-446E-B97B-98B363D01110}" type="sibTrans" cxnId="{6E27319E-2571-4B80-8158-91B9A01912FF}">
      <dgm:prSet/>
      <dgm:spPr/>
      <dgm:t>
        <a:bodyPr/>
        <a:lstStyle/>
        <a:p>
          <a:endParaRPr lang="es-CL"/>
        </a:p>
      </dgm:t>
    </dgm:pt>
    <dgm:pt modelId="{DE40AC6F-A131-43D2-A144-0F970DDB63A3}">
      <dgm:prSet custT="1"/>
      <dgm:spPr>
        <a:solidFill>
          <a:srgbClr val="00B050"/>
        </a:solidFill>
      </dgm:spPr>
      <dgm:t>
        <a:bodyPr/>
        <a:lstStyle/>
        <a:p>
          <a:r>
            <a:rPr lang="es-CL" sz="2000" dirty="0"/>
            <a:t>Demodulación BPSK o QPSK</a:t>
          </a:r>
        </a:p>
      </dgm:t>
    </dgm:pt>
    <dgm:pt modelId="{D0046994-3813-46AF-A356-0D1B55C6BD6F}" type="parTrans" cxnId="{17610E1C-F17D-4D21-96D4-EEE946478F57}">
      <dgm:prSet/>
      <dgm:spPr/>
      <dgm:t>
        <a:bodyPr/>
        <a:lstStyle/>
        <a:p>
          <a:endParaRPr lang="es-CL"/>
        </a:p>
      </dgm:t>
    </dgm:pt>
    <dgm:pt modelId="{E8567B51-0C0C-4DE5-9F70-6611BB91779E}" type="sibTrans" cxnId="{17610E1C-F17D-4D21-96D4-EEE946478F57}">
      <dgm:prSet/>
      <dgm:spPr/>
      <dgm:t>
        <a:bodyPr/>
        <a:lstStyle/>
        <a:p>
          <a:endParaRPr lang="es-CL"/>
        </a:p>
      </dgm:t>
    </dgm:pt>
    <dgm:pt modelId="{E71377DF-D97C-4642-B7A8-8BD402DC442F}">
      <dgm:prSet custT="1"/>
      <dgm:spPr>
        <a:solidFill>
          <a:srgbClr val="00B050"/>
        </a:solidFill>
      </dgm:spPr>
      <dgm:t>
        <a:bodyPr/>
        <a:lstStyle/>
        <a:p>
          <a:r>
            <a:rPr lang="es-CL" sz="2000" dirty="0"/>
            <a:t>Sobreescritura de datos</a:t>
          </a:r>
        </a:p>
      </dgm:t>
    </dgm:pt>
    <dgm:pt modelId="{9DA1FB0F-8C3C-4D51-A63C-2058A22A09CA}" type="parTrans" cxnId="{3F87A90A-EBE2-4A7A-9F51-930B656DE131}">
      <dgm:prSet/>
      <dgm:spPr/>
      <dgm:t>
        <a:bodyPr/>
        <a:lstStyle/>
        <a:p>
          <a:endParaRPr lang="es-CL"/>
        </a:p>
      </dgm:t>
    </dgm:pt>
    <dgm:pt modelId="{E07A17A8-2B80-4514-A793-B3D2A119B3FE}" type="sibTrans" cxnId="{3F87A90A-EBE2-4A7A-9F51-930B656DE131}">
      <dgm:prSet/>
      <dgm:spPr/>
      <dgm:t>
        <a:bodyPr/>
        <a:lstStyle/>
        <a:p>
          <a:endParaRPr lang="es-CL"/>
        </a:p>
      </dgm:t>
    </dgm:pt>
    <dgm:pt modelId="{0DEBD304-0CA1-4FDE-810B-DDE4ACD22075}">
      <dgm:prSet custT="1"/>
      <dgm:spPr>
        <a:solidFill>
          <a:srgbClr val="00B050"/>
        </a:solidFill>
      </dgm:spPr>
      <dgm:t>
        <a:bodyPr/>
        <a:lstStyle/>
        <a:p>
          <a:r>
            <a:rPr lang="es-CL" sz="2000" dirty="0"/>
            <a:t>Mantener integridad de los datos</a:t>
          </a:r>
        </a:p>
      </dgm:t>
    </dgm:pt>
    <dgm:pt modelId="{ACDED793-160D-4591-99A6-86DC24FA0D23}" type="parTrans" cxnId="{7301728E-72FC-4092-B5A4-91573466C3FE}">
      <dgm:prSet/>
      <dgm:spPr/>
      <dgm:t>
        <a:bodyPr/>
        <a:lstStyle/>
        <a:p>
          <a:endParaRPr lang="es-CL"/>
        </a:p>
      </dgm:t>
    </dgm:pt>
    <dgm:pt modelId="{92BED2A9-B1EB-44A1-A2D9-7336B38750FF}" type="sibTrans" cxnId="{7301728E-72FC-4092-B5A4-91573466C3FE}">
      <dgm:prSet/>
      <dgm:spPr/>
      <dgm:t>
        <a:bodyPr/>
        <a:lstStyle/>
        <a:p>
          <a:endParaRPr lang="es-CL"/>
        </a:p>
      </dgm:t>
    </dgm:pt>
    <dgm:pt modelId="{F95FCFE6-95B4-4931-A692-927E0528E885}">
      <dgm:prSet custT="1"/>
      <dgm:spPr>
        <a:solidFill>
          <a:srgbClr val="00B050"/>
        </a:solidFill>
      </dgm:spPr>
      <dgm:t>
        <a:bodyPr/>
        <a:lstStyle/>
        <a:p>
          <a:r>
            <a:rPr lang="es-CL" sz="2300" dirty="0"/>
            <a:t> </a:t>
          </a:r>
          <a:r>
            <a:rPr lang="es-CL" sz="2000" dirty="0"/>
            <a:t>Control de transmisión</a:t>
          </a:r>
        </a:p>
      </dgm:t>
    </dgm:pt>
    <dgm:pt modelId="{492E5594-0315-4CC1-8F73-BCDBDA708095}" type="parTrans" cxnId="{D534BBEC-0BB1-48FF-9A02-94080BA4977B}">
      <dgm:prSet/>
      <dgm:spPr/>
      <dgm:t>
        <a:bodyPr/>
        <a:lstStyle/>
        <a:p>
          <a:endParaRPr lang="es-CL"/>
        </a:p>
      </dgm:t>
    </dgm:pt>
    <dgm:pt modelId="{F96A14A5-A4A0-444C-9A1F-9C644F4C77FB}" type="sibTrans" cxnId="{D534BBEC-0BB1-48FF-9A02-94080BA4977B}">
      <dgm:prSet/>
      <dgm:spPr/>
      <dgm:t>
        <a:bodyPr/>
        <a:lstStyle/>
        <a:p>
          <a:endParaRPr lang="es-CL"/>
        </a:p>
      </dgm:t>
    </dgm:pt>
    <dgm:pt modelId="{8BEF45CD-F4BC-482A-B16B-523F22924FB6}">
      <dgm:prSet custT="1"/>
      <dgm:spPr>
        <a:solidFill>
          <a:srgbClr val="00B050"/>
        </a:solidFill>
      </dgm:spPr>
      <dgm:t>
        <a:bodyPr/>
        <a:lstStyle/>
        <a:p>
          <a:r>
            <a:rPr lang="es-CL" sz="2000" dirty="0"/>
            <a:t>Banda S (estándares ITU)</a:t>
          </a:r>
        </a:p>
      </dgm:t>
    </dgm:pt>
    <dgm:pt modelId="{F7A595CD-3090-4EE8-B711-00AE10080050}" type="parTrans" cxnId="{4C7B2351-4204-44DC-A5C6-83E810207824}">
      <dgm:prSet/>
      <dgm:spPr/>
      <dgm:t>
        <a:bodyPr/>
        <a:lstStyle/>
        <a:p>
          <a:endParaRPr lang="es-CL"/>
        </a:p>
      </dgm:t>
    </dgm:pt>
    <dgm:pt modelId="{BC2164E4-EC40-4583-BAE8-0638F83B5659}" type="sibTrans" cxnId="{4C7B2351-4204-44DC-A5C6-83E810207824}">
      <dgm:prSet/>
      <dgm:spPr/>
      <dgm:t>
        <a:bodyPr/>
        <a:lstStyle/>
        <a:p>
          <a:endParaRPr lang="es-CL"/>
        </a:p>
      </dgm:t>
    </dgm:pt>
    <dgm:pt modelId="{4E097B6B-4C82-4AA5-852F-6B5FBC8EA48E}">
      <dgm:prSet custT="1"/>
      <dgm:spPr>
        <a:solidFill>
          <a:srgbClr val="00B050"/>
        </a:solidFill>
      </dgm:spPr>
      <dgm:t>
        <a:bodyPr/>
        <a:lstStyle/>
        <a:p>
          <a:r>
            <a:rPr lang="es-CL" sz="2000" dirty="0"/>
            <a:t>Comunicación bidireccional</a:t>
          </a:r>
        </a:p>
      </dgm:t>
    </dgm:pt>
    <dgm:pt modelId="{13D59346-92EB-47EA-BDED-32165B8F5ED4}" type="parTrans" cxnId="{7B37EAEC-A266-438E-8058-F4A796EB1907}">
      <dgm:prSet/>
      <dgm:spPr/>
      <dgm:t>
        <a:bodyPr/>
        <a:lstStyle/>
        <a:p>
          <a:endParaRPr lang="es-CL"/>
        </a:p>
      </dgm:t>
    </dgm:pt>
    <dgm:pt modelId="{27E43342-45E1-4606-B363-04F8B995658A}" type="sibTrans" cxnId="{7B37EAEC-A266-438E-8058-F4A796EB1907}">
      <dgm:prSet/>
      <dgm:spPr/>
      <dgm:t>
        <a:bodyPr/>
        <a:lstStyle/>
        <a:p>
          <a:endParaRPr lang="es-CL"/>
        </a:p>
      </dgm:t>
    </dgm:pt>
    <dgm:pt modelId="{9A3E91AE-0EAF-48A1-810F-C391A9FC53FA}" type="pres">
      <dgm:prSet presAssocID="{BE0C5FEA-3E8C-4BA4-8CDF-D8F7264B573D}" presName="Name0" presStyleCnt="0">
        <dgm:presLayoutVars>
          <dgm:dir/>
          <dgm:resizeHandles val="exact"/>
        </dgm:presLayoutVars>
      </dgm:prSet>
      <dgm:spPr/>
    </dgm:pt>
    <dgm:pt modelId="{C694A396-8120-4C53-9B2F-874647053F99}" type="pres">
      <dgm:prSet presAssocID="{E1A323F5-88B7-44EF-8140-5CB2C5AF6474}" presName="node" presStyleLbl="node1" presStyleIdx="0" presStyleCnt="5">
        <dgm:presLayoutVars>
          <dgm:bulletEnabled val="1"/>
        </dgm:presLayoutVars>
      </dgm:prSet>
      <dgm:spPr/>
    </dgm:pt>
    <dgm:pt modelId="{E304F25A-C4E7-48B8-A9CF-A13A77E816D9}" type="pres">
      <dgm:prSet presAssocID="{13407DD4-A307-4949-9C3E-EEE3B767A8CF}" presName="sibTrans" presStyleLbl="sibTrans1D1" presStyleIdx="0" presStyleCnt="4"/>
      <dgm:spPr/>
    </dgm:pt>
    <dgm:pt modelId="{AF5CC677-6E11-40CA-B748-3C161B483514}" type="pres">
      <dgm:prSet presAssocID="{13407DD4-A307-4949-9C3E-EEE3B767A8CF}" presName="connectorText" presStyleLbl="sibTrans1D1" presStyleIdx="0" presStyleCnt="4"/>
      <dgm:spPr/>
    </dgm:pt>
    <dgm:pt modelId="{4B96779E-BF7F-4E4E-9A7F-225A644D6A05}" type="pres">
      <dgm:prSet presAssocID="{147CFE32-4345-4032-B8A1-EDF9B353D60D}" presName="node" presStyleLbl="node1" presStyleIdx="1" presStyleCnt="5">
        <dgm:presLayoutVars>
          <dgm:bulletEnabled val="1"/>
        </dgm:presLayoutVars>
      </dgm:prSet>
      <dgm:spPr/>
    </dgm:pt>
    <dgm:pt modelId="{DFC09724-F23F-4D0F-8E1B-0DCE7495846B}" type="pres">
      <dgm:prSet presAssocID="{1E07A7CE-D8FD-444B-B177-8E247D99B343}" presName="sibTrans" presStyleLbl="sibTrans1D1" presStyleIdx="1" presStyleCnt="4"/>
      <dgm:spPr/>
    </dgm:pt>
    <dgm:pt modelId="{1AC05A5F-44DA-4951-B54C-C155684B4B3A}" type="pres">
      <dgm:prSet presAssocID="{1E07A7CE-D8FD-444B-B177-8E247D99B343}" presName="connectorText" presStyleLbl="sibTrans1D1" presStyleIdx="1" presStyleCnt="4"/>
      <dgm:spPr/>
    </dgm:pt>
    <dgm:pt modelId="{C2208035-64CA-4C2C-9AD8-85C8C19C8788}" type="pres">
      <dgm:prSet presAssocID="{C5788408-67A9-40E4-BA7A-7481B8ACD99D}" presName="node" presStyleLbl="node1" presStyleIdx="2" presStyleCnt="5">
        <dgm:presLayoutVars>
          <dgm:bulletEnabled val="1"/>
        </dgm:presLayoutVars>
      </dgm:prSet>
      <dgm:spPr/>
    </dgm:pt>
    <dgm:pt modelId="{BBB92ED2-1593-4E91-9540-826D58891931}" type="pres">
      <dgm:prSet presAssocID="{FB6F39E7-B251-4373-B574-A4135A25E570}" presName="sibTrans" presStyleLbl="sibTrans1D1" presStyleIdx="2" presStyleCnt="4"/>
      <dgm:spPr/>
    </dgm:pt>
    <dgm:pt modelId="{07159B14-D723-443F-892A-F62129143340}" type="pres">
      <dgm:prSet presAssocID="{FB6F39E7-B251-4373-B574-A4135A25E570}" presName="connectorText" presStyleLbl="sibTrans1D1" presStyleIdx="2" presStyleCnt="4"/>
      <dgm:spPr/>
    </dgm:pt>
    <dgm:pt modelId="{0A3C2B49-4150-456B-9E6F-761645037C47}" type="pres">
      <dgm:prSet presAssocID="{2FAED4FD-791E-4FCC-A4B6-BA26FBC40F1A}" presName="node" presStyleLbl="node1" presStyleIdx="3" presStyleCnt="5">
        <dgm:presLayoutVars>
          <dgm:bulletEnabled val="1"/>
        </dgm:presLayoutVars>
      </dgm:prSet>
      <dgm:spPr/>
    </dgm:pt>
    <dgm:pt modelId="{5BA4FF3C-95ED-42B0-96D5-83BD551760F3}" type="pres">
      <dgm:prSet presAssocID="{B09227E9-476A-4278-8420-3B984C2F51D1}" presName="sibTrans" presStyleLbl="sibTrans1D1" presStyleIdx="3" presStyleCnt="4"/>
      <dgm:spPr/>
    </dgm:pt>
    <dgm:pt modelId="{231C09DA-D566-48BC-BC28-719133280F77}" type="pres">
      <dgm:prSet presAssocID="{B09227E9-476A-4278-8420-3B984C2F51D1}" presName="connectorText" presStyleLbl="sibTrans1D1" presStyleIdx="3" presStyleCnt="4"/>
      <dgm:spPr/>
    </dgm:pt>
    <dgm:pt modelId="{3B46C96F-AF93-445E-8A7C-5B8990905770}" type="pres">
      <dgm:prSet presAssocID="{C7952EC8-6F92-444C-8A55-792B38EFAD57}" presName="node" presStyleLbl="node1" presStyleIdx="4" presStyleCnt="5">
        <dgm:presLayoutVars>
          <dgm:bulletEnabled val="1"/>
        </dgm:presLayoutVars>
      </dgm:prSet>
      <dgm:spPr/>
    </dgm:pt>
  </dgm:ptLst>
  <dgm:cxnLst>
    <dgm:cxn modelId="{3F87A90A-EBE2-4A7A-9F51-930B656DE131}" srcId="{C5788408-67A9-40E4-BA7A-7481B8ACD99D}" destId="{E71377DF-D97C-4642-B7A8-8BD402DC442F}" srcOrd="0" destOrd="0" parTransId="{9DA1FB0F-8C3C-4D51-A63C-2058A22A09CA}" sibTransId="{E07A17A8-2B80-4514-A793-B3D2A119B3FE}"/>
    <dgm:cxn modelId="{17610E1C-F17D-4D21-96D4-EEE946478F57}" srcId="{147CFE32-4345-4032-B8A1-EDF9B353D60D}" destId="{DE40AC6F-A131-43D2-A144-0F970DDB63A3}" srcOrd="0" destOrd="0" parTransId="{D0046994-3813-46AF-A356-0D1B55C6BD6F}" sibTransId="{E8567B51-0C0C-4DE5-9F70-6611BB91779E}"/>
    <dgm:cxn modelId="{2BA5D428-95DA-4D3A-81CE-CEECDEF1987B}" srcId="{E1A323F5-88B7-44EF-8140-5CB2C5AF6474}" destId="{9C1839C6-F5E8-4251-AF2E-05A528192031}" srcOrd="0" destOrd="0" parTransId="{C119E1C7-CC7C-4BD8-B683-E46FA932BA44}" sibTransId="{1F45E18E-4E6B-4B17-8CA3-44090C93E4CC}"/>
    <dgm:cxn modelId="{5B321B38-01E0-434F-B331-D1DEB8D35F8D}" type="presOf" srcId="{BE0C5FEA-3E8C-4BA4-8CDF-D8F7264B573D}" destId="{9A3E91AE-0EAF-48A1-810F-C391A9FC53FA}" srcOrd="0" destOrd="0" presId="urn:microsoft.com/office/officeart/2005/8/layout/bProcess3"/>
    <dgm:cxn modelId="{E0449A40-A947-4B0B-ABA3-3BFB9678C19F}" type="presOf" srcId="{1E07A7CE-D8FD-444B-B177-8E247D99B343}" destId="{DFC09724-F23F-4D0F-8E1B-0DCE7495846B}" srcOrd="0" destOrd="0" presId="urn:microsoft.com/office/officeart/2005/8/layout/bProcess3"/>
    <dgm:cxn modelId="{E7495F60-E1C2-4063-8860-7F8C0D4B6C07}" type="presOf" srcId="{8BEF45CD-F4BC-482A-B16B-523F22924FB6}" destId="{3B46C96F-AF93-445E-8A7C-5B8990905770}" srcOrd="0" destOrd="1" presId="urn:microsoft.com/office/officeart/2005/8/layout/bProcess3"/>
    <dgm:cxn modelId="{407FEE4D-AFC3-41EB-805D-F44D9D3E1FBF}" type="presOf" srcId="{C5788408-67A9-40E4-BA7A-7481B8ACD99D}" destId="{C2208035-64CA-4C2C-9AD8-85C8C19C8788}" srcOrd="0" destOrd="0" presId="urn:microsoft.com/office/officeart/2005/8/layout/bProcess3"/>
    <dgm:cxn modelId="{55BF674E-CB5B-4994-8072-683F9B7178C2}" srcId="{BE0C5FEA-3E8C-4BA4-8CDF-D8F7264B573D}" destId="{C7952EC8-6F92-444C-8A55-792B38EFAD57}" srcOrd="4" destOrd="0" parTransId="{E931C092-3ED3-4DA6-8500-6A11FAEC4D03}" sibTransId="{B583B832-CD18-4B76-81DA-A799F49C2ED1}"/>
    <dgm:cxn modelId="{4C7B2351-4204-44DC-A5C6-83E810207824}" srcId="{C7952EC8-6F92-444C-8A55-792B38EFAD57}" destId="{8BEF45CD-F4BC-482A-B16B-523F22924FB6}" srcOrd="0" destOrd="0" parTransId="{F7A595CD-3090-4EE8-B711-00AE10080050}" sibTransId="{BC2164E4-EC40-4583-BAE8-0638F83B5659}"/>
    <dgm:cxn modelId="{A3837571-A521-4B55-9B2D-453BF6119117}" type="presOf" srcId="{E1A323F5-88B7-44EF-8140-5CB2C5AF6474}" destId="{C694A396-8120-4C53-9B2F-874647053F99}" srcOrd="0" destOrd="0" presId="urn:microsoft.com/office/officeart/2005/8/layout/bProcess3"/>
    <dgm:cxn modelId="{1BCCD572-14EA-4214-BBBB-7B3DAEA73BB8}" type="presOf" srcId="{2FAED4FD-791E-4FCC-A4B6-BA26FBC40F1A}" destId="{0A3C2B49-4150-456B-9E6F-761645037C47}" srcOrd="0" destOrd="0" presId="urn:microsoft.com/office/officeart/2005/8/layout/bProcess3"/>
    <dgm:cxn modelId="{BCCC4876-9B7F-4F10-B056-A02BA20F1FDF}" type="presOf" srcId="{9C1839C6-F5E8-4251-AF2E-05A528192031}" destId="{C694A396-8120-4C53-9B2F-874647053F99}" srcOrd="0" destOrd="1" presId="urn:microsoft.com/office/officeart/2005/8/layout/bProcess3"/>
    <dgm:cxn modelId="{DE04228E-836E-4EBE-A030-3B075FB09382}" type="presOf" srcId="{F95FCFE6-95B4-4931-A692-927E0528E885}" destId="{0A3C2B49-4150-456B-9E6F-761645037C47}" srcOrd="0" destOrd="1" presId="urn:microsoft.com/office/officeart/2005/8/layout/bProcess3"/>
    <dgm:cxn modelId="{7301728E-72FC-4092-B5A4-91573466C3FE}" srcId="{C5788408-67A9-40E4-BA7A-7481B8ACD99D}" destId="{0DEBD304-0CA1-4FDE-810B-DDE4ACD22075}" srcOrd="1" destOrd="0" parTransId="{ACDED793-160D-4591-99A6-86DC24FA0D23}" sibTransId="{92BED2A9-B1EB-44A1-A2D9-7336B38750FF}"/>
    <dgm:cxn modelId="{9F79848E-1709-4EF2-B304-8ED733D43F00}" type="presOf" srcId="{A9E3EF39-6AB2-4EC1-B8B5-78E418B59D04}" destId="{C694A396-8120-4C53-9B2F-874647053F99}" srcOrd="0" destOrd="2" presId="urn:microsoft.com/office/officeart/2005/8/layout/bProcess3"/>
    <dgm:cxn modelId="{8FD57191-2736-477A-AAAD-13CA94309537}" srcId="{BE0C5FEA-3E8C-4BA4-8CDF-D8F7264B573D}" destId="{147CFE32-4345-4032-B8A1-EDF9B353D60D}" srcOrd="1" destOrd="0" parTransId="{FA578D80-7E52-4C93-8939-9D7B5DE805B4}" sibTransId="{1E07A7CE-D8FD-444B-B177-8E247D99B343}"/>
    <dgm:cxn modelId="{EB700F99-430A-483B-81D7-482B1396C028}" type="presOf" srcId="{1E07A7CE-D8FD-444B-B177-8E247D99B343}" destId="{1AC05A5F-44DA-4951-B54C-C155684B4B3A}" srcOrd="1" destOrd="0" presId="urn:microsoft.com/office/officeart/2005/8/layout/bProcess3"/>
    <dgm:cxn modelId="{6E27319E-2571-4B80-8158-91B9A01912FF}" srcId="{E1A323F5-88B7-44EF-8140-5CB2C5AF6474}" destId="{A9E3EF39-6AB2-4EC1-B8B5-78E418B59D04}" srcOrd="1" destOrd="0" parTransId="{AA85B491-BEDE-42C4-B6FB-8BCEAE0E1B74}" sibTransId="{22F98432-8FD4-446E-B97B-98B363D01110}"/>
    <dgm:cxn modelId="{AEA7459E-C64A-426B-9971-4F6EA55D811E}" type="presOf" srcId="{E71377DF-D97C-4642-B7A8-8BD402DC442F}" destId="{C2208035-64CA-4C2C-9AD8-85C8C19C8788}" srcOrd="0" destOrd="1" presId="urn:microsoft.com/office/officeart/2005/8/layout/bProcess3"/>
    <dgm:cxn modelId="{B5884BA2-C3E4-4B14-A751-B1D80EEED85F}" type="presOf" srcId="{13407DD4-A307-4949-9C3E-EEE3B767A8CF}" destId="{E304F25A-C4E7-48B8-A9CF-A13A77E816D9}" srcOrd="0" destOrd="0" presId="urn:microsoft.com/office/officeart/2005/8/layout/bProcess3"/>
    <dgm:cxn modelId="{D75C99A4-242C-4471-92EE-64452F7F5F47}" type="presOf" srcId="{B09227E9-476A-4278-8420-3B984C2F51D1}" destId="{231C09DA-D566-48BC-BC28-719133280F77}" srcOrd="1" destOrd="0" presId="urn:microsoft.com/office/officeart/2005/8/layout/bProcess3"/>
    <dgm:cxn modelId="{98E807AB-AF45-4BB7-AF2E-D99D6ABC7ADA}" type="presOf" srcId="{13407DD4-A307-4949-9C3E-EEE3B767A8CF}" destId="{AF5CC677-6E11-40CA-B748-3C161B483514}" srcOrd="1" destOrd="0" presId="urn:microsoft.com/office/officeart/2005/8/layout/bProcess3"/>
    <dgm:cxn modelId="{AE3082AB-9675-4C83-AE0D-8D8841ED94DC}" type="presOf" srcId="{147CFE32-4345-4032-B8A1-EDF9B353D60D}" destId="{4B96779E-BF7F-4E4E-9A7F-225A644D6A05}" srcOrd="0" destOrd="0" presId="urn:microsoft.com/office/officeart/2005/8/layout/bProcess3"/>
    <dgm:cxn modelId="{8EF1E4AB-E163-4229-9E5A-603AE9878C72}" type="presOf" srcId="{4E097B6B-4C82-4AA5-852F-6B5FBC8EA48E}" destId="{3B46C96F-AF93-445E-8A7C-5B8990905770}" srcOrd="0" destOrd="2" presId="urn:microsoft.com/office/officeart/2005/8/layout/bProcess3"/>
    <dgm:cxn modelId="{71E3C6C9-48FC-4CE8-9E3D-17CC6A121D2B}" srcId="{BE0C5FEA-3E8C-4BA4-8CDF-D8F7264B573D}" destId="{C5788408-67A9-40E4-BA7A-7481B8ACD99D}" srcOrd="2" destOrd="0" parTransId="{12B77D2D-25D6-4C54-99E8-F66C21E75501}" sibTransId="{FB6F39E7-B251-4373-B574-A4135A25E570}"/>
    <dgm:cxn modelId="{CE1C08E0-4F53-4CCA-8C15-D85F0A4A922B}" type="presOf" srcId="{FB6F39E7-B251-4373-B574-A4135A25E570}" destId="{BBB92ED2-1593-4E91-9540-826D58891931}" srcOrd="0" destOrd="0" presId="urn:microsoft.com/office/officeart/2005/8/layout/bProcess3"/>
    <dgm:cxn modelId="{2B5EFBE0-5B30-45B6-B2F9-0F0D65B748B6}" srcId="{BE0C5FEA-3E8C-4BA4-8CDF-D8F7264B573D}" destId="{2FAED4FD-791E-4FCC-A4B6-BA26FBC40F1A}" srcOrd="3" destOrd="0" parTransId="{F9CCD839-2830-4ADA-BE30-C110ADFD63FF}" sibTransId="{B09227E9-476A-4278-8420-3B984C2F51D1}"/>
    <dgm:cxn modelId="{304E36E2-E468-4B5E-9FDC-2408400C5229}" srcId="{BE0C5FEA-3E8C-4BA4-8CDF-D8F7264B573D}" destId="{E1A323F5-88B7-44EF-8140-5CB2C5AF6474}" srcOrd="0" destOrd="0" parTransId="{8908826C-EA8F-4307-9B22-C4CFDB077CE9}" sibTransId="{13407DD4-A307-4949-9C3E-EEE3B767A8CF}"/>
    <dgm:cxn modelId="{9355A1E9-9AF6-429C-86BC-6374189427E1}" type="presOf" srcId="{C7952EC8-6F92-444C-8A55-792B38EFAD57}" destId="{3B46C96F-AF93-445E-8A7C-5B8990905770}" srcOrd="0" destOrd="0" presId="urn:microsoft.com/office/officeart/2005/8/layout/bProcess3"/>
    <dgm:cxn modelId="{D534BBEC-0BB1-48FF-9A02-94080BA4977B}" srcId="{2FAED4FD-791E-4FCC-A4B6-BA26FBC40F1A}" destId="{F95FCFE6-95B4-4931-A692-927E0528E885}" srcOrd="0" destOrd="0" parTransId="{492E5594-0315-4CC1-8F73-BCDBDA708095}" sibTransId="{F96A14A5-A4A0-444C-9A1F-9C644F4C77FB}"/>
    <dgm:cxn modelId="{7B37EAEC-A266-438E-8058-F4A796EB1907}" srcId="{C7952EC8-6F92-444C-8A55-792B38EFAD57}" destId="{4E097B6B-4C82-4AA5-852F-6B5FBC8EA48E}" srcOrd="1" destOrd="0" parTransId="{13D59346-92EB-47EA-BDED-32165B8F5ED4}" sibTransId="{27E43342-45E1-4606-B363-04F8B995658A}"/>
    <dgm:cxn modelId="{A151FAF3-FE13-4D56-B47F-13E9525DA55B}" type="presOf" srcId="{DE40AC6F-A131-43D2-A144-0F970DDB63A3}" destId="{4B96779E-BF7F-4E4E-9A7F-225A644D6A05}" srcOrd="0" destOrd="1" presId="urn:microsoft.com/office/officeart/2005/8/layout/bProcess3"/>
    <dgm:cxn modelId="{B0A424F7-051E-4C56-B031-1154E1E313BC}" type="presOf" srcId="{0DEBD304-0CA1-4FDE-810B-DDE4ACD22075}" destId="{C2208035-64CA-4C2C-9AD8-85C8C19C8788}" srcOrd="0" destOrd="2" presId="urn:microsoft.com/office/officeart/2005/8/layout/bProcess3"/>
    <dgm:cxn modelId="{DAD1B0FC-0E41-4F46-BF51-197E498138C9}" type="presOf" srcId="{B09227E9-476A-4278-8420-3B984C2F51D1}" destId="{5BA4FF3C-95ED-42B0-96D5-83BD551760F3}" srcOrd="0" destOrd="0" presId="urn:microsoft.com/office/officeart/2005/8/layout/bProcess3"/>
    <dgm:cxn modelId="{5EAAB8FC-406A-4ABB-85E1-460529245921}" type="presOf" srcId="{FB6F39E7-B251-4373-B574-A4135A25E570}" destId="{07159B14-D723-443F-892A-F62129143340}" srcOrd="1" destOrd="0" presId="urn:microsoft.com/office/officeart/2005/8/layout/bProcess3"/>
    <dgm:cxn modelId="{9AF03FA4-7159-4122-8965-BDA749C8E181}" type="presParOf" srcId="{9A3E91AE-0EAF-48A1-810F-C391A9FC53FA}" destId="{C694A396-8120-4C53-9B2F-874647053F99}" srcOrd="0" destOrd="0" presId="urn:microsoft.com/office/officeart/2005/8/layout/bProcess3"/>
    <dgm:cxn modelId="{B4365C2D-836F-4BFE-AA7E-341D0D458A34}" type="presParOf" srcId="{9A3E91AE-0EAF-48A1-810F-C391A9FC53FA}" destId="{E304F25A-C4E7-48B8-A9CF-A13A77E816D9}" srcOrd="1" destOrd="0" presId="urn:microsoft.com/office/officeart/2005/8/layout/bProcess3"/>
    <dgm:cxn modelId="{5B4B930B-A3D5-43E1-B8EF-C7AEF2392A73}" type="presParOf" srcId="{E304F25A-C4E7-48B8-A9CF-A13A77E816D9}" destId="{AF5CC677-6E11-40CA-B748-3C161B483514}" srcOrd="0" destOrd="0" presId="urn:microsoft.com/office/officeart/2005/8/layout/bProcess3"/>
    <dgm:cxn modelId="{42D06744-3E28-41FA-B304-EF10C7D8781B}" type="presParOf" srcId="{9A3E91AE-0EAF-48A1-810F-C391A9FC53FA}" destId="{4B96779E-BF7F-4E4E-9A7F-225A644D6A05}" srcOrd="2" destOrd="0" presId="urn:microsoft.com/office/officeart/2005/8/layout/bProcess3"/>
    <dgm:cxn modelId="{0E7703DC-CBD5-4AC4-92B7-0D0F0ABACE63}" type="presParOf" srcId="{9A3E91AE-0EAF-48A1-810F-C391A9FC53FA}" destId="{DFC09724-F23F-4D0F-8E1B-0DCE7495846B}" srcOrd="3" destOrd="0" presId="urn:microsoft.com/office/officeart/2005/8/layout/bProcess3"/>
    <dgm:cxn modelId="{150CA157-CA28-4B94-AAA0-93629C527F61}" type="presParOf" srcId="{DFC09724-F23F-4D0F-8E1B-0DCE7495846B}" destId="{1AC05A5F-44DA-4951-B54C-C155684B4B3A}" srcOrd="0" destOrd="0" presId="urn:microsoft.com/office/officeart/2005/8/layout/bProcess3"/>
    <dgm:cxn modelId="{7984B2B4-5356-456D-B3D8-32E5FFB244C3}" type="presParOf" srcId="{9A3E91AE-0EAF-48A1-810F-C391A9FC53FA}" destId="{C2208035-64CA-4C2C-9AD8-85C8C19C8788}" srcOrd="4" destOrd="0" presId="urn:microsoft.com/office/officeart/2005/8/layout/bProcess3"/>
    <dgm:cxn modelId="{2963BDEC-1DDE-4471-96E8-6FA9362B3261}" type="presParOf" srcId="{9A3E91AE-0EAF-48A1-810F-C391A9FC53FA}" destId="{BBB92ED2-1593-4E91-9540-826D58891931}" srcOrd="5" destOrd="0" presId="urn:microsoft.com/office/officeart/2005/8/layout/bProcess3"/>
    <dgm:cxn modelId="{5F0A0EB1-59CF-47D2-BCEE-D28BD47A6E78}" type="presParOf" srcId="{BBB92ED2-1593-4E91-9540-826D58891931}" destId="{07159B14-D723-443F-892A-F62129143340}" srcOrd="0" destOrd="0" presId="urn:microsoft.com/office/officeart/2005/8/layout/bProcess3"/>
    <dgm:cxn modelId="{7297B8CC-4094-4661-851A-033FCBFA7DAF}" type="presParOf" srcId="{9A3E91AE-0EAF-48A1-810F-C391A9FC53FA}" destId="{0A3C2B49-4150-456B-9E6F-761645037C47}" srcOrd="6" destOrd="0" presId="urn:microsoft.com/office/officeart/2005/8/layout/bProcess3"/>
    <dgm:cxn modelId="{FDCDA45B-5465-42C4-9D7F-9C14D12E353C}" type="presParOf" srcId="{9A3E91AE-0EAF-48A1-810F-C391A9FC53FA}" destId="{5BA4FF3C-95ED-42B0-96D5-83BD551760F3}" srcOrd="7" destOrd="0" presId="urn:microsoft.com/office/officeart/2005/8/layout/bProcess3"/>
    <dgm:cxn modelId="{1FBD4D3B-CEF7-4074-8F02-95DFDBA31634}" type="presParOf" srcId="{5BA4FF3C-95ED-42B0-96D5-83BD551760F3}" destId="{231C09DA-D566-48BC-BC28-719133280F77}" srcOrd="0" destOrd="0" presId="urn:microsoft.com/office/officeart/2005/8/layout/bProcess3"/>
    <dgm:cxn modelId="{2FAA9D54-4D58-42F5-9B1F-89DAB1DCE086}" type="presParOf" srcId="{9A3E91AE-0EAF-48A1-810F-C391A9FC53FA}" destId="{3B46C96F-AF93-445E-8A7C-5B8990905770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4DC4B63-3761-4507-A4A8-A66BDDC7E3A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L"/>
        </a:p>
      </dgm:t>
    </dgm:pt>
    <dgm:pt modelId="{344E3710-AA98-4FDB-BDE5-2E21CE4D476A}">
      <dgm:prSet custT="1"/>
      <dgm:spPr>
        <a:solidFill>
          <a:srgbClr val="00B050"/>
        </a:solidFill>
      </dgm:spPr>
      <dgm:t>
        <a:bodyPr/>
        <a:lstStyle/>
        <a:p>
          <a:r>
            <a:rPr lang="es-CL" sz="2400" dirty="0"/>
            <a:t>Volumen máximo: 20 x 20 x 10 cm</a:t>
          </a:r>
        </a:p>
      </dgm:t>
    </dgm:pt>
    <dgm:pt modelId="{D815A486-6817-4028-8EC4-5A64A9C58BFD}" type="parTrans" cxnId="{F007183C-6DFF-4647-929A-B382C8FFB122}">
      <dgm:prSet/>
      <dgm:spPr/>
      <dgm:t>
        <a:bodyPr/>
        <a:lstStyle/>
        <a:p>
          <a:endParaRPr lang="es-CL"/>
        </a:p>
      </dgm:t>
    </dgm:pt>
    <dgm:pt modelId="{AECB6722-96AD-42BB-84AC-4E7BDA062CB8}" type="sibTrans" cxnId="{F007183C-6DFF-4647-929A-B382C8FFB122}">
      <dgm:prSet/>
      <dgm:spPr/>
      <dgm:t>
        <a:bodyPr/>
        <a:lstStyle/>
        <a:p>
          <a:endParaRPr lang="es-CL"/>
        </a:p>
      </dgm:t>
    </dgm:pt>
    <dgm:pt modelId="{513B11AC-D7EB-4E0A-B9B6-81C34E03E755}">
      <dgm:prSet custT="1"/>
      <dgm:spPr>
        <a:solidFill>
          <a:srgbClr val="00B050"/>
        </a:solidFill>
      </dgm:spPr>
      <dgm:t>
        <a:bodyPr/>
        <a:lstStyle/>
        <a:p>
          <a:r>
            <a:rPr lang="es-CL" sz="2400" dirty="0"/>
            <a:t>Masa máxima: 3 kg</a:t>
          </a:r>
        </a:p>
      </dgm:t>
    </dgm:pt>
    <dgm:pt modelId="{B0C2D47A-F483-4951-8322-3434165EC911}" type="parTrans" cxnId="{5076F9D9-528A-4DFF-AC2A-C6B966AE4232}">
      <dgm:prSet/>
      <dgm:spPr/>
      <dgm:t>
        <a:bodyPr/>
        <a:lstStyle/>
        <a:p>
          <a:endParaRPr lang="es-CL"/>
        </a:p>
      </dgm:t>
    </dgm:pt>
    <dgm:pt modelId="{873DC3EF-9A75-4582-AA99-B447A1B92234}" type="sibTrans" cxnId="{5076F9D9-528A-4DFF-AC2A-C6B966AE4232}">
      <dgm:prSet/>
      <dgm:spPr/>
      <dgm:t>
        <a:bodyPr/>
        <a:lstStyle/>
        <a:p>
          <a:endParaRPr lang="es-CL"/>
        </a:p>
      </dgm:t>
    </dgm:pt>
    <dgm:pt modelId="{6DB05B19-7B2A-417C-A2DE-03DA45FB8281}">
      <dgm:prSet custT="1"/>
      <dgm:spPr>
        <a:solidFill>
          <a:srgbClr val="00B050"/>
        </a:solidFill>
      </dgm:spPr>
      <dgm:t>
        <a:bodyPr/>
        <a:lstStyle/>
        <a:p>
          <a:r>
            <a:rPr lang="es-CL" sz="2400" dirty="0"/>
            <a:t>Consumo máximo esperado: &lt; 10 W</a:t>
          </a:r>
        </a:p>
      </dgm:t>
    </dgm:pt>
    <dgm:pt modelId="{9182FBCA-6ACA-4787-87D9-FFC6B8F6F0CE}" type="parTrans" cxnId="{A9C6E967-9D84-44D1-9A59-885344FD69AB}">
      <dgm:prSet/>
      <dgm:spPr/>
      <dgm:t>
        <a:bodyPr/>
        <a:lstStyle/>
        <a:p>
          <a:endParaRPr lang="es-CL"/>
        </a:p>
      </dgm:t>
    </dgm:pt>
    <dgm:pt modelId="{83ADB231-7783-4A51-9C76-B84464BB72D7}" type="sibTrans" cxnId="{A9C6E967-9D84-44D1-9A59-885344FD69AB}">
      <dgm:prSet/>
      <dgm:spPr/>
      <dgm:t>
        <a:bodyPr/>
        <a:lstStyle/>
        <a:p>
          <a:endParaRPr lang="es-CL"/>
        </a:p>
      </dgm:t>
    </dgm:pt>
    <dgm:pt modelId="{084B8483-37BE-4CA9-84E8-633438B66228}">
      <dgm:prSet custT="1"/>
      <dgm:spPr>
        <a:solidFill>
          <a:srgbClr val="00B050"/>
        </a:solidFill>
      </dgm:spPr>
      <dgm:t>
        <a:bodyPr/>
        <a:lstStyle/>
        <a:p>
          <a:r>
            <a:rPr lang="es-CL" sz="2400" dirty="0"/>
            <a:t>Uso de componentes COTS</a:t>
          </a:r>
        </a:p>
      </dgm:t>
    </dgm:pt>
    <dgm:pt modelId="{DEC63DB2-79DF-40E9-8CDC-941280850027}" type="parTrans" cxnId="{CF419250-F7D7-4FCB-9B9B-9CBBA9DFC45D}">
      <dgm:prSet/>
      <dgm:spPr/>
      <dgm:t>
        <a:bodyPr/>
        <a:lstStyle/>
        <a:p>
          <a:endParaRPr lang="es-CL"/>
        </a:p>
      </dgm:t>
    </dgm:pt>
    <dgm:pt modelId="{7FF1E855-9FEF-46CD-9C77-C18B28082B5A}" type="sibTrans" cxnId="{CF419250-F7D7-4FCB-9B9B-9CBBA9DFC45D}">
      <dgm:prSet/>
      <dgm:spPr/>
      <dgm:t>
        <a:bodyPr/>
        <a:lstStyle/>
        <a:p>
          <a:endParaRPr lang="es-CL"/>
        </a:p>
      </dgm:t>
    </dgm:pt>
    <dgm:pt modelId="{46C1205A-C1B4-4DF7-8A32-5E0F173B6757}">
      <dgm:prSet custT="1"/>
      <dgm:spPr>
        <a:solidFill>
          <a:srgbClr val="00B050"/>
        </a:solidFill>
      </dgm:spPr>
      <dgm:t>
        <a:bodyPr/>
        <a:lstStyle/>
        <a:p>
          <a:r>
            <a:rPr lang="es-CL" sz="2400" dirty="0"/>
            <a:t>Protección contra EMI</a:t>
          </a:r>
        </a:p>
      </dgm:t>
    </dgm:pt>
    <dgm:pt modelId="{AB480884-1AF8-47B2-8804-0CFA39D6480F}" type="parTrans" cxnId="{97B8B02C-49F9-4240-8C49-0CF585C914B0}">
      <dgm:prSet/>
      <dgm:spPr/>
      <dgm:t>
        <a:bodyPr/>
        <a:lstStyle/>
        <a:p>
          <a:endParaRPr lang="es-CL"/>
        </a:p>
      </dgm:t>
    </dgm:pt>
    <dgm:pt modelId="{FCB9C335-6593-4A57-8208-B700B020D14A}" type="sibTrans" cxnId="{97B8B02C-49F9-4240-8C49-0CF585C914B0}">
      <dgm:prSet/>
      <dgm:spPr/>
      <dgm:t>
        <a:bodyPr/>
        <a:lstStyle/>
        <a:p>
          <a:endParaRPr lang="es-CL"/>
        </a:p>
      </dgm:t>
    </dgm:pt>
    <dgm:pt modelId="{E5D18E46-08D9-4EDC-B3ED-D2B92B79D958}">
      <dgm:prSet custT="1"/>
      <dgm:spPr>
        <a:solidFill>
          <a:srgbClr val="00B050"/>
        </a:solidFill>
      </dgm:spPr>
      <dgm:t>
        <a:bodyPr/>
        <a:lstStyle/>
        <a:p>
          <a:r>
            <a:rPr lang="es-CL" sz="2400" dirty="0"/>
            <a:t>Cumplimiento de normas ITU / SUBTEL</a:t>
          </a:r>
        </a:p>
      </dgm:t>
    </dgm:pt>
    <dgm:pt modelId="{A5293068-BA51-4AA0-B60C-5AF8867A0F5D}" type="parTrans" cxnId="{34C52CA1-F607-4D66-9E34-746DDBF8F9FB}">
      <dgm:prSet/>
      <dgm:spPr/>
      <dgm:t>
        <a:bodyPr/>
        <a:lstStyle/>
        <a:p>
          <a:endParaRPr lang="es-CL"/>
        </a:p>
      </dgm:t>
    </dgm:pt>
    <dgm:pt modelId="{901A9202-62A1-42A8-8C89-6A3466382E2F}" type="sibTrans" cxnId="{34C52CA1-F607-4D66-9E34-746DDBF8F9FB}">
      <dgm:prSet/>
      <dgm:spPr/>
      <dgm:t>
        <a:bodyPr/>
        <a:lstStyle/>
        <a:p>
          <a:endParaRPr lang="es-CL"/>
        </a:p>
      </dgm:t>
    </dgm:pt>
    <dgm:pt modelId="{532D94CA-8A20-4579-8588-AFF0C9F50684}">
      <dgm:prSet custT="1"/>
      <dgm:spPr>
        <a:solidFill>
          <a:srgbClr val="00B050"/>
        </a:solidFill>
      </dgm:spPr>
      <dgm:t>
        <a:bodyPr/>
        <a:lstStyle/>
        <a:p>
          <a:r>
            <a:rPr lang="es-CL" sz="2400" dirty="0"/>
            <a:t>Compatibilidad con estaciones existentes</a:t>
          </a:r>
        </a:p>
      </dgm:t>
    </dgm:pt>
    <dgm:pt modelId="{DD6756A9-498D-448B-B22B-B36B76E88D49}" type="parTrans" cxnId="{15DE8EE2-01F2-4B50-9D09-7CFF84B5C18E}">
      <dgm:prSet/>
      <dgm:spPr/>
      <dgm:t>
        <a:bodyPr/>
        <a:lstStyle/>
        <a:p>
          <a:endParaRPr lang="es-CL"/>
        </a:p>
      </dgm:t>
    </dgm:pt>
    <dgm:pt modelId="{DC4FCF47-47A6-4F31-9F97-25C1BC0D5432}" type="sibTrans" cxnId="{15DE8EE2-01F2-4B50-9D09-7CFF84B5C18E}">
      <dgm:prSet/>
      <dgm:spPr/>
      <dgm:t>
        <a:bodyPr/>
        <a:lstStyle/>
        <a:p>
          <a:endParaRPr lang="es-CL"/>
        </a:p>
      </dgm:t>
    </dgm:pt>
    <dgm:pt modelId="{4F67376E-2BA4-4187-9950-6408E73D98E0}" type="pres">
      <dgm:prSet presAssocID="{34DC4B63-3761-4507-A4A8-A66BDDC7E3AC}" presName="linear" presStyleCnt="0">
        <dgm:presLayoutVars>
          <dgm:animLvl val="lvl"/>
          <dgm:resizeHandles val="exact"/>
        </dgm:presLayoutVars>
      </dgm:prSet>
      <dgm:spPr/>
    </dgm:pt>
    <dgm:pt modelId="{E4709D3D-E520-427C-A24F-233E98AA2CF2}" type="pres">
      <dgm:prSet presAssocID="{344E3710-AA98-4FDB-BDE5-2E21CE4D476A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EA331C72-D5ED-4BA0-8A99-970F25D3B5AC}" type="pres">
      <dgm:prSet presAssocID="{AECB6722-96AD-42BB-84AC-4E7BDA062CB8}" presName="spacer" presStyleCnt="0"/>
      <dgm:spPr/>
    </dgm:pt>
    <dgm:pt modelId="{B00B388B-21BB-45C5-98C1-F3026D5090DA}" type="pres">
      <dgm:prSet presAssocID="{513B11AC-D7EB-4E0A-B9B6-81C34E03E755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E102BEC-FA73-477A-8DC7-87748FB813AE}" type="pres">
      <dgm:prSet presAssocID="{873DC3EF-9A75-4582-AA99-B447A1B92234}" presName="spacer" presStyleCnt="0"/>
      <dgm:spPr/>
    </dgm:pt>
    <dgm:pt modelId="{4214B874-4884-4F46-B2FC-9A45CD14D189}" type="pres">
      <dgm:prSet presAssocID="{6DB05B19-7B2A-417C-A2DE-03DA45FB8281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330688F4-47C2-4727-82CC-AF0EB8514367}" type="pres">
      <dgm:prSet presAssocID="{83ADB231-7783-4A51-9C76-B84464BB72D7}" presName="spacer" presStyleCnt="0"/>
      <dgm:spPr/>
    </dgm:pt>
    <dgm:pt modelId="{70C1E035-1109-4601-964B-3EF113E4E8EE}" type="pres">
      <dgm:prSet presAssocID="{084B8483-37BE-4CA9-84E8-633438B66228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4C067049-160F-41D6-B67D-C1F20C2B519C}" type="pres">
      <dgm:prSet presAssocID="{7FF1E855-9FEF-46CD-9C77-C18B28082B5A}" presName="spacer" presStyleCnt="0"/>
      <dgm:spPr/>
    </dgm:pt>
    <dgm:pt modelId="{CA3D9BEB-3867-4A29-A524-50051B89052B}" type="pres">
      <dgm:prSet presAssocID="{46C1205A-C1B4-4DF7-8A32-5E0F173B675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E811D9F8-295B-4D5C-A69E-813103966981}" type="pres">
      <dgm:prSet presAssocID="{FCB9C335-6593-4A57-8208-B700B020D14A}" presName="spacer" presStyleCnt="0"/>
      <dgm:spPr/>
    </dgm:pt>
    <dgm:pt modelId="{DA948A95-FEAD-4A3B-B90F-4470D9F8BDC7}" type="pres">
      <dgm:prSet presAssocID="{E5D18E46-08D9-4EDC-B3ED-D2B92B79D958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9C32C350-A07A-4AFD-BF10-B03F91ADE900}" type="pres">
      <dgm:prSet presAssocID="{901A9202-62A1-42A8-8C89-6A3466382E2F}" presName="spacer" presStyleCnt="0"/>
      <dgm:spPr/>
    </dgm:pt>
    <dgm:pt modelId="{4B2D1437-7C71-4883-A2DB-8A245CF2639E}" type="pres">
      <dgm:prSet presAssocID="{532D94CA-8A20-4579-8588-AFF0C9F50684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2B1F9700-404F-4C69-8B76-6715E76DA9F4}" type="presOf" srcId="{6DB05B19-7B2A-417C-A2DE-03DA45FB8281}" destId="{4214B874-4884-4F46-B2FC-9A45CD14D189}" srcOrd="0" destOrd="0" presId="urn:microsoft.com/office/officeart/2005/8/layout/vList2"/>
    <dgm:cxn modelId="{B06D871B-6546-48F0-AB0B-3207A955B69A}" type="presOf" srcId="{513B11AC-D7EB-4E0A-B9B6-81C34E03E755}" destId="{B00B388B-21BB-45C5-98C1-F3026D5090DA}" srcOrd="0" destOrd="0" presId="urn:microsoft.com/office/officeart/2005/8/layout/vList2"/>
    <dgm:cxn modelId="{97B8B02C-49F9-4240-8C49-0CF585C914B0}" srcId="{34DC4B63-3761-4507-A4A8-A66BDDC7E3AC}" destId="{46C1205A-C1B4-4DF7-8A32-5E0F173B6757}" srcOrd="4" destOrd="0" parTransId="{AB480884-1AF8-47B2-8804-0CFA39D6480F}" sibTransId="{FCB9C335-6593-4A57-8208-B700B020D14A}"/>
    <dgm:cxn modelId="{F007183C-6DFF-4647-929A-B382C8FFB122}" srcId="{34DC4B63-3761-4507-A4A8-A66BDDC7E3AC}" destId="{344E3710-AA98-4FDB-BDE5-2E21CE4D476A}" srcOrd="0" destOrd="0" parTransId="{D815A486-6817-4028-8EC4-5A64A9C58BFD}" sibTransId="{AECB6722-96AD-42BB-84AC-4E7BDA062CB8}"/>
    <dgm:cxn modelId="{8232D03E-A0DD-442E-B3A4-3709B9E27AA5}" type="presOf" srcId="{E5D18E46-08D9-4EDC-B3ED-D2B92B79D958}" destId="{DA948A95-FEAD-4A3B-B90F-4470D9F8BDC7}" srcOrd="0" destOrd="0" presId="urn:microsoft.com/office/officeart/2005/8/layout/vList2"/>
    <dgm:cxn modelId="{4D494440-DB57-41AC-A41A-6F762B2C0871}" type="presOf" srcId="{46C1205A-C1B4-4DF7-8A32-5E0F173B6757}" destId="{CA3D9BEB-3867-4A29-A524-50051B89052B}" srcOrd="0" destOrd="0" presId="urn:microsoft.com/office/officeart/2005/8/layout/vList2"/>
    <dgm:cxn modelId="{02E99F43-DEE3-41BA-AF2A-F78FD962CB25}" type="presOf" srcId="{532D94CA-8A20-4579-8588-AFF0C9F50684}" destId="{4B2D1437-7C71-4883-A2DB-8A245CF2639E}" srcOrd="0" destOrd="0" presId="urn:microsoft.com/office/officeart/2005/8/layout/vList2"/>
    <dgm:cxn modelId="{A9C6E967-9D84-44D1-9A59-885344FD69AB}" srcId="{34DC4B63-3761-4507-A4A8-A66BDDC7E3AC}" destId="{6DB05B19-7B2A-417C-A2DE-03DA45FB8281}" srcOrd="2" destOrd="0" parTransId="{9182FBCA-6ACA-4787-87D9-FFC6B8F6F0CE}" sibTransId="{83ADB231-7783-4A51-9C76-B84464BB72D7}"/>
    <dgm:cxn modelId="{A46A5E49-D632-45F6-99E0-0F9906F19A43}" type="presOf" srcId="{344E3710-AA98-4FDB-BDE5-2E21CE4D476A}" destId="{E4709D3D-E520-427C-A24F-233E98AA2CF2}" srcOrd="0" destOrd="0" presId="urn:microsoft.com/office/officeart/2005/8/layout/vList2"/>
    <dgm:cxn modelId="{CF419250-F7D7-4FCB-9B9B-9CBBA9DFC45D}" srcId="{34DC4B63-3761-4507-A4A8-A66BDDC7E3AC}" destId="{084B8483-37BE-4CA9-84E8-633438B66228}" srcOrd="3" destOrd="0" parTransId="{DEC63DB2-79DF-40E9-8CDC-941280850027}" sibTransId="{7FF1E855-9FEF-46CD-9C77-C18B28082B5A}"/>
    <dgm:cxn modelId="{4A953D99-9F0E-464D-8057-2CC0B0E46DEB}" type="presOf" srcId="{34DC4B63-3761-4507-A4A8-A66BDDC7E3AC}" destId="{4F67376E-2BA4-4187-9950-6408E73D98E0}" srcOrd="0" destOrd="0" presId="urn:microsoft.com/office/officeart/2005/8/layout/vList2"/>
    <dgm:cxn modelId="{34C52CA1-F607-4D66-9E34-746DDBF8F9FB}" srcId="{34DC4B63-3761-4507-A4A8-A66BDDC7E3AC}" destId="{E5D18E46-08D9-4EDC-B3ED-D2B92B79D958}" srcOrd="5" destOrd="0" parTransId="{A5293068-BA51-4AA0-B60C-5AF8867A0F5D}" sibTransId="{901A9202-62A1-42A8-8C89-6A3466382E2F}"/>
    <dgm:cxn modelId="{5076F9D9-528A-4DFF-AC2A-C6B966AE4232}" srcId="{34DC4B63-3761-4507-A4A8-A66BDDC7E3AC}" destId="{513B11AC-D7EB-4E0A-B9B6-81C34E03E755}" srcOrd="1" destOrd="0" parTransId="{B0C2D47A-F483-4951-8322-3434165EC911}" sibTransId="{873DC3EF-9A75-4582-AA99-B447A1B92234}"/>
    <dgm:cxn modelId="{308702DC-8B83-4083-A741-9DF9988BAF3B}" type="presOf" srcId="{084B8483-37BE-4CA9-84E8-633438B66228}" destId="{70C1E035-1109-4601-964B-3EF113E4E8EE}" srcOrd="0" destOrd="0" presId="urn:microsoft.com/office/officeart/2005/8/layout/vList2"/>
    <dgm:cxn modelId="{15DE8EE2-01F2-4B50-9D09-7CFF84B5C18E}" srcId="{34DC4B63-3761-4507-A4A8-A66BDDC7E3AC}" destId="{532D94CA-8A20-4579-8588-AFF0C9F50684}" srcOrd="6" destOrd="0" parTransId="{DD6756A9-498D-448B-B22B-B36B76E88D49}" sibTransId="{DC4FCF47-47A6-4F31-9F97-25C1BC0D5432}"/>
    <dgm:cxn modelId="{638E2544-241B-4FF8-A31A-F50718078860}" type="presParOf" srcId="{4F67376E-2BA4-4187-9950-6408E73D98E0}" destId="{E4709D3D-E520-427C-A24F-233E98AA2CF2}" srcOrd="0" destOrd="0" presId="urn:microsoft.com/office/officeart/2005/8/layout/vList2"/>
    <dgm:cxn modelId="{28C0B807-A6A2-4973-900F-A25B42131461}" type="presParOf" srcId="{4F67376E-2BA4-4187-9950-6408E73D98E0}" destId="{EA331C72-D5ED-4BA0-8A99-970F25D3B5AC}" srcOrd="1" destOrd="0" presId="urn:microsoft.com/office/officeart/2005/8/layout/vList2"/>
    <dgm:cxn modelId="{ABAD4A4D-C69E-4847-875F-46732CC5BB90}" type="presParOf" srcId="{4F67376E-2BA4-4187-9950-6408E73D98E0}" destId="{B00B388B-21BB-45C5-98C1-F3026D5090DA}" srcOrd="2" destOrd="0" presId="urn:microsoft.com/office/officeart/2005/8/layout/vList2"/>
    <dgm:cxn modelId="{7DFB04BF-8B16-4CC9-8C7A-12DC43143CB6}" type="presParOf" srcId="{4F67376E-2BA4-4187-9950-6408E73D98E0}" destId="{AE102BEC-FA73-477A-8DC7-87748FB813AE}" srcOrd="3" destOrd="0" presId="urn:microsoft.com/office/officeart/2005/8/layout/vList2"/>
    <dgm:cxn modelId="{A4D3EDC7-3D83-462E-B0B7-CA59ECE5833E}" type="presParOf" srcId="{4F67376E-2BA4-4187-9950-6408E73D98E0}" destId="{4214B874-4884-4F46-B2FC-9A45CD14D189}" srcOrd="4" destOrd="0" presId="urn:microsoft.com/office/officeart/2005/8/layout/vList2"/>
    <dgm:cxn modelId="{147A26C8-10A1-4045-9503-A4E9013370FA}" type="presParOf" srcId="{4F67376E-2BA4-4187-9950-6408E73D98E0}" destId="{330688F4-47C2-4727-82CC-AF0EB8514367}" srcOrd="5" destOrd="0" presId="urn:microsoft.com/office/officeart/2005/8/layout/vList2"/>
    <dgm:cxn modelId="{619DBD81-9C54-4DAF-9D21-F088C7857871}" type="presParOf" srcId="{4F67376E-2BA4-4187-9950-6408E73D98E0}" destId="{70C1E035-1109-4601-964B-3EF113E4E8EE}" srcOrd="6" destOrd="0" presId="urn:microsoft.com/office/officeart/2005/8/layout/vList2"/>
    <dgm:cxn modelId="{884876D9-4256-495D-8BCE-5364CA06E471}" type="presParOf" srcId="{4F67376E-2BA4-4187-9950-6408E73D98E0}" destId="{4C067049-160F-41D6-B67D-C1F20C2B519C}" srcOrd="7" destOrd="0" presId="urn:microsoft.com/office/officeart/2005/8/layout/vList2"/>
    <dgm:cxn modelId="{B075AB0E-BFDA-4FEA-B506-131477E14710}" type="presParOf" srcId="{4F67376E-2BA4-4187-9950-6408E73D98E0}" destId="{CA3D9BEB-3867-4A29-A524-50051B89052B}" srcOrd="8" destOrd="0" presId="urn:microsoft.com/office/officeart/2005/8/layout/vList2"/>
    <dgm:cxn modelId="{B5C48F92-483D-4B0E-B531-FE15209EBE9C}" type="presParOf" srcId="{4F67376E-2BA4-4187-9950-6408E73D98E0}" destId="{E811D9F8-295B-4D5C-A69E-813103966981}" srcOrd="9" destOrd="0" presId="urn:microsoft.com/office/officeart/2005/8/layout/vList2"/>
    <dgm:cxn modelId="{0C889A67-0B89-4692-A8FB-7D3CAE2EF5CE}" type="presParOf" srcId="{4F67376E-2BA4-4187-9950-6408E73D98E0}" destId="{DA948A95-FEAD-4A3B-B90F-4470D9F8BDC7}" srcOrd="10" destOrd="0" presId="urn:microsoft.com/office/officeart/2005/8/layout/vList2"/>
    <dgm:cxn modelId="{17265332-1AFD-4563-8C36-D2BA091C68ED}" type="presParOf" srcId="{4F67376E-2BA4-4187-9950-6408E73D98E0}" destId="{9C32C350-A07A-4AFD-BF10-B03F91ADE900}" srcOrd="11" destOrd="0" presId="urn:microsoft.com/office/officeart/2005/8/layout/vList2"/>
    <dgm:cxn modelId="{5D0EF50C-E9EC-4F33-99CD-643423712DB8}" type="presParOf" srcId="{4F67376E-2BA4-4187-9950-6408E73D98E0}" destId="{4B2D1437-7C71-4883-A2DB-8A245CF2639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CEA961E-B862-478E-9A3D-C16A9D13564B}" type="doc">
      <dgm:prSet loTypeId="urn:microsoft.com/office/officeart/2005/8/layout/hProcess11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CL"/>
        </a:p>
      </dgm:t>
    </dgm:pt>
    <dgm:pt modelId="{4C3B489B-B3CF-46AA-8A49-6EBD948AFC64}">
      <dgm:prSet phldrT="[Texto]" phldr="0" custT="1"/>
      <dgm:spPr/>
      <dgm:t>
        <a:bodyPr/>
        <a:lstStyle/>
        <a:p>
          <a:r>
            <a:rPr lang="es-CL" sz="2400" dirty="0"/>
            <a:t>Identificación de requerimientos</a:t>
          </a:r>
        </a:p>
      </dgm:t>
    </dgm:pt>
    <dgm:pt modelId="{17107D4C-17B6-475D-86DF-6DEABEBBAAC9}" type="parTrans" cxnId="{92D5CE86-5C71-4A42-B60A-94D3914846F8}">
      <dgm:prSet/>
      <dgm:spPr/>
      <dgm:t>
        <a:bodyPr/>
        <a:lstStyle/>
        <a:p>
          <a:endParaRPr lang="es-CL"/>
        </a:p>
      </dgm:t>
    </dgm:pt>
    <dgm:pt modelId="{295FAA29-4D07-4E30-8CB6-65D9CD8C7C63}" type="sibTrans" cxnId="{92D5CE86-5C71-4A42-B60A-94D3914846F8}">
      <dgm:prSet/>
      <dgm:spPr/>
      <dgm:t>
        <a:bodyPr/>
        <a:lstStyle/>
        <a:p>
          <a:endParaRPr lang="es-CL"/>
        </a:p>
      </dgm:t>
    </dgm:pt>
    <dgm:pt modelId="{EA2858DF-B004-4490-8C30-3C1F3596825D}">
      <dgm:prSet phldrT="[Texto]" phldr="0" custT="1"/>
      <dgm:spPr/>
      <dgm:t>
        <a:bodyPr/>
        <a:lstStyle/>
        <a:p>
          <a:r>
            <a:rPr lang="es-CL" sz="2400" dirty="0"/>
            <a:t>Matriz de trazabilidad</a:t>
          </a:r>
        </a:p>
      </dgm:t>
    </dgm:pt>
    <dgm:pt modelId="{471BDAC9-FE5C-4E07-8EAB-DAA3DF7A5169}" type="parTrans" cxnId="{6321C001-A932-43A0-ABDC-5C2E1909CF3B}">
      <dgm:prSet/>
      <dgm:spPr/>
      <dgm:t>
        <a:bodyPr/>
        <a:lstStyle/>
        <a:p>
          <a:endParaRPr lang="es-CL"/>
        </a:p>
      </dgm:t>
    </dgm:pt>
    <dgm:pt modelId="{43A86450-2590-4BF9-A72B-66F4BF26D3A9}" type="sibTrans" cxnId="{6321C001-A932-43A0-ABDC-5C2E1909CF3B}">
      <dgm:prSet/>
      <dgm:spPr/>
      <dgm:t>
        <a:bodyPr/>
        <a:lstStyle/>
        <a:p>
          <a:endParaRPr lang="es-CL"/>
        </a:p>
      </dgm:t>
    </dgm:pt>
    <dgm:pt modelId="{8CF00E6B-401B-4289-8EF2-827A49FD62A5}">
      <dgm:prSet phldrT="[Texto]" phldr="0" custT="1"/>
      <dgm:spPr/>
      <dgm:t>
        <a:bodyPr/>
        <a:lstStyle/>
        <a:p>
          <a:r>
            <a:rPr lang="es-CL" sz="2400" dirty="0"/>
            <a:t>Diagramas de alto nivel</a:t>
          </a:r>
        </a:p>
      </dgm:t>
    </dgm:pt>
    <dgm:pt modelId="{626F9E45-1152-4AA0-8CD5-9BDE09DEF3E9}" type="parTrans" cxnId="{0CB1BF25-DF23-407A-A55B-E5AA814D7DDF}">
      <dgm:prSet/>
      <dgm:spPr/>
      <dgm:t>
        <a:bodyPr/>
        <a:lstStyle/>
        <a:p>
          <a:endParaRPr lang="es-CL"/>
        </a:p>
      </dgm:t>
    </dgm:pt>
    <dgm:pt modelId="{8985C0B4-803E-484E-8F37-0B4863F03770}" type="sibTrans" cxnId="{0CB1BF25-DF23-407A-A55B-E5AA814D7DDF}">
      <dgm:prSet/>
      <dgm:spPr/>
      <dgm:t>
        <a:bodyPr/>
        <a:lstStyle/>
        <a:p>
          <a:endParaRPr lang="es-CL"/>
        </a:p>
      </dgm:t>
    </dgm:pt>
    <dgm:pt modelId="{D0E840E8-81DB-48B3-99C5-C93B2D26C993}">
      <dgm:prSet phldrT="[Texto]" phldr="0" custT="1"/>
      <dgm:spPr/>
      <dgm:t>
        <a:bodyPr/>
        <a:lstStyle/>
        <a:p>
          <a:r>
            <a:rPr lang="es-CL" sz="2400" dirty="0"/>
            <a:t>Diseño preliminar de la carga útil</a:t>
          </a:r>
        </a:p>
      </dgm:t>
    </dgm:pt>
    <dgm:pt modelId="{0A4A4411-066F-4915-8935-9F74553A051C}" type="parTrans" cxnId="{9D1AF102-8E2C-46FA-A355-ADBCECCAE351}">
      <dgm:prSet/>
      <dgm:spPr/>
      <dgm:t>
        <a:bodyPr/>
        <a:lstStyle/>
        <a:p>
          <a:endParaRPr lang="es-CL"/>
        </a:p>
      </dgm:t>
    </dgm:pt>
    <dgm:pt modelId="{3BBC8540-8300-464D-A1E4-40C929E4F6C7}" type="sibTrans" cxnId="{9D1AF102-8E2C-46FA-A355-ADBCECCAE351}">
      <dgm:prSet/>
      <dgm:spPr/>
      <dgm:t>
        <a:bodyPr/>
        <a:lstStyle/>
        <a:p>
          <a:endParaRPr lang="es-CL"/>
        </a:p>
      </dgm:t>
    </dgm:pt>
    <dgm:pt modelId="{73BC4AB8-0493-4FE4-B64F-205E781C7E2A}">
      <dgm:prSet phldrT="[Texto]" phldr="0" custT="1"/>
      <dgm:spPr/>
      <dgm:t>
        <a:bodyPr/>
        <a:lstStyle/>
        <a:p>
          <a:r>
            <a:rPr lang="es-CL" sz="2400" dirty="0"/>
            <a:t>Elección de componentes</a:t>
          </a:r>
        </a:p>
      </dgm:t>
    </dgm:pt>
    <dgm:pt modelId="{68EE313E-6016-42F5-A1CC-A0D872E18402}" type="parTrans" cxnId="{7B5E6E96-E232-4EA6-9E2D-F18DC6A99A39}">
      <dgm:prSet/>
      <dgm:spPr/>
      <dgm:t>
        <a:bodyPr/>
        <a:lstStyle/>
        <a:p>
          <a:endParaRPr lang="es-CL"/>
        </a:p>
      </dgm:t>
    </dgm:pt>
    <dgm:pt modelId="{D2A3FFEF-84FD-4B5B-8A2E-B66967A811E0}" type="sibTrans" cxnId="{7B5E6E96-E232-4EA6-9E2D-F18DC6A99A39}">
      <dgm:prSet/>
      <dgm:spPr/>
      <dgm:t>
        <a:bodyPr/>
        <a:lstStyle/>
        <a:p>
          <a:endParaRPr lang="es-CL"/>
        </a:p>
      </dgm:t>
    </dgm:pt>
    <dgm:pt modelId="{BB0E846D-942E-4448-8381-3FAC8CD56E1C}" type="pres">
      <dgm:prSet presAssocID="{ECEA961E-B862-478E-9A3D-C16A9D13564B}" presName="Name0" presStyleCnt="0">
        <dgm:presLayoutVars>
          <dgm:dir/>
          <dgm:resizeHandles val="exact"/>
        </dgm:presLayoutVars>
      </dgm:prSet>
      <dgm:spPr/>
    </dgm:pt>
    <dgm:pt modelId="{42AEE366-79F3-4D8B-8BA6-48DA8E6C99D9}" type="pres">
      <dgm:prSet presAssocID="{ECEA961E-B862-478E-9A3D-C16A9D13564B}" presName="arrow" presStyleLbl="bgShp" presStyleIdx="0" presStyleCnt="1"/>
      <dgm:spPr/>
    </dgm:pt>
    <dgm:pt modelId="{EE1254FF-37AC-433A-8A32-674A50B88607}" type="pres">
      <dgm:prSet presAssocID="{ECEA961E-B862-478E-9A3D-C16A9D13564B}" presName="points" presStyleCnt="0"/>
      <dgm:spPr/>
    </dgm:pt>
    <dgm:pt modelId="{9F6804C5-C037-4714-95B1-D33B79014C3D}" type="pres">
      <dgm:prSet presAssocID="{4C3B489B-B3CF-46AA-8A49-6EBD948AFC64}" presName="compositeA" presStyleCnt="0"/>
      <dgm:spPr/>
    </dgm:pt>
    <dgm:pt modelId="{19DB1D97-0B4A-4D63-8EF9-C5FE9AD5DF9B}" type="pres">
      <dgm:prSet presAssocID="{4C3B489B-B3CF-46AA-8A49-6EBD948AFC64}" presName="textA" presStyleLbl="revTx" presStyleIdx="0" presStyleCnt="5" custScaleX="117369">
        <dgm:presLayoutVars>
          <dgm:bulletEnabled val="1"/>
        </dgm:presLayoutVars>
      </dgm:prSet>
      <dgm:spPr/>
    </dgm:pt>
    <dgm:pt modelId="{BE1EA6A9-7149-48C5-A961-5800BCCA0E9E}" type="pres">
      <dgm:prSet presAssocID="{4C3B489B-B3CF-46AA-8A49-6EBD948AFC64}" presName="circleA" presStyleLbl="node1" presStyleIdx="0" presStyleCnt="5"/>
      <dgm:spPr/>
    </dgm:pt>
    <dgm:pt modelId="{D72C7B0F-C2BC-40B8-8DCA-96573B6F3299}" type="pres">
      <dgm:prSet presAssocID="{4C3B489B-B3CF-46AA-8A49-6EBD948AFC64}" presName="spaceA" presStyleCnt="0"/>
      <dgm:spPr/>
    </dgm:pt>
    <dgm:pt modelId="{4D3C9A20-EA01-461B-A59E-2DA52C976B29}" type="pres">
      <dgm:prSet presAssocID="{295FAA29-4D07-4E30-8CB6-65D9CD8C7C63}" presName="space" presStyleCnt="0"/>
      <dgm:spPr/>
    </dgm:pt>
    <dgm:pt modelId="{4BC5CF2E-D264-4B84-A6A0-A96CF911131A}" type="pres">
      <dgm:prSet presAssocID="{EA2858DF-B004-4490-8C30-3C1F3596825D}" presName="compositeB" presStyleCnt="0"/>
      <dgm:spPr/>
    </dgm:pt>
    <dgm:pt modelId="{92E11D2E-2B97-48F8-8D3A-B31F2CF674D5}" type="pres">
      <dgm:prSet presAssocID="{EA2858DF-B004-4490-8C30-3C1F3596825D}" presName="textB" presStyleLbl="revTx" presStyleIdx="1" presStyleCnt="5">
        <dgm:presLayoutVars>
          <dgm:bulletEnabled val="1"/>
        </dgm:presLayoutVars>
      </dgm:prSet>
      <dgm:spPr/>
    </dgm:pt>
    <dgm:pt modelId="{1008DD51-0D6E-46DD-AA94-FEEAC4D46323}" type="pres">
      <dgm:prSet presAssocID="{EA2858DF-B004-4490-8C30-3C1F3596825D}" presName="circleB" presStyleLbl="node1" presStyleIdx="1" presStyleCnt="5"/>
      <dgm:spPr/>
    </dgm:pt>
    <dgm:pt modelId="{13F4E09A-6FB0-410A-BCA1-2B1D2C1E800A}" type="pres">
      <dgm:prSet presAssocID="{EA2858DF-B004-4490-8C30-3C1F3596825D}" presName="spaceB" presStyleCnt="0"/>
      <dgm:spPr/>
    </dgm:pt>
    <dgm:pt modelId="{780026B1-4980-4A92-93B3-931585CEABB2}" type="pres">
      <dgm:prSet presAssocID="{43A86450-2590-4BF9-A72B-66F4BF26D3A9}" presName="space" presStyleCnt="0"/>
      <dgm:spPr/>
    </dgm:pt>
    <dgm:pt modelId="{02A62DD9-8F82-48F7-90A7-EBEB604262D0}" type="pres">
      <dgm:prSet presAssocID="{8CF00E6B-401B-4289-8EF2-827A49FD62A5}" presName="compositeA" presStyleCnt="0"/>
      <dgm:spPr/>
    </dgm:pt>
    <dgm:pt modelId="{14D7D692-3D08-44A5-8E67-023300EAB877}" type="pres">
      <dgm:prSet presAssocID="{8CF00E6B-401B-4289-8EF2-827A49FD62A5}" presName="textA" presStyleLbl="revTx" presStyleIdx="2" presStyleCnt="5">
        <dgm:presLayoutVars>
          <dgm:bulletEnabled val="1"/>
        </dgm:presLayoutVars>
      </dgm:prSet>
      <dgm:spPr/>
    </dgm:pt>
    <dgm:pt modelId="{C688A732-5443-4903-B034-89F257A0302A}" type="pres">
      <dgm:prSet presAssocID="{8CF00E6B-401B-4289-8EF2-827A49FD62A5}" presName="circleA" presStyleLbl="node1" presStyleIdx="2" presStyleCnt="5"/>
      <dgm:spPr/>
    </dgm:pt>
    <dgm:pt modelId="{526306C0-14EF-478C-8F29-27BE14629D7C}" type="pres">
      <dgm:prSet presAssocID="{8CF00E6B-401B-4289-8EF2-827A49FD62A5}" presName="spaceA" presStyleCnt="0"/>
      <dgm:spPr/>
    </dgm:pt>
    <dgm:pt modelId="{C78C3FE4-E643-4961-9233-6FD30258A9A0}" type="pres">
      <dgm:prSet presAssocID="{8985C0B4-803E-484E-8F37-0B4863F03770}" presName="space" presStyleCnt="0"/>
      <dgm:spPr/>
    </dgm:pt>
    <dgm:pt modelId="{774EC2D9-E631-4D4F-83A1-236A81C291B1}" type="pres">
      <dgm:prSet presAssocID="{D0E840E8-81DB-48B3-99C5-C93B2D26C993}" presName="compositeB" presStyleCnt="0"/>
      <dgm:spPr/>
    </dgm:pt>
    <dgm:pt modelId="{740860CD-883B-4390-814D-C222D8F500A6}" type="pres">
      <dgm:prSet presAssocID="{D0E840E8-81DB-48B3-99C5-C93B2D26C993}" presName="textB" presStyleLbl="revTx" presStyleIdx="3" presStyleCnt="5">
        <dgm:presLayoutVars>
          <dgm:bulletEnabled val="1"/>
        </dgm:presLayoutVars>
      </dgm:prSet>
      <dgm:spPr/>
    </dgm:pt>
    <dgm:pt modelId="{D2ABB093-0785-45D7-9375-802A70AFC41F}" type="pres">
      <dgm:prSet presAssocID="{D0E840E8-81DB-48B3-99C5-C93B2D26C993}" presName="circleB" presStyleLbl="node1" presStyleIdx="3" presStyleCnt="5"/>
      <dgm:spPr/>
    </dgm:pt>
    <dgm:pt modelId="{A4D1DA89-0B0C-4BC9-8E47-282E9159D6B1}" type="pres">
      <dgm:prSet presAssocID="{D0E840E8-81DB-48B3-99C5-C93B2D26C993}" presName="spaceB" presStyleCnt="0"/>
      <dgm:spPr/>
    </dgm:pt>
    <dgm:pt modelId="{7476C670-8B26-4C7D-9C6E-95F27FE099C5}" type="pres">
      <dgm:prSet presAssocID="{3BBC8540-8300-464D-A1E4-40C929E4F6C7}" presName="space" presStyleCnt="0"/>
      <dgm:spPr/>
    </dgm:pt>
    <dgm:pt modelId="{2527288E-E6BC-4A0B-A6D5-9A4058C7B64B}" type="pres">
      <dgm:prSet presAssocID="{73BC4AB8-0493-4FE4-B64F-205E781C7E2A}" presName="compositeA" presStyleCnt="0"/>
      <dgm:spPr/>
    </dgm:pt>
    <dgm:pt modelId="{0FE705F9-448B-4193-9FAD-B6CA8124E588}" type="pres">
      <dgm:prSet presAssocID="{73BC4AB8-0493-4FE4-B64F-205E781C7E2A}" presName="textA" presStyleLbl="revTx" presStyleIdx="4" presStyleCnt="5">
        <dgm:presLayoutVars>
          <dgm:bulletEnabled val="1"/>
        </dgm:presLayoutVars>
      </dgm:prSet>
      <dgm:spPr/>
    </dgm:pt>
    <dgm:pt modelId="{C8625BA8-255E-4821-8B59-03F6D3E58E8D}" type="pres">
      <dgm:prSet presAssocID="{73BC4AB8-0493-4FE4-B64F-205E781C7E2A}" presName="circleA" presStyleLbl="node1" presStyleIdx="4" presStyleCnt="5"/>
      <dgm:spPr/>
    </dgm:pt>
    <dgm:pt modelId="{B5F063B7-0C74-4EB2-9C5F-2547B1C6468B}" type="pres">
      <dgm:prSet presAssocID="{73BC4AB8-0493-4FE4-B64F-205E781C7E2A}" presName="spaceA" presStyleCnt="0"/>
      <dgm:spPr/>
    </dgm:pt>
  </dgm:ptLst>
  <dgm:cxnLst>
    <dgm:cxn modelId="{6321C001-A932-43A0-ABDC-5C2E1909CF3B}" srcId="{ECEA961E-B862-478E-9A3D-C16A9D13564B}" destId="{EA2858DF-B004-4490-8C30-3C1F3596825D}" srcOrd="1" destOrd="0" parTransId="{471BDAC9-FE5C-4E07-8EAB-DAA3DF7A5169}" sibTransId="{43A86450-2590-4BF9-A72B-66F4BF26D3A9}"/>
    <dgm:cxn modelId="{9D1AF102-8E2C-46FA-A355-ADBCECCAE351}" srcId="{ECEA961E-B862-478E-9A3D-C16A9D13564B}" destId="{D0E840E8-81DB-48B3-99C5-C93B2D26C993}" srcOrd="3" destOrd="0" parTransId="{0A4A4411-066F-4915-8935-9F74553A051C}" sibTransId="{3BBC8540-8300-464D-A1E4-40C929E4F6C7}"/>
    <dgm:cxn modelId="{9ED34A03-444F-4858-AC62-7C89D36BB55C}" type="presOf" srcId="{EA2858DF-B004-4490-8C30-3C1F3596825D}" destId="{92E11D2E-2B97-48F8-8D3A-B31F2CF674D5}" srcOrd="0" destOrd="0" presId="urn:microsoft.com/office/officeart/2005/8/layout/hProcess11"/>
    <dgm:cxn modelId="{54FD6B0F-F753-4ECA-8F0C-71D61D33CB6E}" type="presOf" srcId="{73BC4AB8-0493-4FE4-B64F-205E781C7E2A}" destId="{0FE705F9-448B-4193-9FAD-B6CA8124E588}" srcOrd="0" destOrd="0" presId="urn:microsoft.com/office/officeart/2005/8/layout/hProcess11"/>
    <dgm:cxn modelId="{0CB1BF25-DF23-407A-A55B-E5AA814D7DDF}" srcId="{ECEA961E-B862-478E-9A3D-C16A9D13564B}" destId="{8CF00E6B-401B-4289-8EF2-827A49FD62A5}" srcOrd="2" destOrd="0" parTransId="{626F9E45-1152-4AA0-8CD5-9BDE09DEF3E9}" sibTransId="{8985C0B4-803E-484E-8F37-0B4863F03770}"/>
    <dgm:cxn modelId="{7719B127-ED8F-405D-85EC-D3F9CD31161B}" type="presOf" srcId="{D0E840E8-81DB-48B3-99C5-C93B2D26C993}" destId="{740860CD-883B-4390-814D-C222D8F500A6}" srcOrd="0" destOrd="0" presId="urn:microsoft.com/office/officeart/2005/8/layout/hProcess11"/>
    <dgm:cxn modelId="{8676E063-A933-4CDA-9809-52DDED21132D}" type="presOf" srcId="{ECEA961E-B862-478E-9A3D-C16A9D13564B}" destId="{BB0E846D-942E-4448-8381-3FAC8CD56E1C}" srcOrd="0" destOrd="0" presId="urn:microsoft.com/office/officeart/2005/8/layout/hProcess11"/>
    <dgm:cxn modelId="{FBA8324C-FE00-472F-AF48-7AD8990632A3}" type="presOf" srcId="{4C3B489B-B3CF-46AA-8A49-6EBD948AFC64}" destId="{19DB1D97-0B4A-4D63-8EF9-C5FE9AD5DF9B}" srcOrd="0" destOrd="0" presId="urn:microsoft.com/office/officeart/2005/8/layout/hProcess11"/>
    <dgm:cxn modelId="{92D5CE86-5C71-4A42-B60A-94D3914846F8}" srcId="{ECEA961E-B862-478E-9A3D-C16A9D13564B}" destId="{4C3B489B-B3CF-46AA-8A49-6EBD948AFC64}" srcOrd="0" destOrd="0" parTransId="{17107D4C-17B6-475D-86DF-6DEABEBBAAC9}" sibTransId="{295FAA29-4D07-4E30-8CB6-65D9CD8C7C63}"/>
    <dgm:cxn modelId="{C8BD5E95-0A68-4330-A17B-95671FE61116}" type="presOf" srcId="{8CF00E6B-401B-4289-8EF2-827A49FD62A5}" destId="{14D7D692-3D08-44A5-8E67-023300EAB877}" srcOrd="0" destOrd="0" presId="urn:microsoft.com/office/officeart/2005/8/layout/hProcess11"/>
    <dgm:cxn modelId="{7B5E6E96-E232-4EA6-9E2D-F18DC6A99A39}" srcId="{ECEA961E-B862-478E-9A3D-C16A9D13564B}" destId="{73BC4AB8-0493-4FE4-B64F-205E781C7E2A}" srcOrd="4" destOrd="0" parTransId="{68EE313E-6016-42F5-A1CC-A0D872E18402}" sibTransId="{D2A3FFEF-84FD-4B5B-8A2E-B66967A811E0}"/>
    <dgm:cxn modelId="{D9F3E4F3-6239-4A78-8CF9-C092A34DCD34}" type="presParOf" srcId="{BB0E846D-942E-4448-8381-3FAC8CD56E1C}" destId="{42AEE366-79F3-4D8B-8BA6-48DA8E6C99D9}" srcOrd="0" destOrd="0" presId="urn:microsoft.com/office/officeart/2005/8/layout/hProcess11"/>
    <dgm:cxn modelId="{DCDE4C9E-2543-455E-BEF9-80E3790D5F65}" type="presParOf" srcId="{BB0E846D-942E-4448-8381-3FAC8CD56E1C}" destId="{EE1254FF-37AC-433A-8A32-674A50B88607}" srcOrd="1" destOrd="0" presId="urn:microsoft.com/office/officeart/2005/8/layout/hProcess11"/>
    <dgm:cxn modelId="{047011A4-2F7F-4DB8-85CA-00EE89575108}" type="presParOf" srcId="{EE1254FF-37AC-433A-8A32-674A50B88607}" destId="{9F6804C5-C037-4714-95B1-D33B79014C3D}" srcOrd="0" destOrd="0" presId="urn:microsoft.com/office/officeart/2005/8/layout/hProcess11"/>
    <dgm:cxn modelId="{BB54553B-7607-40E1-8AA4-9C4B0749DCF8}" type="presParOf" srcId="{9F6804C5-C037-4714-95B1-D33B79014C3D}" destId="{19DB1D97-0B4A-4D63-8EF9-C5FE9AD5DF9B}" srcOrd="0" destOrd="0" presId="urn:microsoft.com/office/officeart/2005/8/layout/hProcess11"/>
    <dgm:cxn modelId="{A1CE215A-EC6F-4DDD-9B62-174421C0016D}" type="presParOf" srcId="{9F6804C5-C037-4714-95B1-D33B79014C3D}" destId="{BE1EA6A9-7149-48C5-A961-5800BCCA0E9E}" srcOrd="1" destOrd="0" presId="urn:microsoft.com/office/officeart/2005/8/layout/hProcess11"/>
    <dgm:cxn modelId="{68841E06-D0BD-4C67-903A-4D3497D4AC17}" type="presParOf" srcId="{9F6804C5-C037-4714-95B1-D33B79014C3D}" destId="{D72C7B0F-C2BC-40B8-8DCA-96573B6F3299}" srcOrd="2" destOrd="0" presId="urn:microsoft.com/office/officeart/2005/8/layout/hProcess11"/>
    <dgm:cxn modelId="{A6C647F0-25E8-4EA5-9AE6-6CD685139728}" type="presParOf" srcId="{EE1254FF-37AC-433A-8A32-674A50B88607}" destId="{4D3C9A20-EA01-461B-A59E-2DA52C976B29}" srcOrd="1" destOrd="0" presId="urn:microsoft.com/office/officeart/2005/8/layout/hProcess11"/>
    <dgm:cxn modelId="{97C3D72A-5785-41BE-9ABB-06B84FE6A22F}" type="presParOf" srcId="{EE1254FF-37AC-433A-8A32-674A50B88607}" destId="{4BC5CF2E-D264-4B84-A6A0-A96CF911131A}" srcOrd="2" destOrd="0" presId="urn:microsoft.com/office/officeart/2005/8/layout/hProcess11"/>
    <dgm:cxn modelId="{93423796-9090-44B2-9445-152EA8A14381}" type="presParOf" srcId="{4BC5CF2E-D264-4B84-A6A0-A96CF911131A}" destId="{92E11D2E-2B97-48F8-8D3A-B31F2CF674D5}" srcOrd="0" destOrd="0" presId="urn:microsoft.com/office/officeart/2005/8/layout/hProcess11"/>
    <dgm:cxn modelId="{CAC896A0-06D2-4C8D-9D19-0F2573069086}" type="presParOf" srcId="{4BC5CF2E-D264-4B84-A6A0-A96CF911131A}" destId="{1008DD51-0D6E-46DD-AA94-FEEAC4D46323}" srcOrd="1" destOrd="0" presId="urn:microsoft.com/office/officeart/2005/8/layout/hProcess11"/>
    <dgm:cxn modelId="{BDE02AF8-7CFF-4505-B558-DD737E84F1F5}" type="presParOf" srcId="{4BC5CF2E-D264-4B84-A6A0-A96CF911131A}" destId="{13F4E09A-6FB0-410A-BCA1-2B1D2C1E800A}" srcOrd="2" destOrd="0" presId="urn:microsoft.com/office/officeart/2005/8/layout/hProcess11"/>
    <dgm:cxn modelId="{2F93391F-FF1A-4CB4-89F2-3C06868F576A}" type="presParOf" srcId="{EE1254FF-37AC-433A-8A32-674A50B88607}" destId="{780026B1-4980-4A92-93B3-931585CEABB2}" srcOrd="3" destOrd="0" presId="urn:microsoft.com/office/officeart/2005/8/layout/hProcess11"/>
    <dgm:cxn modelId="{1CFEF446-E146-436D-91F7-F3D6D9E4FE2C}" type="presParOf" srcId="{EE1254FF-37AC-433A-8A32-674A50B88607}" destId="{02A62DD9-8F82-48F7-90A7-EBEB604262D0}" srcOrd="4" destOrd="0" presId="urn:microsoft.com/office/officeart/2005/8/layout/hProcess11"/>
    <dgm:cxn modelId="{0DF6A03E-E9C8-4070-BCC1-07A73EF26F88}" type="presParOf" srcId="{02A62DD9-8F82-48F7-90A7-EBEB604262D0}" destId="{14D7D692-3D08-44A5-8E67-023300EAB877}" srcOrd="0" destOrd="0" presId="urn:microsoft.com/office/officeart/2005/8/layout/hProcess11"/>
    <dgm:cxn modelId="{3AFB35DB-3C89-4D2C-819F-8B98885A6487}" type="presParOf" srcId="{02A62DD9-8F82-48F7-90A7-EBEB604262D0}" destId="{C688A732-5443-4903-B034-89F257A0302A}" srcOrd="1" destOrd="0" presId="urn:microsoft.com/office/officeart/2005/8/layout/hProcess11"/>
    <dgm:cxn modelId="{92B3760F-8041-4A84-AA1B-E81B078284B4}" type="presParOf" srcId="{02A62DD9-8F82-48F7-90A7-EBEB604262D0}" destId="{526306C0-14EF-478C-8F29-27BE14629D7C}" srcOrd="2" destOrd="0" presId="urn:microsoft.com/office/officeart/2005/8/layout/hProcess11"/>
    <dgm:cxn modelId="{F4A49C36-96F4-4C11-934D-4723A5FD4F42}" type="presParOf" srcId="{EE1254FF-37AC-433A-8A32-674A50B88607}" destId="{C78C3FE4-E643-4961-9233-6FD30258A9A0}" srcOrd="5" destOrd="0" presId="urn:microsoft.com/office/officeart/2005/8/layout/hProcess11"/>
    <dgm:cxn modelId="{3C5F266A-CAD9-4D2A-80DB-FE2C8C029A5D}" type="presParOf" srcId="{EE1254FF-37AC-433A-8A32-674A50B88607}" destId="{774EC2D9-E631-4D4F-83A1-236A81C291B1}" srcOrd="6" destOrd="0" presId="urn:microsoft.com/office/officeart/2005/8/layout/hProcess11"/>
    <dgm:cxn modelId="{19996C17-2458-4CE4-96F3-352352F0F4AC}" type="presParOf" srcId="{774EC2D9-E631-4D4F-83A1-236A81C291B1}" destId="{740860CD-883B-4390-814D-C222D8F500A6}" srcOrd="0" destOrd="0" presId="urn:microsoft.com/office/officeart/2005/8/layout/hProcess11"/>
    <dgm:cxn modelId="{294ABBCE-CEE9-4B8F-B2A9-28A2128C826C}" type="presParOf" srcId="{774EC2D9-E631-4D4F-83A1-236A81C291B1}" destId="{D2ABB093-0785-45D7-9375-802A70AFC41F}" srcOrd="1" destOrd="0" presId="urn:microsoft.com/office/officeart/2005/8/layout/hProcess11"/>
    <dgm:cxn modelId="{60A3466C-798D-42A6-B6BA-EEBB72AB67E0}" type="presParOf" srcId="{774EC2D9-E631-4D4F-83A1-236A81C291B1}" destId="{A4D1DA89-0B0C-4BC9-8E47-282E9159D6B1}" srcOrd="2" destOrd="0" presId="urn:microsoft.com/office/officeart/2005/8/layout/hProcess11"/>
    <dgm:cxn modelId="{F50E2856-8568-4657-B7C5-AF0A1D778127}" type="presParOf" srcId="{EE1254FF-37AC-433A-8A32-674A50B88607}" destId="{7476C670-8B26-4C7D-9C6E-95F27FE099C5}" srcOrd="7" destOrd="0" presId="urn:microsoft.com/office/officeart/2005/8/layout/hProcess11"/>
    <dgm:cxn modelId="{7697FC84-332B-4A0C-AB15-ED7B60534ECA}" type="presParOf" srcId="{EE1254FF-37AC-433A-8A32-674A50B88607}" destId="{2527288E-E6BC-4A0B-A6D5-9A4058C7B64B}" srcOrd="8" destOrd="0" presId="urn:microsoft.com/office/officeart/2005/8/layout/hProcess11"/>
    <dgm:cxn modelId="{361F9FD6-1CAC-4F7F-B778-605A93C049A7}" type="presParOf" srcId="{2527288E-E6BC-4A0B-A6D5-9A4058C7B64B}" destId="{0FE705F9-448B-4193-9FAD-B6CA8124E588}" srcOrd="0" destOrd="0" presId="urn:microsoft.com/office/officeart/2005/8/layout/hProcess11"/>
    <dgm:cxn modelId="{2CC7BDD0-9374-464E-9BDB-849EBE4F368C}" type="presParOf" srcId="{2527288E-E6BC-4A0B-A6D5-9A4058C7B64B}" destId="{C8625BA8-255E-4821-8B59-03F6D3E58E8D}" srcOrd="1" destOrd="0" presId="urn:microsoft.com/office/officeart/2005/8/layout/hProcess11"/>
    <dgm:cxn modelId="{6523817B-AE3F-48A6-A31B-9A18AA7AF934}" type="presParOf" srcId="{2527288E-E6BC-4A0B-A6D5-9A4058C7B64B}" destId="{B5F063B7-0C74-4EB2-9C5F-2547B1C6468B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CEA961E-B862-478E-9A3D-C16A9D13564B}" type="doc">
      <dgm:prSet loTypeId="urn:microsoft.com/office/officeart/2005/8/layout/hProcess11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s-CL"/>
        </a:p>
      </dgm:t>
    </dgm:pt>
    <dgm:pt modelId="{4C3B489B-B3CF-46AA-8A49-6EBD948AFC64}">
      <dgm:prSet phldrT="[Texto]" phldr="0" custT="1"/>
      <dgm:spPr/>
      <dgm:t>
        <a:bodyPr/>
        <a:lstStyle/>
        <a:p>
          <a:r>
            <a:rPr lang="es-CL" sz="2000" b="1" dirty="0"/>
            <a:t>KO Meeting</a:t>
          </a:r>
        </a:p>
      </dgm:t>
    </dgm:pt>
    <dgm:pt modelId="{17107D4C-17B6-475D-86DF-6DEABEBBAAC9}" type="parTrans" cxnId="{92D5CE86-5C71-4A42-B60A-94D3914846F8}">
      <dgm:prSet/>
      <dgm:spPr/>
      <dgm:t>
        <a:bodyPr/>
        <a:lstStyle/>
        <a:p>
          <a:endParaRPr lang="es-CL"/>
        </a:p>
      </dgm:t>
    </dgm:pt>
    <dgm:pt modelId="{295FAA29-4D07-4E30-8CB6-65D9CD8C7C63}" type="sibTrans" cxnId="{92D5CE86-5C71-4A42-B60A-94D3914846F8}">
      <dgm:prSet/>
      <dgm:spPr/>
      <dgm:t>
        <a:bodyPr/>
        <a:lstStyle/>
        <a:p>
          <a:endParaRPr lang="es-CL"/>
        </a:p>
      </dgm:t>
    </dgm:pt>
    <dgm:pt modelId="{EA2858DF-B004-4490-8C30-3C1F3596825D}">
      <dgm:prSet phldrT="[Texto]" phldr="0" custT="1"/>
      <dgm:spPr/>
      <dgm:t>
        <a:bodyPr/>
        <a:lstStyle/>
        <a:p>
          <a:r>
            <a:rPr lang="es-CL" sz="2000" b="1" dirty="0"/>
            <a:t>Documento SRR</a:t>
          </a:r>
        </a:p>
      </dgm:t>
    </dgm:pt>
    <dgm:pt modelId="{471BDAC9-FE5C-4E07-8EAB-DAA3DF7A5169}" type="parTrans" cxnId="{6321C001-A932-43A0-ABDC-5C2E1909CF3B}">
      <dgm:prSet/>
      <dgm:spPr/>
      <dgm:t>
        <a:bodyPr/>
        <a:lstStyle/>
        <a:p>
          <a:endParaRPr lang="es-CL"/>
        </a:p>
      </dgm:t>
    </dgm:pt>
    <dgm:pt modelId="{43A86450-2590-4BF9-A72B-66F4BF26D3A9}" type="sibTrans" cxnId="{6321C001-A932-43A0-ABDC-5C2E1909CF3B}">
      <dgm:prSet/>
      <dgm:spPr/>
      <dgm:t>
        <a:bodyPr/>
        <a:lstStyle/>
        <a:p>
          <a:endParaRPr lang="es-CL"/>
        </a:p>
      </dgm:t>
    </dgm:pt>
    <dgm:pt modelId="{73BC4AB8-0493-4FE4-B64F-205E781C7E2A}">
      <dgm:prSet phldrT="[Texto]" phldr="0" custT="1"/>
      <dgm:spPr/>
      <dgm:t>
        <a:bodyPr/>
        <a:lstStyle/>
        <a:p>
          <a:r>
            <a:rPr lang="es-CL" sz="2000" b="1" dirty="0"/>
            <a:t>Diseño </a:t>
          </a:r>
          <a:r>
            <a:rPr lang="es-CL" sz="2000" b="1" dirty="0" err="1"/>
            <a:t>Payload</a:t>
          </a:r>
          <a:endParaRPr lang="es-CL" sz="2000" b="1" dirty="0"/>
        </a:p>
      </dgm:t>
    </dgm:pt>
    <dgm:pt modelId="{68EE313E-6016-42F5-A1CC-A0D872E18402}" type="parTrans" cxnId="{7B5E6E96-E232-4EA6-9E2D-F18DC6A99A39}">
      <dgm:prSet/>
      <dgm:spPr/>
      <dgm:t>
        <a:bodyPr/>
        <a:lstStyle/>
        <a:p>
          <a:endParaRPr lang="es-CL"/>
        </a:p>
      </dgm:t>
    </dgm:pt>
    <dgm:pt modelId="{D2A3FFEF-84FD-4B5B-8A2E-B66967A811E0}" type="sibTrans" cxnId="{7B5E6E96-E232-4EA6-9E2D-F18DC6A99A39}">
      <dgm:prSet/>
      <dgm:spPr/>
      <dgm:t>
        <a:bodyPr/>
        <a:lstStyle/>
        <a:p>
          <a:endParaRPr lang="es-CL"/>
        </a:p>
      </dgm:t>
    </dgm:pt>
    <dgm:pt modelId="{633C44D0-D0B4-47AE-BB6B-A19892A549E0}">
      <dgm:prSet phldrT="[Texto]" phldr="0" custT="1"/>
      <dgm:spPr/>
      <dgm:t>
        <a:bodyPr/>
        <a:lstStyle/>
        <a:p>
          <a:r>
            <a:rPr lang="es-CL" sz="2000"/>
            <a:t>16/01/2026</a:t>
          </a:r>
          <a:endParaRPr lang="es-CL" sz="2000" dirty="0"/>
        </a:p>
      </dgm:t>
    </dgm:pt>
    <dgm:pt modelId="{BDAC5DE0-A484-412E-9526-D4C10A82A358}" type="parTrans" cxnId="{8BFEC4AC-6E1F-4EE2-A5AE-F62A80A4348B}">
      <dgm:prSet/>
      <dgm:spPr/>
      <dgm:t>
        <a:bodyPr/>
        <a:lstStyle/>
        <a:p>
          <a:endParaRPr lang="es-CL"/>
        </a:p>
      </dgm:t>
    </dgm:pt>
    <dgm:pt modelId="{5359B7A1-E69E-4422-ACD6-05BB7DF641FD}" type="sibTrans" cxnId="{8BFEC4AC-6E1F-4EE2-A5AE-F62A80A4348B}">
      <dgm:prSet/>
      <dgm:spPr/>
      <dgm:t>
        <a:bodyPr/>
        <a:lstStyle/>
        <a:p>
          <a:endParaRPr lang="es-CL"/>
        </a:p>
      </dgm:t>
    </dgm:pt>
    <dgm:pt modelId="{09D05FAE-92C0-451A-848B-44F7DB814D36}">
      <dgm:prSet phldrT="[Texto]" phldr="0" custT="1"/>
      <dgm:spPr/>
      <dgm:t>
        <a:bodyPr/>
        <a:lstStyle/>
        <a:p>
          <a:r>
            <a:rPr lang="es-CL" sz="2000" dirty="0"/>
            <a:t>23/01/2026</a:t>
          </a:r>
        </a:p>
      </dgm:t>
    </dgm:pt>
    <dgm:pt modelId="{91A97A4D-C59D-4529-B1D4-21ECE0231AC1}" type="parTrans" cxnId="{7304A2D9-7BAA-4845-9C6F-BC260B364776}">
      <dgm:prSet/>
      <dgm:spPr/>
      <dgm:t>
        <a:bodyPr/>
        <a:lstStyle/>
        <a:p>
          <a:endParaRPr lang="es-CL"/>
        </a:p>
      </dgm:t>
    </dgm:pt>
    <dgm:pt modelId="{BAAC6D37-F908-4ADF-96E2-5FFBFE0A1445}" type="sibTrans" cxnId="{7304A2D9-7BAA-4845-9C6F-BC260B364776}">
      <dgm:prSet/>
      <dgm:spPr/>
      <dgm:t>
        <a:bodyPr/>
        <a:lstStyle/>
        <a:p>
          <a:endParaRPr lang="es-CL"/>
        </a:p>
      </dgm:t>
    </dgm:pt>
    <dgm:pt modelId="{DC1BB20F-09CD-4FC9-8CCB-E230081C7201}">
      <dgm:prSet phldrT="[Texto]" phldr="0" custT="1"/>
      <dgm:spPr/>
      <dgm:t>
        <a:bodyPr/>
        <a:lstStyle/>
        <a:p>
          <a:r>
            <a:rPr lang="es-CL" sz="2000" b="1" dirty="0"/>
            <a:t>Documento SDR</a:t>
          </a:r>
        </a:p>
      </dgm:t>
    </dgm:pt>
    <dgm:pt modelId="{62E5C8ED-9019-475D-A141-735602A7EFAF}" type="parTrans" cxnId="{8D456BE3-7901-4303-AD4C-9A2184498441}">
      <dgm:prSet/>
      <dgm:spPr/>
      <dgm:t>
        <a:bodyPr/>
        <a:lstStyle/>
        <a:p>
          <a:endParaRPr lang="es-CL"/>
        </a:p>
      </dgm:t>
    </dgm:pt>
    <dgm:pt modelId="{12A3E0A4-5A40-45A1-AB96-17569C2560A4}" type="sibTrans" cxnId="{8D456BE3-7901-4303-AD4C-9A2184498441}">
      <dgm:prSet/>
      <dgm:spPr/>
      <dgm:t>
        <a:bodyPr/>
        <a:lstStyle/>
        <a:p>
          <a:endParaRPr lang="es-CL"/>
        </a:p>
      </dgm:t>
    </dgm:pt>
    <dgm:pt modelId="{B1C7626F-FD2B-4E7D-9BE9-C5D1CB62D572}">
      <dgm:prSet phldrT="[Texto]" phldr="0" custT="1"/>
      <dgm:spPr/>
      <dgm:t>
        <a:bodyPr/>
        <a:lstStyle/>
        <a:p>
          <a:r>
            <a:rPr lang="es-CL" sz="2000" dirty="0"/>
            <a:t>30/01/2026</a:t>
          </a:r>
        </a:p>
      </dgm:t>
    </dgm:pt>
    <dgm:pt modelId="{ECCEB343-215E-4C43-8F4C-DEC8D7995218}" type="parTrans" cxnId="{1C9F2E5C-40A7-4208-8387-D55DF29344BC}">
      <dgm:prSet/>
      <dgm:spPr/>
      <dgm:t>
        <a:bodyPr/>
        <a:lstStyle/>
        <a:p>
          <a:endParaRPr lang="es-CL"/>
        </a:p>
      </dgm:t>
    </dgm:pt>
    <dgm:pt modelId="{126CE008-A46A-48EC-8BEE-AC9A1F1A4846}" type="sibTrans" cxnId="{1C9F2E5C-40A7-4208-8387-D55DF29344BC}">
      <dgm:prSet/>
      <dgm:spPr/>
      <dgm:t>
        <a:bodyPr/>
        <a:lstStyle/>
        <a:p>
          <a:endParaRPr lang="es-CL"/>
        </a:p>
      </dgm:t>
    </dgm:pt>
    <dgm:pt modelId="{79C3A1DB-EC2B-4D0D-B76F-F0F7353BEDB0}">
      <dgm:prSet phldrT="[Texto]" phldr="0" custT="1"/>
      <dgm:spPr/>
      <dgm:t>
        <a:bodyPr/>
        <a:lstStyle/>
        <a:p>
          <a:r>
            <a:rPr lang="es-CL" sz="2000" dirty="0"/>
            <a:t>2/02/2026-13/02/2026</a:t>
          </a:r>
        </a:p>
      </dgm:t>
    </dgm:pt>
    <dgm:pt modelId="{F5AAE3E7-B9F5-450A-B5D7-3F9BC6861DE2}" type="parTrans" cxnId="{EA8E7004-D3CA-4E35-B632-FEA3B6C1A3EC}">
      <dgm:prSet/>
      <dgm:spPr/>
      <dgm:t>
        <a:bodyPr/>
        <a:lstStyle/>
        <a:p>
          <a:endParaRPr lang="es-CL"/>
        </a:p>
      </dgm:t>
    </dgm:pt>
    <dgm:pt modelId="{A57CA53C-AF54-4581-872E-F34DFBD905C8}" type="sibTrans" cxnId="{EA8E7004-D3CA-4E35-B632-FEA3B6C1A3EC}">
      <dgm:prSet/>
      <dgm:spPr/>
      <dgm:t>
        <a:bodyPr/>
        <a:lstStyle/>
        <a:p>
          <a:endParaRPr lang="es-CL"/>
        </a:p>
      </dgm:t>
    </dgm:pt>
    <dgm:pt modelId="{7F26AF05-C60C-4AB3-8AEE-B332A609EBCF}">
      <dgm:prSet phldrT="[Texto]" phldr="0" custT="1"/>
      <dgm:spPr/>
      <dgm:t>
        <a:bodyPr/>
        <a:lstStyle/>
        <a:p>
          <a:r>
            <a:rPr lang="es-CL" sz="2000" b="1" dirty="0"/>
            <a:t>Revisión PDR</a:t>
          </a:r>
        </a:p>
      </dgm:t>
    </dgm:pt>
    <dgm:pt modelId="{DE998FCD-57E8-4BD8-B070-E72D084847AE}" type="parTrans" cxnId="{8D5B9479-B764-4C99-83D7-3C0237ED754D}">
      <dgm:prSet/>
      <dgm:spPr/>
      <dgm:t>
        <a:bodyPr/>
        <a:lstStyle/>
        <a:p>
          <a:endParaRPr lang="es-CL"/>
        </a:p>
      </dgm:t>
    </dgm:pt>
    <dgm:pt modelId="{D5C203E6-59E5-469A-943A-B5F4456B063D}" type="sibTrans" cxnId="{8D5B9479-B764-4C99-83D7-3C0237ED754D}">
      <dgm:prSet/>
      <dgm:spPr/>
      <dgm:t>
        <a:bodyPr/>
        <a:lstStyle/>
        <a:p>
          <a:endParaRPr lang="es-CL"/>
        </a:p>
      </dgm:t>
    </dgm:pt>
    <dgm:pt modelId="{7686B5F2-08D5-48F5-8137-43FB1E67FEDB}">
      <dgm:prSet phldrT="[Texto]" phldr="0" custT="1"/>
      <dgm:spPr/>
      <dgm:t>
        <a:bodyPr/>
        <a:lstStyle/>
        <a:p>
          <a:r>
            <a:rPr lang="es-CL" sz="2000" dirty="0"/>
            <a:t>20/02/206</a:t>
          </a:r>
        </a:p>
      </dgm:t>
    </dgm:pt>
    <dgm:pt modelId="{4D54AAE5-2313-4CA9-BD34-4D6F42A9365F}" type="parTrans" cxnId="{832E8562-3307-4507-B339-3251099ADA8B}">
      <dgm:prSet/>
      <dgm:spPr/>
      <dgm:t>
        <a:bodyPr/>
        <a:lstStyle/>
        <a:p>
          <a:endParaRPr lang="es-CL"/>
        </a:p>
      </dgm:t>
    </dgm:pt>
    <dgm:pt modelId="{C04736B7-8197-4473-8BB3-7B09BD177984}" type="sibTrans" cxnId="{832E8562-3307-4507-B339-3251099ADA8B}">
      <dgm:prSet/>
      <dgm:spPr/>
      <dgm:t>
        <a:bodyPr/>
        <a:lstStyle/>
        <a:p>
          <a:endParaRPr lang="es-CL"/>
        </a:p>
      </dgm:t>
    </dgm:pt>
    <dgm:pt modelId="{FEE60380-4D8E-4037-8128-55451A8E6197}">
      <dgm:prSet phldrT="[Texto]" phldr="0" custT="1"/>
      <dgm:spPr/>
      <dgm:t>
        <a:bodyPr/>
        <a:lstStyle/>
        <a:p>
          <a:r>
            <a:rPr lang="es-CL" sz="2000" b="1" dirty="0"/>
            <a:t>Documento PDR</a:t>
          </a:r>
        </a:p>
      </dgm:t>
    </dgm:pt>
    <dgm:pt modelId="{5E03894B-8C9E-4FD4-A45B-68213D8C2699}" type="parTrans" cxnId="{3E7FF0E7-F5A5-4234-9DC6-76A64128884B}">
      <dgm:prSet/>
      <dgm:spPr/>
      <dgm:t>
        <a:bodyPr/>
        <a:lstStyle/>
        <a:p>
          <a:endParaRPr lang="es-CL"/>
        </a:p>
      </dgm:t>
    </dgm:pt>
    <dgm:pt modelId="{133C47E7-DDE8-453D-8AEE-DBFCA3E19D47}" type="sibTrans" cxnId="{3E7FF0E7-F5A5-4234-9DC6-76A64128884B}">
      <dgm:prSet/>
      <dgm:spPr/>
      <dgm:t>
        <a:bodyPr/>
        <a:lstStyle/>
        <a:p>
          <a:endParaRPr lang="es-CL"/>
        </a:p>
      </dgm:t>
    </dgm:pt>
    <dgm:pt modelId="{E0136599-25CD-44A3-AD3C-6DE041E29E21}">
      <dgm:prSet phldrT="[Texto]" phldr="0" custT="1"/>
      <dgm:spPr/>
      <dgm:t>
        <a:bodyPr/>
        <a:lstStyle/>
        <a:p>
          <a:r>
            <a:rPr lang="es-CL" sz="2000" dirty="0"/>
            <a:t>27/02/2026</a:t>
          </a:r>
        </a:p>
      </dgm:t>
    </dgm:pt>
    <dgm:pt modelId="{87998C8A-89EF-4225-BF2F-4B9288A68058}" type="parTrans" cxnId="{49BA6D87-7B91-443B-8326-02A23677B009}">
      <dgm:prSet/>
      <dgm:spPr/>
      <dgm:t>
        <a:bodyPr/>
        <a:lstStyle/>
        <a:p>
          <a:endParaRPr lang="es-CL"/>
        </a:p>
      </dgm:t>
    </dgm:pt>
    <dgm:pt modelId="{C4FB2335-D2CF-4470-B9E5-F10C7CD3CD17}" type="sibTrans" cxnId="{49BA6D87-7B91-443B-8326-02A23677B009}">
      <dgm:prSet/>
      <dgm:spPr/>
      <dgm:t>
        <a:bodyPr/>
        <a:lstStyle/>
        <a:p>
          <a:endParaRPr lang="es-CL"/>
        </a:p>
      </dgm:t>
    </dgm:pt>
    <dgm:pt modelId="{56FC0B8D-ADB8-4B8A-8ED4-B67F4F2E7EFC}" type="pres">
      <dgm:prSet presAssocID="{ECEA961E-B862-478E-9A3D-C16A9D13564B}" presName="Name0" presStyleCnt="0">
        <dgm:presLayoutVars>
          <dgm:dir/>
          <dgm:resizeHandles val="exact"/>
        </dgm:presLayoutVars>
      </dgm:prSet>
      <dgm:spPr/>
    </dgm:pt>
    <dgm:pt modelId="{A40BE624-9C8C-4BAA-A0A0-C88DFBEA038B}" type="pres">
      <dgm:prSet presAssocID="{ECEA961E-B862-478E-9A3D-C16A9D13564B}" presName="arrow" presStyleLbl="bgShp" presStyleIdx="0" presStyleCnt="1"/>
      <dgm:spPr/>
    </dgm:pt>
    <dgm:pt modelId="{18FF14CE-0CDF-48B9-AFE1-39630FDFD1C9}" type="pres">
      <dgm:prSet presAssocID="{ECEA961E-B862-478E-9A3D-C16A9D13564B}" presName="points" presStyleCnt="0"/>
      <dgm:spPr/>
    </dgm:pt>
    <dgm:pt modelId="{42BC1BDC-E562-45E8-97A2-A7F1AEED26F0}" type="pres">
      <dgm:prSet presAssocID="{4C3B489B-B3CF-46AA-8A49-6EBD948AFC64}" presName="compositeA" presStyleCnt="0"/>
      <dgm:spPr/>
    </dgm:pt>
    <dgm:pt modelId="{3481C0C9-3128-406F-B5D2-874FC2547930}" type="pres">
      <dgm:prSet presAssocID="{4C3B489B-B3CF-46AA-8A49-6EBD948AFC64}" presName="textA" presStyleLbl="revTx" presStyleIdx="0" presStyleCnt="6">
        <dgm:presLayoutVars>
          <dgm:bulletEnabled val="1"/>
        </dgm:presLayoutVars>
      </dgm:prSet>
      <dgm:spPr/>
    </dgm:pt>
    <dgm:pt modelId="{FD399676-0E89-4EC6-A943-E55376C3959B}" type="pres">
      <dgm:prSet presAssocID="{4C3B489B-B3CF-46AA-8A49-6EBD948AFC64}" presName="circleA" presStyleLbl="node1" presStyleIdx="0" presStyleCnt="6"/>
      <dgm:spPr/>
    </dgm:pt>
    <dgm:pt modelId="{0E4DC808-9CF6-4D67-B50B-23E73F733C26}" type="pres">
      <dgm:prSet presAssocID="{4C3B489B-B3CF-46AA-8A49-6EBD948AFC64}" presName="spaceA" presStyleCnt="0"/>
      <dgm:spPr/>
    </dgm:pt>
    <dgm:pt modelId="{DA25FEE1-1966-484E-BCFC-8417BEE4BC07}" type="pres">
      <dgm:prSet presAssocID="{295FAA29-4D07-4E30-8CB6-65D9CD8C7C63}" presName="space" presStyleCnt="0"/>
      <dgm:spPr/>
    </dgm:pt>
    <dgm:pt modelId="{344087D9-8A3A-4EF0-8762-4B85DEAAAE48}" type="pres">
      <dgm:prSet presAssocID="{EA2858DF-B004-4490-8C30-3C1F3596825D}" presName="compositeB" presStyleCnt="0"/>
      <dgm:spPr/>
    </dgm:pt>
    <dgm:pt modelId="{752790BA-D1C1-4993-8B48-66C0BBDE4955}" type="pres">
      <dgm:prSet presAssocID="{EA2858DF-B004-4490-8C30-3C1F3596825D}" presName="textB" presStyleLbl="revTx" presStyleIdx="1" presStyleCnt="6">
        <dgm:presLayoutVars>
          <dgm:bulletEnabled val="1"/>
        </dgm:presLayoutVars>
      </dgm:prSet>
      <dgm:spPr/>
    </dgm:pt>
    <dgm:pt modelId="{15BF1E69-56BD-4C7A-841D-4D0AB787FD5C}" type="pres">
      <dgm:prSet presAssocID="{EA2858DF-B004-4490-8C30-3C1F3596825D}" presName="circleB" presStyleLbl="node1" presStyleIdx="1" presStyleCnt="6"/>
      <dgm:spPr/>
    </dgm:pt>
    <dgm:pt modelId="{9A057E79-DC31-425E-8521-922EDF9D44C0}" type="pres">
      <dgm:prSet presAssocID="{EA2858DF-B004-4490-8C30-3C1F3596825D}" presName="spaceB" presStyleCnt="0"/>
      <dgm:spPr/>
    </dgm:pt>
    <dgm:pt modelId="{1F8DBAE7-2C8C-4E23-A4E2-06BC053593AC}" type="pres">
      <dgm:prSet presAssocID="{43A86450-2590-4BF9-A72B-66F4BF26D3A9}" presName="space" presStyleCnt="0"/>
      <dgm:spPr/>
    </dgm:pt>
    <dgm:pt modelId="{812DEA2B-A6C4-413A-A2E5-77C553B0A17F}" type="pres">
      <dgm:prSet presAssocID="{DC1BB20F-09CD-4FC9-8CCB-E230081C7201}" presName="compositeA" presStyleCnt="0"/>
      <dgm:spPr/>
    </dgm:pt>
    <dgm:pt modelId="{5C5C2202-37AE-4984-A3EF-39A3FD6654C8}" type="pres">
      <dgm:prSet presAssocID="{DC1BB20F-09CD-4FC9-8CCB-E230081C7201}" presName="textA" presStyleLbl="revTx" presStyleIdx="2" presStyleCnt="6">
        <dgm:presLayoutVars>
          <dgm:bulletEnabled val="1"/>
        </dgm:presLayoutVars>
      </dgm:prSet>
      <dgm:spPr/>
    </dgm:pt>
    <dgm:pt modelId="{31E558C9-2C39-4981-B8D5-DB1406E84718}" type="pres">
      <dgm:prSet presAssocID="{DC1BB20F-09CD-4FC9-8CCB-E230081C7201}" presName="circleA" presStyleLbl="node1" presStyleIdx="2" presStyleCnt="6"/>
      <dgm:spPr/>
    </dgm:pt>
    <dgm:pt modelId="{82084087-B471-42A4-9F70-9CEA31D9A4C9}" type="pres">
      <dgm:prSet presAssocID="{DC1BB20F-09CD-4FC9-8CCB-E230081C7201}" presName="spaceA" presStyleCnt="0"/>
      <dgm:spPr/>
    </dgm:pt>
    <dgm:pt modelId="{F45C7024-1B65-4AE6-8834-44D34824A564}" type="pres">
      <dgm:prSet presAssocID="{12A3E0A4-5A40-45A1-AB96-17569C2560A4}" presName="space" presStyleCnt="0"/>
      <dgm:spPr/>
    </dgm:pt>
    <dgm:pt modelId="{A4EC26BD-8F70-4573-A688-D8015CC33E6F}" type="pres">
      <dgm:prSet presAssocID="{73BC4AB8-0493-4FE4-B64F-205E781C7E2A}" presName="compositeB" presStyleCnt="0"/>
      <dgm:spPr/>
    </dgm:pt>
    <dgm:pt modelId="{AD3EA5C2-0E63-461C-AA63-C615F1C03C79}" type="pres">
      <dgm:prSet presAssocID="{73BC4AB8-0493-4FE4-B64F-205E781C7E2A}" presName="textB" presStyleLbl="revTx" presStyleIdx="3" presStyleCnt="6">
        <dgm:presLayoutVars>
          <dgm:bulletEnabled val="1"/>
        </dgm:presLayoutVars>
      </dgm:prSet>
      <dgm:spPr/>
    </dgm:pt>
    <dgm:pt modelId="{644F94A9-F1AA-451F-9DBB-29DF2E744D2C}" type="pres">
      <dgm:prSet presAssocID="{73BC4AB8-0493-4FE4-B64F-205E781C7E2A}" presName="circleB" presStyleLbl="node1" presStyleIdx="3" presStyleCnt="6"/>
      <dgm:spPr/>
    </dgm:pt>
    <dgm:pt modelId="{9332376A-35C2-4F79-B11F-6E7E9D0C8C15}" type="pres">
      <dgm:prSet presAssocID="{73BC4AB8-0493-4FE4-B64F-205E781C7E2A}" presName="spaceB" presStyleCnt="0"/>
      <dgm:spPr/>
    </dgm:pt>
    <dgm:pt modelId="{771BDF2F-AD49-4F38-8AB9-F2D4029DA1FA}" type="pres">
      <dgm:prSet presAssocID="{D2A3FFEF-84FD-4B5B-8A2E-B66967A811E0}" presName="space" presStyleCnt="0"/>
      <dgm:spPr/>
    </dgm:pt>
    <dgm:pt modelId="{6973361F-3BE0-41F7-99BD-6FF54DA300F4}" type="pres">
      <dgm:prSet presAssocID="{7F26AF05-C60C-4AB3-8AEE-B332A609EBCF}" presName="compositeA" presStyleCnt="0"/>
      <dgm:spPr/>
    </dgm:pt>
    <dgm:pt modelId="{F77BBECF-775A-4284-B30C-3D1FFF37F8DF}" type="pres">
      <dgm:prSet presAssocID="{7F26AF05-C60C-4AB3-8AEE-B332A609EBCF}" presName="textA" presStyleLbl="revTx" presStyleIdx="4" presStyleCnt="6">
        <dgm:presLayoutVars>
          <dgm:bulletEnabled val="1"/>
        </dgm:presLayoutVars>
      </dgm:prSet>
      <dgm:spPr/>
    </dgm:pt>
    <dgm:pt modelId="{236449A5-48E8-4E38-8124-14881413529C}" type="pres">
      <dgm:prSet presAssocID="{7F26AF05-C60C-4AB3-8AEE-B332A609EBCF}" presName="circleA" presStyleLbl="node1" presStyleIdx="4" presStyleCnt="6"/>
      <dgm:spPr/>
    </dgm:pt>
    <dgm:pt modelId="{3399D8B0-82FF-4C4E-B6DC-EAD2AD47A9AA}" type="pres">
      <dgm:prSet presAssocID="{7F26AF05-C60C-4AB3-8AEE-B332A609EBCF}" presName="spaceA" presStyleCnt="0"/>
      <dgm:spPr/>
    </dgm:pt>
    <dgm:pt modelId="{A564E3A3-D3A3-4BA7-A623-10EF612D141D}" type="pres">
      <dgm:prSet presAssocID="{D5C203E6-59E5-469A-943A-B5F4456B063D}" presName="space" presStyleCnt="0"/>
      <dgm:spPr/>
    </dgm:pt>
    <dgm:pt modelId="{8A95A336-1D08-4E14-88C3-66C1BF8AA8EA}" type="pres">
      <dgm:prSet presAssocID="{FEE60380-4D8E-4037-8128-55451A8E6197}" presName="compositeB" presStyleCnt="0"/>
      <dgm:spPr/>
    </dgm:pt>
    <dgm:pt modelId="{E3BE9FB3-30E0-4B4C-88D8-F878A5D671FF}" type="pres">
      <dgm:prSet presAssocID="{FEE60380-4D8E-4037-8128-55451A8E6197}" presName="textB" presStyleLbl="revTx" presStyleIdx="5" presStyleCnt="6">
        <dgm:presLayoutVars>
          <dgm:bulletEnabled val="1"/>
        </dgm:presLayoutVars>
      </dgm:prSet>
      <dgm:spPr/>
    </dgm:pt>
    <dgm:pt modelId="{92755963-C387-4CB6-ABD9-F8A1024DC220}" type="pres">
      <dgm:prSet presAssocID="{FEE60380-4D8E-4037-8128-55451A8E6197}" presName="circleB" presStyleLbl="node1" presStyleIdx="5" presStyleCnt="6"/>
      <dgm:spPr/>
    </dgm:pt>
    <dgm:pt modelId="{BA6DD9F4-3152-4641-BAE1-E36D86C1A6C5}" type="pres">
      <dgm:prSet presAssocID="{FEE60380-4D8E-4037-8128-55451A8E6197}" presName="spaceB" presStyleCnt="0"/>
      <dgm:spPr/>
    </dgm:pt>
  </dgm:ptLst>
  <dgm:cxnLst>
    <dgm:cxn modelId="{6321C001-A932-43A0-ABDC-5C2E1909CF3B}" srcId="{ECEA961E-B862-478E-9A3D-C16A9D13564B}" destId="{EA2858DF-B004-4490-8C30-3C1F3596825D}" srcOrd="1" destOrd="0" parTransId="{471BDAC9-FE5C-4E07-8EAB-DAA3DF7A5169}" sibTransId="{43A86450-2590-4BF9-A72B-66F4BF26D3A9}"/>
    <dgm:cxn modelId="{8F88B703-E022-4A37-9D90-DED48A6D23D2}" type="presOf" srcId="{FEE60380-4D8E-4037-8128-55451A8E6197}" destId="{E3BE9FB3-30E0-4B4C-88D8-F878A5D671FF}" srcOrd="0" destOrd="0" presId="urn:microsoft.com/office/officeart/2005/8/layout/hProcess11"/>
    <dgm:cxn modelId="{EA8E7004-D3CA-4E35-B632-FEA3B6C1A3EC}" srcId="{73BC4AB8-0493-4FE4-B64F-205E781C7E2A}" destId="{79C3A1DB-EC2B-4D0D-B76F-F0F7353BEDB0}" srcOrd="0" destOrd="0" parTransId="{F5AAE3E7-B9F5-450A-B5D7-3F9BC6861DE2}" sibTransId="{A57CA53C-AF54-4581-872E-F34DFBD905C8}"/>
    <dgm:cxn modelId="{71EB5004-1CEA-4EFC-82AE-30B0294C4D6F}" type="presOf" srcId="{7F26AF05-C60C-4AB3-8AEE-B332A609EBCF}" destId="{F77BBECF-775A-4284-B30C-3D1FFF37F8DF}" srcOrd="0" destOrd="0" presId="urn:microsoft.com/office/officeart/2005/8/layout/hProcess11"/>
    <dgm:cxn modelId="{451DF114-5FCA-4FA6-8DF6-169CCE1C09F1}" type="presOf" srcId="{B1C7626F-FD2B-4E7D-9BE9-C5D1CB62D572}" destId="{5C5C2202-37AE-4984-A3EF-39A3FD6654C8}" srcOrd="0" destOrd="1" presId="urn:microsoft.com/office/officeart/2005/8/layout/hProcess11"/>
    <dgm:cxn modelId="{05BD2021-40EC-453F-A3A3-0C314E09509B}" type="presOf" srcId="{7686B5F2-08D5-48F5-8137-43FB1E67FEDB}" destId="{F77BBECF-775A-4284-B30C-3D1FFF37F8DF}" srcOrd="0" destOrd="1" presId="urn:microsoft.com/office/officeart/2005/8/layout/hProcess11"/>
    <dgm:cxn modelId="{E805F523-EA74-49F7-A41E-3447697B5BA1}" type="presOf" srcId="{79C3A1DB-EC2B-4D0D-B76F-F0F7353BEDB0}" destId="{AD3EA5C2-0E63-461C-AA63-C615F1C03C79}" srcOrd="0" destOrd="1" presId="urn:microsoft.com/office/officeart/2005/8/layout/hProcess11"/>
    <dgm:cxn modelId="{9A7DAD2C-EC87-4896-A0C8-F9DA8B10EC27}" type="presOf" srcId="{EA2858DF-B004-4490-8C30-3C1F3596825D}" destId="{752790BA-D1C1-4993-8B48-66C0BBDE4955}" srcOrd="0" destOrd="0" presId="urn:microsoft.com/office/officeart/2005/8/layout/hProcess11"/>
    <dgm:cxn modelId="{D543385B-D503-4153-B984-EDD09564A3E1}" type="presOf" srcId="{DC1BB20F-09CD-4FC9-8CCB-E230081C7201}" destId="{5C5C2202-37AE-4984-A3EF-39A3FD6654C8}" srcOrd="0" destOrd="0" presId="urn:microsoft.com/office/officeart/2005/8/layout/hProcess11"/>
    <dgm:cxn modelId="{1C9F2E5C-40A7-4208-8387-D55DF29344BC}" srcId="{DC1BB20F-09CD-4FC9-8CCB-E230081C7201}" destId="{B1C7626F-FD2B-4E7D-9BE9-C5D1CB62D572}" srcOrd="0" destOrd="0" parTransId="{ECCEB343-215E-4C43-8F4C-DEC8D7995218}" sibTransId="{126CE008-A46A-48EC-8BEE-AC9A1F1A4846}"/>
    <dgm:cxn modelId="{832E8562-3307-4507-B339-3251099ADA8B}" srcId="{7F26AF05-C60C-4AB3-8AEE-B332A609EBCF}" destId="{7686B5F2-08D5-48F5-8137-43FB1E67FEDB}" srcOrd="0" destOrd="0" parTransId="{4D54AAE5-2313-4CA9-BD34-4D6F42A9365F}" sibTransId="{C04736B7-8197-4473-8BB3-7B09BD177984}"/>
    <dgm:cxn modelId="{78D5AE4E-FF72-4ABE-B7F5-13D3BC9543C2}" type="presOf" srcId="{ECEA961E-B862-478E-9A3D-C16A9D13564B}" destId="{56FC0B8D-ADB8-4B8A-8ED4-B67F4F2E7EFC}" srcOrd="0" destOrd="0" presId="urn:microsoft.com/office/officeart/2005/8/layout/hProcess11"/>
    <dgm:cxn modelId="{E8BCD973-DFBC-42AC-AD2D-1ADF14EC7E38}" type="presOf" srcId="{4C3B489B-B3CF-46AA-8A49-6EBD948AFC64}" destId="{3481C0C9-3128-406F-B5D2-874FC2547930}" srcOrd="0" destOrd="0" presId="urn:microsoft.com/office/officeart/2005/8/layout/hProcess11"/>
    <dgm:cxn modelId="{9C9FE973-2702-4BD7-AE05-7AE00A78B8A2}" type="presOf" srcId="{E0136599-25CD-44A3-AD3C-6DE041E29E21}" destId="{E3BE9FB3-30E0-4B4C-88D8-F878A5D671FF}" srcOrd="0" destOrd="1" presId="urn:microsoft.com/office/officeart/2005/8/layout/hProcess11"/>
    <dgm:cxn modelId="{8D5B9479-B764-4C99-83D7-3C0237ED754D}" srcId="{ECEA961E-B862-478E-9A3D-C16A9D13564B}" destId="{7F26AF05-C60C-4AB3-8AEE-B332A609EBCF}" srcOrd="4" destOrd="0" parTransId="{DE998FCD-57E8-4BD8-B070-E72D084847AE}" sibTransId="{D5C203E6-59E5-469A-943A-B5F4456B063D}"/>
    <dgm:cxn modelId="{48780C7A-385B-4EBA-BD48-79AC55109D81}" type="presOf" srcId="{73BC4AB8-0493-4FE4-B64F-205E781C7E2A}" destId="{AD3EA5C2-0E63-461C-AA63-C615F1C03C79}" srcOrd="0" destOrd="0" presId="urn:microsoft.com/office/officeart/2005/8/layout/hProcess11"/>
    <dgm:cxn modelId="{92D5CE86-5C71-4A42-B60A-94D3914846F8}" srcId="{ECEA961E-B862-478E-9A3D-C16A9D13564B}" destId="{4C3B489B-B3CF-46AA-8A49-6EBD948AFC64}" srcOrd="0" destOrd="0" parTransId="{17107D4C-17B6-475D-86DF-6DEABEBBAAC9}" sibTransId="{295FAA29-4D07-4E30-8CB6-65D9CD8C7C63}"/>
    <dgm:cxn modelId="{49BA6D87-7B91-443B-8326-02A23677B009}" srcId="{FEE60380-4D8E-4037-8128-55451A8E6197}" destId="{E0136599-25CD-44A3-AD3C-6DE041E29E21}" srcOrd="0" destOrd="0" parTransId="{87998C8A-89EF-4225-BF2F-4B9288A68058}" sibTransId="{C4FB2335-D2CF-4470-B9E5-F10C7CD3CD17}"/>
    <dgm:cxn modelId="{7B5E6E96-E232-4EA6-9E2D-F18DC6A99A39}" srcId="{ECEA961E-B862-478E-9A3D-C16A9D13564B}" destId="{73BC4AB8-0493-4FE4-B64F-205E781C7E2A}" srcOrd="3" destOrd="0" parTransId="{68EE313E-6016-42F5-A1CC-A0D872E18402}" sibTransId="{D2A3FFEF-84FD-4B5B-8A2E-B66967A811E0}"/>
    <dgm:cxn modelId="{8BFEC4AC-6E1F-4EE2-A5AE-F62A80A4348B}" srcId="{4C3B489B-B3CF-46AA-8A49-6EBD948AFC64}" destId="{633C44D0-D0B4-47AE-BB6B-A19892A549E0}" srcOrd="0" destOrd="0" parTransId="{BDAC5DE0-A484-412E-9526-D4C10A82A358}" sibTransId="{5359B7A1-E69E-4422-ACD6-05BB7DF641FD}"/>
    <dgm:cxn modelId="{71D13AC5-9387-41BC-8CAA-4AA11C0B4723}" type="presOf" srcId="{633C44D0-D0B4-47AE-BB6B-A19892A549E0}" destId="{3481C0C9-3128-406F-B5D2-874FC2547930}" srcOrd="0" destOrd="1" presId="urn:microsoft.com/office/officeart/2005/8/layout/hProcess11"/>
    <dgm:cxn modelId="{7304A2D9-7BAA-4845-9C6F-BC260B364776}" srcId="{EA2858DF-B004-4490-8C30-3C1F3596825D}" destId="{09D05FAE-92C0-451A-848B-44F7DB814D36}" srcOrd="0" destOrd="0" parTransId="{91A97A4D-C59D-4529-B1D4-21ECE0231AC1}" sibTransId="{BAAC6D37-F908-4ADF-96E2-5FFBFE0A1445}"/>
    <dgm:cxn modelId="{8D456BE3-7901-4303-AD4C-9A2184498441}" srcId="{ECEA961E-B862-478E-9A3D-C16A9D13564B}" destId="{DC1BB20F-09CD-4FC9-8CCB-E230081C7201}" srcOrd="2" destOrd="0" parTransId="{62E5C8ED-9019-475D-A141-735602A7EFAF}" sibTransId="{12A3E0A4-5A40-45A1-AB96-17569C2560A4}"/>
    <dgm:cxn modelId="{3E7FF0E7-F5A5-4234-9DC6-76A64128884B}" srcId="{ECEA961E-B862-478E-9A3D-C16A9D13564B}" destId="{FEE60380-4D8E-4037-8128-55451A8E6197}" srcOrd="5" destOrd="0" parTransId="{5E03894B-8C9E-4FD4-A45B-68213D8C2699}" sibTransId="{133C47E7-DDE8-453D-8AEE-DBFCA3E19D47}"/>
    <dgm:cxn modelId="{7583EDEF-F645-4636-BD13-C53106BC8331}" type="presOf" srcId="{09D05FAE-92C0-451A-848B-44F7DB814D36}" destId="{752790BA-D1C1-4993-8B48-66C0BBDE4955}" srcOrd="0" destOrd="1" presId="urn:microsoft.com/office/officeart/2005/8/layout/hProcess11"/>
    <dgm:cxn modelId="{011DEF87-2EE8-49AC-A5EF-FA271FDE4CEC}" type="presParOf" srcId="{56FC0B8D-ADB8-4B8A-8ED4-B67F4F2E7EFC}" destId="{A40BE624-9C8C-4BAA-A0A0-C88DFBEA038B}" srcOrd="0" destOrd="0" presId="urn:microsoft.com/office/officeart/2005/8/layout/hProcess11"/>
    <dgm:cxn modelId="{75B09C9F-0D2B-4D88-9FFE-17B05F9C2B8B}" type="presParOf" srcId="{56FC0B8D-ADB8-4B8A-8ED4-B67F4F2E7EFC}" destId="{18FF14CE-0CDF-48B9-AFE1-39630FDFD1C9}" srcOrd="1" destOrd="0" presId="urn:microsoft.com/office/officeart/2005/8/layout/hProcess11"/>
    <dgm:cxn modelId="{37EF8220-0946-4DBE-AE47-8A2F76792599}" type="presParOf" srcId="{18FF14CE-0CDF-48B9-AFE1-39630FDFD1C9}" destId="{42BC1BDC-E562-45E8-97A2-A7F1AEED26F0}" srcOrd="0" destOrd="0" presId="urn:microsoft.com/office/officeart/2005/8/layout/hProcess11"/>
    <dgm:cxn modelId="{09C45542-2553-4BD0-B1CD-6F085D1F62AA}" type="presParOf" srcId="{42BC1BDC-E562-45E8-97A2-A7F1AEED26F0}" destId="{3481C0C9-3128-406F-B5D2-874FC2547930}" srcOrd="0" destOrd="0" presId="urn:microsoft.com/office/officeart/2005/8/layout/hProcess11"/>
    <dgm:cxn modelId="{429497AD-69D3-46F2-80A0-3B3A07116AAF}" type="presParOf" srcId="{42BC1BDC-E562-45E8-97A2-A7F1AEED26F0}" destId="{FD399676-0E89-4EC6-A943-E55376C3959B}" srcOrd="1" destOrd="0" presId="urn:microsoft.com/office/officeart/2005/8/layout/hProcess11"/>
    <dgm:cxn modelId="{045CE048-D2E6-4C17-9878-B6FD0A42EF08}" type="presParOf" srcId="{42BC1BDC-E562-45E8-97A2-A7F1AEED26F0}" destId="{0E4DC808-9CF6-4D67-B50B-23E73F733C26}" srcOrd="2" destOrd="0" presId="urn:microsoft.com/office/officeart/2005/8/layout/hProcess11"/>
    <dgm:cxn modelId="{A7794099-A026-4F27-B4B2-46CB0A3880F5}" type="presParOf" srcId="{18FF14CE-0CDF-48B9-AFE1-39630FDFD1C9}" destId="{DA25FEE1-1966-484E-BCFC-8417BEE4BC07}" srcOrd="1" destOrd="0" presId="urn:microsoft.com/office/officeart/2005/8/layout/hProcess11"/>
    <dgm:cxn modelId="{6A22EBB1-E1ED-458F-A143-0F26B9E10F70}" type="presParOf" srcId="{18FF14CE-0CDF-48B9-AFE1-39630FDFD1C9}" destId="{344087D9-8A3A-4EF0-8762-4B85DEAAAE48}" srcOrd="2" destOrd="0" presId="urn:microsoft.com/office/officeart/2005/8/layout/hProcess11"/>
    <dgm:cxn modelId="{869D905C-0DF6-4230-8166-DCEA0C522E09}" type="presParOf" srcId="{344087D9-8A3A-4EF0-8762-4B85DEAAAE48}" destId="{752790BA-D1C1-4993-8B48-66C0BBDE4955}" srcOrd="0" destOrd="0" presId="urn:microsoft.com/office/officeart/2005/8/layout/hProcess11"/>
    <dgm:cxn modelId="{E2E24DB9-A041-4368-939A-B3BAAE01420E}" type="presParOf" srcId="{344087D9-8A3A-4EF0-8762-4B85DEAAAE48}" destId="{15BF1E69-56BD-4C7A-841D-4D0AB787FD5C}" srcOrd="1" destOrd="0" presId="urn:microsoft.com/office/officeart/2005/8/layout/hProcess11"/>
    <dgm:cxn modelId="{86FAEA89-676D-4954-BE54-9871FB240A1F}" type="presParOf" srcId="{344087D9-8A3A-4EF0-8762-4B85DEAAAE48}" destId="{9A057E79-DC31-425E-8521-922EDF9D44C0}" srcOrd="2" destOrd="0" presId="urn:microsoft.com/office/officeart/2005/8/layout/hProcess11"/>
    <dgm:cxn modelId="{69D04436-1676-4C66-A0B4-3AE43B5B5F08}" type="presParOf" srcId="{18FF14CE-0CDF-48B9-AFE1-39630FDFD1C9}" destId="{1F8DBAE7-2C8C-4E23-A4E2-06BC053593AC}" srcOrd="3" destOrd="0" presId="urn:microsoft.com/office/officeart/2005/8/layout/hProcess11"/>
    <dgm:cxn modelId="{1D6175F7-1F77-49A2-97F7-E32FE7749693}" type="presParOf" srcId="{18FF14CE-0CDF-48B9-AFE1-39630FDFD1C9}" destId="{812DEA2B-A6C4-413A-A2E5-77C553B0A17F}" srcOrd="4" destOrd="0" presId="urn:microsoft.com/office/officeart/2005/8/layout/hProcess11"/>
    <dgm:cxn modelId="{A41B617A-C579-45AF-937C-8DE96292101E}" type="presParOf" srcId="{812DEA2B-A6C4-413A-A2E5-77C553B0A17F}" destId="{5C5C2202-37AE-4984-A3EF-39A3FD6654C8}" srcOrd="0" destOrd="0" presId="urn:microsoft.com/office/officeart/2005/8/layout/hProcess11"/>
    <dgm:cxn modelId="{0EBED509-5D38-48BF-B80B-405371FAFE47}" type="presParOf" srcId="{812DEA2B-A6C4-413A-A2E5-77C553B0A17F}" destId="{31E558C9-2C39-4981-B8D5-DB1406E84718}" srcOrd="1" destOrd="0" presId="urn:microsoft.com/office/officeart/2005/8/layout/hProcess11"/>
    <dgm:cxn modelId="{BC92CFF9-B365-4786-B06C-4F5DD532E866}" type="presParOf" srcId="{812DEA2B-A6C4-413A-A2E5-77C553B0A17F}" destId="{82084087-B471-42A4-9F70-9CEA31D9A4C9}" srcOrd="2" destOrd="0" presId="urn:microsoft.com/office/officeart/2005/8/layout/hProcess11"/>
    <dgm:cxn modelId="{E506ECB5-C93A-4C44-AA59-C8CA3D8B08AF}" type="presParOf" srcId="{18FF14CE-0CDF-48B9-AFE1-39630FDFD1C9}" destId="{F45C7024-1B65-4AE6-8834-44D34824A564}" srcOrd="5" destOrd="0" presId="urn:microsoft.com/office/officeart/2005/8/layout/hProcess11"/>
    <dgm:cxn modelId="{B0F76F6C-93FA-4E77-AEE3-92EF026E04ED}" type="presParOf" srcId="{18FF14CE-0CDF-48B9-AFE1-39630FDFD1C9}" destId="{A4EC26BD-8F70-4573-A688-D8015CC33E6F}" srcOrd="6" destOrd="0" presId="urn:microsoft.com/office/officeart/2005/8/layout/hProcess11"/>
    <dgm:cxn modelId="{3BDF7D8C-42F6-4FF8-9287-C5DF1A173317}" type="presParOf" srcId="{A4EC26BD-8F70-4573-A688-D8015CC33E6F}" destId="{AD3EA5C2-0E63-461C-AA63-C615F1C03C79}" srcOrd="0" destOrd="0" presId="urn:microsoft.com/office/officeart/2005/8/layout/hProcess11"/>
    <dgm:cxn modelId="{F257BFCA-79CA-429B-9658-D621C30BD79B}" type="presParOf" srcId="{A4EC26BD-8F70-4573-A688-D8015CC33E6F}" destId="{644F94A9-F1AA-451F-9DBB-29DF2E744D2C}" srcOrd="1" destOrd="0" presId="urn:microsoft.com/office/officeart/2005/8/layout/hProcess11"/>
    <dgm:cxn modelId="{8D0F3DA2-A783-41FD-8CF6-D29349D01BD3}" type="presParOf" srcId="{A4EC26BD-8F70-4573-A688-D8015CC33E6F}" destId="{9332376A-35C2-4F79-B11F-6E7E9D0C8C15}" srcOrd="2" destOrd="0" presId="urn:microsoft.com/office/officeart/2005/8/layout/hProcess11"/>
    <dgm:cxn modelId="{7CE4C4B3-73EF-4C24-8BDD-4DE3B91FC441}" type="presParOf" srcId="{18FF14CE-0CDF-48B9-AFE1-39630FDFD1C9}" destId="{771BDF2F-AD49-4F38-8AB9-F2D4029DA1FA}" srcOrd="7" destOrd="0" presId="urn:microsoft.com/office/officeart/2005/8/layout/hProcess11"/>
    <dgm:cxn modelId="{3CE7555F-23B8-4361-BB87-651FC76AF186}" type="presParOf" srcId="{18FF14CE-0CDF-48B9-AFE1-39630FDFD1C9}" destId="{6973361F-3BE0-41F7-99BD-6FF54DA300F4}" srcOrd="8" destOrd="0" presId="urn:microsoft.com/office/officeart/2005/8/layout/hProcess11"/>
    <dgm:cxn modelId="{5707490A-D5A7-43A9-8D3F-7327ED9E79ED}" type="presParOf" srcId="{6973361F-3BE0-41F7-99BD-6FF54DA300F4}" destId="{F77BBECF-775A-4284-B30C-3D1FFF37F8DF}" srcOrd="0" destOrd="0" presId="urn:microsoft.com/office/officeart/2005/8/layout/hProcess11"/>
    <dgm:cxn modelId="{7C4A390F-4431-422D-832E-4A20177FF9CB}" type="presParOf" srcId="{6973361F-3BE0-41F7-99BD-6FF54DA300F4}" destId="{236449A5-48E8-4E38-8124-14881413529C}" srcOrd="1" destOrd="0" presId="urn:microsoft.com/office/officeart/2005/8/layout/hProcess11"/>
    <dgm:cxn modelId="{937C09C9-42A2-42F0-BE09-A9482240E307}" type="presParOf" srcId="{6973361F-3BE0-41F7-99BD-6FF54DA300F4}" destId="{3399D8B0-82FF-4C4E-B6DC-EAD2AD47A9AA}" srcOrd="2" destOrd="0" presId="urn:microsoft.com/office/officeart/2005/8/layout/hProcess11"/>
    <dgm:cxn modelId="{626DF4A3-7383-41B7-A785-9BA7B6F294AF}" type="presParOf" srcId="{18FF14CE-0CDF-48B9-AFE1-39630FDFD1C9}" destId="{A564E3A3-D3A3-4BA7-A623-10EF612D141D}" srcOrd="9" destOrd="0" presId="urn:microsoft.com/office/officeart/2005/8/layout/hProcess11"/>
    <dgm:cxn modelId="{079206CA-1F67-493A-B307-AF7E33CB1EAC}" type="presParOf" srcId="{18FF14CE-0CDF-48B9-AFE1-39630FDFD1C9}" destId="{8A95A336-1D08-4E14-88C3-66C1BF8AA8EA}" srcOrd="10" destOrd="0" presId="urn:microsoft.com/office/officeart/2005/8/layout/hProcess11"/>
    <dgm:cxn modelId="{A9E25CC0-DAF1-4ED9-A133-F1481A7AEB46}" type="presParOf" srcId="{8A95A336-1D08-4E14-88C3-66C1BF8AA8EA}" destId="{E3BE9FB3-30E0-4B4C-88D8-F878A5D671FF}" srcOrd="0" destOrd="0" presId="urn:microsoft.com/office/officeart/2005/8/layout/hProcess11"/>
    <dgm:cxn modelId="{47AE308F-5019-4477-9819-F44F1F628204}" type="presParOf" srcId="{8A95A336-1D08-4E14-88C3-66C1BF8AA8EA}" destId="{92755963-C387-4CB6-ABD9-F8A1024DC220}" srcOrd="1" destOrd="0" presId="urn:microsoft.com/office/officeart/2005/8/layout/hProcess11"/>
    <dgm:cxn modelId="{3025FF67-4658-4FEB-8D46-C2FEB1F1CF1A}" type="presParOf" srcId="{8A95A336-1D08-4E14-88C3-66C1BF8AA8EA}" destId="{BA6DD9F4-3152-4641-BAE1-E36D86C1A6C5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397647-FAC0-4563-839E-02750E40AF7D}">
      <dsp:nvSpPr>
        <dsp:cNvPr id="0" name=""/>
        <dsp:cNvSpPr/>
      </dsp:nvSpPr>
      <dsp:spPr>
        <a:xfrm>
          <a:off x="0" y="11723"/>
          <a:ext cx="12380659" cy="6177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Introducción</a:t>
          </a:r>
        </a:p>
      </dsp:txBody>
      <dsp:txXfrm>
        <a:off x="30157" y="41880"/>
        <a:ext cx="12320345" cy="557446"/>
      </dsp:txXfrm>
    </dsp:sp>
    <dsp:sp modelId="{F97FA539-10CE-4FB1-B71E-172E778B8AEA}">
      <dsp:nvSpPr>
        <dsp:cNvPr id="0" name=""/>
        <dsp:cNvSpPr/>
      </dsp:nvSpPr>
      <dsp:spPr>
        <a:xfrm>
          <a:off x="0" y="724523"/>
          <a:ext cx="12380659" cy="6177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Descripción general del sistema</a:t>
          </a:r>
        </a:p>
      </dsp:txBody>
      <dsp:txXfrm>
        <a:off x="30157" y="754680"/>
        <a:ext cx="12320345" cy="557446"/>
      </dsp:txXfrm>
    </dsp:sp>
    <dsp:sp modelId="{424BD861-D215-4912-912E-CAB1079C314B}">
      <dsp:nvSpPr>
        <dsp:cNvPr id="0" name=""/>
        <dsp:cNvSpPr/>
      </dsp:nvSpPr>
      <dsp:spPr>
        <a:xfrm>
          <a:off x="0" y="1437323"/>
          <a:ext cx="12380659" cy="6177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Concepto de Operación</a:t>
          </a:r>
        </a:p>
      </dsp:txBody>
      <dsp:txXfrm>
        <a:off x="30157" y="1467480"/>
        <a:ext cx="12320345" cy="557446"/>
      </dsp:txXfrm>
    </dsp:sp>
    <dsp:sp modelId="{4A05A56F-66C5-49E6-8191-FA35521B3546}">
      <dsp:nvSpPr>
        <dsp:cNvPr id="0" name=""/>
        <dsp:cNvSpPr/>
      </dsp:nvSpPr>
      <dsp:spPr>
        <a:xfrm>
          <a:off x="0" y="2150123"/>
          <a:ext cx="12380659" cy="6177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Arquitectura funcional de la carga útil</a:t>
          </a:r>
        </a:p>
      </dsp:txBody>
      <dsp:txXfrm>
        <a:off x="30157" y="2180280"/>
        <a:ext cx="12320345" cy="557446"/>
      </dsp:txXfrm>
    </dsp:sp>
    <dsp:sp modelId="{18C07FBE-CA4E-4DAD-AE64-DC6917989DDE}">
      <dsp:nvSpPr>
        <dsp:cNvPr id="0" name=""/>
        <dsp:cNvSpPr/>
      </dsp:nvSpPr>
      <dsp:spPr>
        <a:xfrm>
          <a:off x="0" y="2862923"/>
          <a:ext cx="12380659" cy="6177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Restricciones del sistema</a:t>
          </a:r>
        </a:p>
      </dsp:txBody>
      <dsp:txXfrm>
        <a:off x="30157" y="2893080"/>
        <a:ext cx="12320345" cy="557446"/>
      </dsp:txXfrm>
    </dsp:sp>
    <dsp:sp modelId="{C480E71F-C450-40B8-A6A3-5DC1B2F44E1F}">
      <dsp:nvSpPr>
        <dsp:cNvPr id="0" name=""/>
        <dsp:cNvSpPr/>
      </dsp:nvSpPr>
      <dsp:spPr>
        <a:xfrm>
          <a:off x="0" y="3575723"/>
          <a:ext cx="12380659" cy="6177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Pasos futuros</a:t>
          </a:r>
        </a:p>
      </dsp:txBody>
      <dsp:txXfrm>
        <a:off x="30157" y="3605880"/>
        <a:ext cx="12320345" cy="5574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A5FF7-B456-4083-AA53-DA7A7D74F42D}">
      <dsp:nvSpPr>
        <dsp:cNvPr id="0" name=""/>
        <dsp:cNvSpPr/>
      </dsp:nvSpPr>
      <dsp:spPr>
        <a:xfrm>
          <a:off x="0" y="41709"/>
          <a:ext cx="10134601" cy="8985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b="0" i="0" kern="1200" baseline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Necesidad de conectividad en zonas remotas de Chile</a:t>
          </a:r>
          <a:endParaRPr lang="es-CL" sz="3200" kern="120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>
        <a:off x="43864" y="85573"/>
        <a:ext cx="10046873" cy="810832"/>
      </dsp:txXfrm>
    </dsp:sp>
    <dsp:sp modelId="{4D6D2758-2F44-4E06-97EE-6C6837CB411B}">
      <dsp:nvSpPr>
        <dsp:cNvPr id="0" name=""/>
        <dsp:cNvSpPr/>
      </dsp:nvSpPr>
      <dsp:spPr>
        <a:xfrm>
          <a:off x="0" y="1078509"/>
          <a:ext cx="10134601" cy="8985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b="0" i="0" kern="1200" baseline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Limitaciones de infraestructura terrestre</a:t>
          </a:r>
          <a:endParaRPr lang="es-CL" sz="3200" kern="120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>
        <a:off x="43864" y="1122373"/>
        <a:ext cx="10046873" cy="810832"/>
      </dsp:txXfrm>
    </dsp:sp>
    <dsp:sp modelId="{137384E5-5A89-4D5F-BAA8-6220012AA097}">
      <dsp:nvSpPr>
        <dsp:cNvPr id="0" name=""/>
        <dsp:cNvSpPr/>
      </dsp:nvSpPr>
      <dsp:spPr>
        <a:xfrm>
          <a:off x="0" y="2115310"/>
          <a:ext cx="10134601" cy="8985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b="0" i="0" kern="1200" baseline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Interés nacional en desarrollar capacidades espaciales</a:t>
          </a:r>
          <a:endParaRPr lang="es-CL" sz="3200" kern="120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>
        <a:off x="43864" y="2159174"/>
        <a:ext cx="10046873" cy="810832"/>
      </dsp:txXfrm>
    </dsp:sp>
    <dsp:sp modelId="{63F40949-B1EF-476A-A046-3615712BC77F}">
      <dsp:nvSpPr>
        <dsp:cNvPr id="0" name=""/>
        <dsp:cNvSpPr/>
      </dsp:nvSpPr>
      <dsp:spPr>
        <a:xfrm>
          <a:off x="0" y="3152109"/>
          <a:ext cx="10134601" cy="8985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kern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Colaboración estratégica entre DTS e INVAP</a:t>
          </a:r>
        </a:p>
      </dsp:txBody>
      <dsp:txXfrm>
        <a:off x="43864" y="3195973"/>
        <a:ext cx="10046873" cy="8108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EFAFC-8FF5-49F5-86B5-084623327F90}">
      <dsp:nvSpPr>
        <dsp:cNvPr id="0" name=""/>
        <dsp:cNvSpPr/>
      </dsp:nvSpPr>
      <dsp:spPr>
        <a:xfrm>
          <a:off x="0" y="41709"/>
          <a:ext cx="12380659" cy="8985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b="0" i="0" kern="1200" baseline="0" dirty="0">
              <a:latin typeface="Lato" panose="020F0502020204030203" pitchFamily="34" charset="0"/>
              <a:cs typeface="Lato" panose="020F0502020204030203" pitchFamily="34" charset="0"/>
            </a:rPr>
            <a:t>Misión de carácter experimental</a:t>
          </a:r>
          <a:endParaRPr lang="es-CL" sz="3200" kern="1200" dirty="0">
            <a:latin typeface="Lato" panose="020F0502020204030203" pitchFamily="34" charset="0"/>
            <a:cs typeface="Lato" panose="020F0502020204030203" pitchFamily="34" charset="0"/>
          </a:endParaRPr>
        </a:p>
      </dsp:txBody>
      <dsp:txXfrm>
        <a:off x="43864" y="85573"/>
        <a:ext cx="12292931" cy="810832"/>
      </dsp:txXfrm>
    </dsp:sp>
    <dsp:sp modelId="{59E8C64F-DA63-483E-9B7F-46748DC9C1E9}">
      <dsp:nvSpPr>
        <dsp:cNvPr id="0" name=""/>
        <dsp:cNvSpPr/>
      </dsp:nvSpPr>
      <dsp:spPr>
        <a:xfrm>
          <a:off x="0" y="1078509"/>
          <a:ext cx="12380659" cy="8985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b="0" i="0" kern="1200" baseline="0" dirty="0">
              <a:latin typeface="Lato" panose="020F0502020204030203" pitchFamily="34" charset="0"/>
              <a:cs typeface="Lato" panose="020F0502020204030203" pitchFamily="34" charset="0"/>
            </a:rPr>
            <a:t>Validar concepto de Store &amp; Forward satelital</a:t>
          </a:r>
          <a:endParaRPr lang="es-CL" sz="3200" kern="1200" dirty="0">
            <a:latin typeface="Lato" panose="020F0502020204030203" pitchFamily="34" charset="0"/>
            <a:cs typeface="Lato" panose="020F0502020204030203" pitchFamily="34" charset="0"/>
          </a:endParaRPr>
        </a:p>
      </dsp:txBody>
      <dsp:txXfrm>
        <a:off x="43864" y="1122373"/>
        <a:ext cx="12292931" cy="810832"/>
      </dsp:txXfrm>
    </dsp:sp>
    <dsp:sp modelId="{B35FE9CF-E9ED-4741-8545-57087B5EC4A1}">
      <dsp:nvSpPr>
        <dsp:cNvPr id="0" name=""/>
        <dsp:cNvSpPr/>
      </dsp:nvSpPr>
      <dsp:spPr>
        <a:xfrm>
          <a:off x="0" y="2115310"/>
          <a:ext cx="12380659" cy="8985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b="0" i="0" kern="1200" baseline="0" dirty="0">
              <a:latin typeface="Lato" panose="020F0502020204030203" pitchFamily="34" charset="0"/>
              <a:cs typeface="Lato" panose="020F0502020204030203" pitchFamily="34" charset="0"/>
            </a:rPr>
            <a:t>Integración en satélite CubeSat 12U en órbita LEO</a:t>
          </a:r>
          <a:endParaRPr lang="es-CL" sz="3200" kern="1200" dirty="0">
            <a:latin typeface="Lato" panose="020F0502020204030203" pitchFamily="34" charset="0"/>
            <a:cs typeface="Lato" panose="020F0502020204030203" pitchFamily="34" charset="0"/>
          </a:endParaRPr>
        </a:p>
      </dsp:txBody>
      <dsp:txXfrm>
        <a:off x="43864" y="2159174"/>
        <a:ext cx="12292931" cy="810832"/>
      </dsp:txXfrm>
    </dsp:sp>
    <dsp:sp modelId="{A6D248BF-07DC-4093-BA40-DEF4E4939416}">
      <dsp:nvSpPr>
        <dsp:cNvPr id="0" name=""/>
        <dsp:cNvSpPr/>
      </dsp:nvSpPr>
      <dsp:spPr>
        <a:xfrm>
          <a:off x="0" y="3152109"/>
          <a:ext cx="12380659" cy="8985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b="0" i="0" kern="1200" baseline="0" dirty="0">
              <a:latin typeface="Lato" panose="020F0502020204030203" pitchFamily="34" charset="0"/>
              <a:cs typeface="Lato" panose="020F0502020204030203" pitchFamily="34" charset="0"/>
            </a:rPr>
            <a:t>Proyecto en fase conceptual</a:t>
          </a:r>
          <a:endParaRPr lang="es-CL" sz="3200" kern="1200" dirty="0">
            <a:latin typeface="Lato" panose="020F0502020204030203" pitchFamily="34" charset="0"/>
            <a:cs typeface="Lato" panose="020F0502020204030203" pitchFamily="34" charset="0"/>
          </a:endParaRPr>
        </a:p>
      </dsp:txBody>
      <dsp:txXfrm>
        <a:off x="43864" y="3195973"/>
        <a:ext cx="12292931" cy="8108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FA6ED-A1E2-41BC-8693-B77A37D54CA8}">
      <dsp:nvSpPr>
        <dsp:cNvPr id="0" name=""/>
        <dsp:cNvSpPr/>
      </dsp:nvSpPr>
      <dsp:spPr>
        <a:xfrm>
          <a:off x="0" y="0"/>
          <a:ext cx="8698929" cy="8985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b="0" i="0" kern="1200" baseline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Sistema de comunicaciones Store &amp; Forward</a:t>
          </a:r>
          <a:endParaRPr lang="es-CL" sz="3200" kern="120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>
        <a:off x="43864" y="43864"/>
        <a:ext cx="8611201" cy="810832"/>
      </dsp:txXfrm>
    </dsp:sp>
    <dsp:sp modelId="{501E2246-F0A4-4560-B9B1-D78CC5E7A2EF}">
      <dsp:nvSpPr>
        <dsp:cNvPr id="0" name=""/>
        <dsp:cNvSpPr/>
      </dsp:nvSpPr>
      <dsp:spPr>
        <a:xfrm>
          <a:off x="0" y="1053719"/>
          <a:ext cx="8698929" cy="8985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b="0" i="0" kern="1200" baseline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Enlace entre:</a:t>
          </a:r>
          <a:endParaRPr lang="es-CL" sz="3200" kern="120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>
        <a:off x="43864" y="1097583"/>
        <a:ext cx="8611201" cy="810832"/>
      </dsp:txXfrm>
    </dsp:sp>
    <dsp:sp modelId="{6BDDA66F-1EA1-47BB-B59E-5D6A30BBE9E2}">
      <dsp:nvSpPr>
        <dsp:cNvPr id="0" name=""/>
        <dsp:cNvSpPr/>
      </dsp:nvSpPr>
      <dsp:spPr>
        <a:xfrm>
          <a:off x="0" y="1952280"/>
          <a:ext cx="8698929" cy="1018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6191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b="0" i="0" kern="1200" baseline="0" dirty="0"/>
            <a:t>Estaciones meteorológicas / sismológicas remotas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b="0" i="0" kern="1200" baseline="0" dirty="0"/>
            <a:t>Satélite en órbita LEO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b="0" i="0" kern="1200" baseline="0" dirty="0"/>
            <a:t>Estaciones terrenas</a:t>
          </a:r>
          <a:endParaRPr lang="es-CL" sz="2000" kern="1200" dirty="0"/>
        </a:p>
      </dsp:txBody>
      <dsp:txXfrm>
        <a:off x="0" y="1952280"/>
        <a:ext cx="8698929" cy="1018440"/>
      </dsp:txXfrm>
    </dsp:sp>
    <dsp:sp modelId="{0902A8AA-513E-4958-AB74-2850B5059574}">
      <dsp:nvSpPr>
        <dsp:cNvPr id="0" name=""/>
        <dsp:cNvSpPr/>
      </dsp:nvSpPr>
      <dsp:spPr>
        <a:xfrm>
          <a:off x="0" y="2970720"/>
          <a:ext cx="8698929" cy="89856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b="0" i="0" kern="1200" baseline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El satélite actúa como nodo intermedio</a:t>
          </a:r>
          <a:endParaRPr lang="es-CL" sz="3200" kern="1200" dirty="0">
            <a:latin typeface="Lato" panose="020F0502020204030203" pitchFamily="34" charset="0"/>
            <a:ea typeface="Lato" panose="020F0502020204030203" pitchFamily="34" charset="0"/>
            <a:cs typeface="Lato" panose="020F0502020204030203" pitchFamily="34" charset="0"/>
          </a:endParaRPr>
        </a:p>
      </dsp:txBody>
      <dsp:txXfrm>
        <a:off x="43864" y="3014584"/>
        <a:ext cx="8611201" cy="8108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91B5D7-B86A-446D-90C8-C5A991815E04}">
      <dsp:nvSpPr>
        <dsp:cNvPr id="0" name=""/>
        <dsp:cNvSpPr/>
      </dsp:nvSpPr>
      <dsp:spPr>
        <a:xfrm>
          <a:off x="0" y="13027"/>
          <a:ext cx="12380659" cy="93600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kern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¿Qué es el sistema?</a:t>
          </a:r>
        </a:p>
      </dsp:txBody>
      <dsp:txXfrm>
        <a:off x="45692" y="58719"/>
        <a:ext cx="12289275" cy="844616"/>
      </dsp:txXfrm>
    </dsp:sp>
    <dsp:sp modelId="{18EFCA85-7C33-497D-81F4-F75516CF20C9}">
      <dsp:nvSpPr>
        <dsp:cNvPr id="0" name=""/>
        <dsp:cNvSpPr/>
      </dsp:nvSpPr>
      <dsp:spPr>
        <a:xfrm>
          <a:off x="0" y="949027"/>
          <a:ext cx="12380659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08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kern="1200" dirty="0">
              <a:latin typeface="+mn-lt"/>
              <a:ea typeface="Lato" panose="020F0502020204030203" pitchFamily="34" charset="0"/>
              <a:cs typeface="Lato" panose="020F0502020204030203" pitchFamily="34" charset="0"/>
            </a:rPr>
            <a:t>Carga útil Store &amp; Forward para plataforma satelital CubeSat 12U.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kern="1200" dirty="0">
              <a:latin typeface="+mn-lt"/>
              <a:ea typeface="Lato" panose="020F0502020204030203" pitchFamily="34" charset="0"/>
              <a:cs typeface="Lato" panose="020F0502020204030203" pitchFamily="34" charset="0"/>
            </a:rPr>
            <a:t>Sistema comunicaciones satelitales bidireccional de bajo consumo y almacenamiento temporal.</a:t>
          </a:r>
        </a:p>
      </dsp:txBody>
      <dsp:txXfrm>
        <a:off x="0" y="949027"/>
        <a:ext cx="12380659" cy="828000"/>
      </dsp:txXfrm>
    </dsp:sp>
    <dsp:sp modelId="{6A104C9B-2BB2-4BBE-BD23-12ED45F44706}">
      <dsp:nvSpPr>
        <dsp:cNvPr id="0" name=""/>
        <dsp:cNvSpPr/>
      </dsp:nvSpPr>
      <dsp:spPr>
        <a:xfrm>
          <a:off x="0" y="1777028"/>
          <a:ext cx="12380659" cy="93600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kern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¿Por qué se desarrolla?</a:t>
          </a:r>
        </a:p>
      </dsp:txBody>
      <dsp:txXfrm>
        <a:off x="45692" y="1822720"/>
        <a:ext cx="12289275" cy="844616"/>
      </dsp:txXfrm>
    </dsp:sp>
    <dsp:sp modelId="{0964020D-8D23-42FD-8B88-832AA13CE11B}">
      <dsp:nvSpPr>
        <dsp:cNvPr id="0" name=""/>
        <dsp:cNvSpPr/>
      </dsp:nvSpPr>
      <dsp:spPr>
        <a:xfrm>
          <a:off x="0" y="2713028"/>
          <a:ext cx="12380659" cy="1086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08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kern="1200" dirty="0">
              <a:latin typeface="+mn-lt"/>
              <a:ea typeface="Lato" panose="020F0502020204030203" pitchFamily="34" charset="0"/>
              <a:cs typeface="Lato" panose="020F0502020204030203" pitchFamily="34" charset="0"/>
            </a:rPr>
            <a:t>Resolver falta de conectividad en zonas remotas.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kern="1200" dirty="0">
              <a:latin typeface="+mn-lt"/>
              <a:ea typeface="Lato" panose="020F0502020204030203" pitchFamily="34" charset="0"/>
              <a:cs typeface="Lato" panose="020F0502020204030203" pitchFamily="34" charset="0"/>
            </a:rPr>
            <a:t>Soberanía y autonomía nacional en el sistema de comunicaciones.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kern="1200" dirty="0">
              <a:latin typeface="+mn-lt"/>
              <a:ea typeface="Lato" panose="020F0502020204030203" pitchFamily="34" charset="0"/>
              <a:cs typeface="Lato" panose="020F0502020204030203" pitchFamily="34" charset="0"/>
            </a:rPr>
            <a:t>Desarrollar conocimiento técnico en el desarrollo de tecnologías espaciales</a:t>
          </a:r>
          <a:r>
            <a:rPr lang="es-CL" sz="2400" kern="1200" dirty="0">
              <a:latin typeface="+mn-lt"/>
              <a:ea typeface="Lato" panose="020F0502020204030203" pitchFamily="34" charset="0"/>
              <a:cs typeface="Lato" panose="020F0502020204030203" pitchFamily="34" charset="0"/>
            </a:rPr>
            <a:t>.</a:t>
          </a:r>
        </a:p>
      </dsp:txBody>
      <dsp:txXfrm>
        <a:off x="0" y="2713028"/>
        <a:ext cx="12380659" cy="1086750"/>
      </dsp:txXfrm>
    </dsp:sp>
    <dsp:sp modelId="{DCFF43CF-6F55-4C88-A02C-FF0A0C20B365}">
      <dsp:nvSpPr>
        <dsp:cNvPr id="0" name=""/>
        <dsp:cNvSpPr/>
      </dsp:nvSpPr>
      <dsp:spPr>
        <a:xfrm>
          <a:off x="0" y="3799778"/>
          <a:ext cx="12380659" cy="93600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kern="1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rPr>
            <a:t>¿Quiénes participan y se benefician?</a:t>
          </a:r>
        </a:p>
      </dsp:txBody>
      <dsp:txXfrm>
        <a:off x="45692" y="3845470"/>
        <a:ext cx="12289275" cy="844616"/>
      </dsp:txXfrm>
    </dsp:sp>
    <dsp:sp modelId="{0A1E7F03-0EDD-4515-B698-9600BC08EFCE}">
      <dsp:nvSpPr>
        <dsp:cNvPr id="0" name=""/>
        <dsp:cNvSpPr/>
      </dsp:nvSpPr>
      <dsp:spPr>
        <a:xfrm>
          <a:off x="0" y="4735777"/>
          <a:ext cx="12380659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08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kern="1200" dirty="0">
              <a:latin typeface="+mn-lt"/>
              <a:ea typeface="Lato" panose="020F0502020204030203" pitchFamily="34" charset="0"/>
              <a:cs typeface="Lato" panose="020F0502020204030203" pitchFamily="34" charset="0"/>
            </a:rPr>
            <a:t>Participan DTS, como desarrollador, e INVAP, como contraparte.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kern="1200" dirty="0">
              <a:latin typeface="+mn-lt"/>
              <a:ea typeface="Lato" panose="020F0502020204030203" pitchFamily="34" charset="0"/>
              <a:cs typeface="Lato" panose="020F0502020204030203" pitchFamily="34" charset="0"/>
            </a:rPr>
            <a:t>Usuarios potenciales, como centros meteorológicos e investigación.</a:t>
          </a:r>
        </a:p>
      </dsp:txBody>
      <dsp:txXfrm>
        <a:off x="0" y="4735777"/>
        <a:ext cx="12380659" cy="828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FCB87B-A674-475A-BE18-1999C5F4D60B}">
      <dsp:nvSpPr>
        <dsp:cNvPr id="0" name=""/>
        <dsp:cNvSpPr/>
      </dsp:nvSpPr>
      <dsp:spPr>
        <a:xfrm>
          <a:off x="0" y="14203"/>
          <a:ext cx="12380659" cy="93600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kern="1200" dirty="0">
              <a:latin typeface="Lato" panose="020F0502020204030203" pitchFamily="34" charset="0"/>
              <a:cs typeface="Lato" panose="020F0502020204030203" pitchFamily="34" charset="0"/>
            </a:rPr>
            <a:t>¿Dónde opera el sistema?</a:t>
          </a:r>
        </a:p>
      </dsp:txBody>
      <dsp:txXfrm>
        <a:off x="45692" y="59895"/>
        <a:ext cx="12289275" cy="844616"/>
      </dsp:txXfrm>
    </dsp:sp>
    <dsp:sp modelId="{F0956B30-89DF-4D09-8F50-BCC8072FD293}">
      <dsp:nvSpPr>
        <dsp:cNvPr id="0" name=""/>
        <dsp:cNvSpPr/>
      </dsp:nvSpPr>
      <dsp:spPr>
        <a:xfrm>
          <a:off x="0" y="928608"/>
          <a:ext cx="12380659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08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kern="1200" dirty="0"/>
            <a:t>El sistema operará en una orbita terrestre baja (LEO).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kern="1200" dirty="0"/>
            <a:t>El servicio está diseñado para cubrir la totalidad del territorio chileno.</a:t>
          </a:r>
        </a:p>
      </dsp:txBody>
      <dsp:txXfrm>
        <a:off x="0" y="928608"/>
        <a:ext cx="12380659" cy="828000"/>
      </dsp:txXfrm>
    </dsp:sp>
    <dsp:sp modelId="{16005F23-A7FC-4606-A202-DEE13917D894}">
      <dsp:nvSpPr>
        <dsp:cNvPr id="0" name=""/>
        <dsp:cNvSpPr/>
      </dsp:nvSpPr>
      <dsp:spPr>
        <a:xfrm>
          <a:off x="0" y="1766802"/>
          <a:ext cx="12380659" cy="93600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kern="1200" dirty="0">
              <a:latin typeface="Lato" panose="020F0502020204030203" pitchFamily="34" charset="0"/>
              <a:cs typeface="Lato" panose="020F0502020204030203" pitchFamily="34" charset="0"/>
            </a:rPr>
            <a:t>¿Cuándo opera el sistema?</a:t>
          </a:r>
        </a:p>
      </dsp:txBody>
      <dsp:txXfrm>
        <a:off x="45692" y="1812494"/>
        <a:ext cx="12289275" cy="844616"/>
      </dsp:txXfrm>
    </dsp:sp>
    <dsp:sp modelId="{927236BC-682C-4E12-85D4-848717BF5886}">
      <dsp:nvSpPr>
        <dsp:cNvPr id="0" name=""/>
        <dsp:cNvSpPr/>
      </dsp:nvSpPr>
      <dsp:spPr>
        <a:xfrm>
          <a:off x="0" y="2681207"/>
          <a:ext cx="12380659" cy="82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08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kern="1200" dirty="0"/>
            <a:t>El proyecto tiene una ventana de desarrollo de 2 años (2026-2028).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kern="1200" dirty="0"/>
            <a:t>Vida útil de 5 años.</a:t>
          </a:r>
        </a:p>
      </dsp:txBody>
      <dsp:txXfrm>
        <a:off x="0" y="2681207"/>
        <a:ext cx="12380659" cy="828000"/>
      </dsp:txXfrm>
    </dsp:sp>
    <dsp:sp modelId="{9CA19AED-B30E-4F48-9F94-843E4BBD43DE}">
      <dsp:nvSpPr>
        <dsp:cNvPr id="0" name=""/>
        <dsp:cNvSpPr/>
      </dsp:nvSpPr>
      <dsp:spPr>
        <a:xfrm>
          <a:off x="0" y="3519406"/>
          <a:ext cx="12380659" cy="93600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200" kern="1200" dirty="0">
              <a:latin typeface="Lato" panose="020F0502020204030203" pitchFamily="34" charset="0"/>
              <a:cs typeface="Lato" panose="020F0502020204030203" pitchFamily="34" charset="0"/>
            </a:rPr>
            <a:t>¿Cómo opera el sistema?</a:t>
          </a:r>
        </a:p>
      </dsp:txBody>
      <dsp:txXfrm>
        <a:off x="45692" y="3565098"/>
        <a:ext cx="12289275" cy="844616"/>
      </dsp:txXfrm>
    </dsp:sp>
    <dsp:sp modelId="{DC741061-6F4B-4D5E-A715-243E879ECDB9}">
      <dsp:nvSpPr>
        <dsp:cNvPr id="0" name=""/>
        <dsp:cNvSpPr/>
      </dsp:nvSpPr>
      <dsp:spPr>
        <a:xfrm>
          <a:off x="0" y="4433807"/>
          <a:ext cx="12380659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086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kern="1200" dirty="0"/>
            <a:t>Estación remota transmite un mensaje con la información recolectada.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kern="1200" dirty="0"/>
            <a:t>El mensaje es recibido y almacenado en una memoria no volátil dentro de la carga útil.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CL" sz="2000" kern="1200" dirty="0"/>
            <a:t>El mensaje es transmitido a una estación terrena cuando existe una conexión.</a:t>
          </a:r>
        </a:p>
      </dsp:txBody>
      <dsp:txXfrm>
        <a:off x="0" y="4433807"/>
        <a:ext cx="12380659" cy="1035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04F25A-C4E7-48B8-A9CF-A13A77E816D9}">
      <dsp:nvSpPr>
        <dsp:cNvPr id="0" name=""/>
        <dsp:cNvSpPr/>
      </dsp:nvSpPr>
      <dsp:spPr>
        <a:xfrm>
          <a:off x="3582977" y="1261444"/>
          <a:ext cx="7903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90327" y="45720"/>
              </a:lnTo>
            </a:path>
          </a:pathLst>
        </a:custGeom>
        <a:noFill/>
        <a:ln w="19050" cap="flat" cmpd="sng" algn="ctr">
          <a:solidFill>
            <a:schemeClr val="tx1">
              <a:lumMod val="95000"/>
              <a:lumOff val="500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dirty="0"/>
        </a:p>
      </dsp:txBody>
      <dsp:txXfrm>
        <a:off x="3957617" y="1303055"/>
        <a:ext cx="41046" cy="8217"/>
      </dsp:txXfrm>
    </dsp:sp>
    <dsp:sp modelId="{C694A396-8120-4C53-9B2F-874647053F99}">
      <dsp:nvSpPr>
        <dsp:cNvPr id="0" name=""/>
        <dsp:cNvSpPr/>
      </dsp:nvSpPr>
      <dsp:spPr>
        <a:xfrm>
          <a:off x="15527" y="236389"/>
          <a:ext cx="3569249" cy="2141549"/>
        </a:xfrm>
        <a:prstGeom prst="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Recepción RF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Antena banda L o UHF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Amplificadores</a:t>
          </a:r>
        </a:p>
      </dsp:txBody>
      <dsp:txXfrm>
        <a:off x="15527" y="236389"/>
        <a:ext cx="3569249" cy="2141549"/>
      </dsp:txXfrm>
    </dsp:sp>
    <dsp:sp modelId="{DFC09724-F23F-4D0F-8E1B-0DCE7495846B}">
      <dsp:nvSpPr>
        <dsp:cNvPr id="0" name=""/>
        <dsp:cNvSpPr/>
      </dsp:nvSpPr>
      <dsp:spPr>
        <a:xfrm>
          <a:off x="7973154" y="1261444"/>
          <a:ext cx="7903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90327" y="45720"/>
              </a:lnTo>
            </a:path>
          </a:pathLst>
        </a:custGeom>
        <a:noFill/>
        <a:ln w="19050" cap="flat" cmpd="sng" algn="ctr">
          <a:solidFill>
            <a:schemeClr val="tx1">
              <a:lumMod val="95000"/>
              <a:lumOff val="500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dirty="0"/>
        </a:p>
      </dsp:txBody>
      <dsp:txXfrm>
        <a:off x="8347795" y="1303055"/>
        <a:ext cx="41046" cy="8217"/>
      </dsp:txXfrm>
    </dsp:sp>
    <dsp:sp modelId="{4B96779E-BF7F-4E4E-9A7F-225A644D6A05}">
      <dsp:nvSpPr>
        <dsp:cNvPr id="0" name=""/>
        <dsp:cNvSpPr/>
      </dsp:nvSpPr>
      <dsp:spPr>
        <a:xfrm>
          <a:off x="4405704" y="236389"/>
          <a:ext cx="3569249" cy="2141549"/>
        </a:xfrm>
        <a:prstGeom prst="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Demodulación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Demodulación BPSK o QPSK</a:t>
          </a:r>
        </a:p>
      </dsp:txBody>
      <dsp:txXfrm>
        <a:off x="4405704" y="236389"/>
        <a:ext cx="3569249" cy="2141549"/>
      </dsp:txXfrm>
    </dsp:sp>
    <dsp:sp modelId="{BBB92ED2-1593-4E91-9540-826D58891931}">
      <dsp:nvSpPr>
        <dsp:cNvPr id="0" name=""/>
        <dsp:cNvSpPr/>
      </dsp:nvSpPr>
      <dsp:spPr>
        <a:xfrm>
          <a:off x="1800152" y="2376139"/>
          <a:ext cx="8780354" cy="790327"/>
        </a:xfrm>
        <a:custGeom>
          <a:avLst/>
          <a:gdLst/>
          <a:ahLst/>
          <a:cxnLst/>
          <a:rect l="0" t="0" r="0" b="0"/>
          <a:pathLst>
            <a:path>
              <a:moveTo>
                <a:pt x="8780354" y="0"/>
              </a:moveTo>
              <a:lnTo>
                <a:pt x="8780354" y="412263"/>
              </a:lnTo>
              <a:lnTo>
                <a:pt x="0" y="412263"/>
              </a:lnTo>
              <a:lnTo>
                <a:pt x="0" y="790327"/>
              </a:lnTo>
            </a:path>
          </a:pathLst>
        </a:custGeom>
        <a:noFill/>
        <a:ln w="19050" cap="flat" cmpd="sng" algn="ctr">
          <a:solidFill>
            <a:schemeClr val="tx1">
              <a:lumMod val="95000"/>
              <a:lumOff val="500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dirty="0"/>
        </a:p>
      </dsp:txBody>
      <dsp:txXfrm>
        <a:off x="5969863" y="2767194"/>
        <a:ext cx="440932" cy="8217"/>
      </dsp:txXfrm>
    </dsp:sp>
    <dsp:sp modelId="{C2208035-64CA-4C2C-9AD8-85C8C19C8788}">
      <dsp:nvSpPr>
        <dsp:cNvPr id="0" name=""/>
        <dsp:cNvSpPr/>
      </dsp:nvSpPr>
      <dsp:spPr>
        <a:xfrm>
          <a:off x="8795881" y="236389"/>
          <a:ext cx="3569249" cy="2141549"/>
        </a:xfrm>
        <a:prstGeom prst="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Almacenamiento no volátil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Sobreescritura de datos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Mantener integridad de los datos</a:t>
          </a:r>
        </a:p>
      </dsp:txBody>
      <dsp:txXfrm>
        <a:off x="8795881" y="236389"/>
        <a:ext cx="3569249" cy="2141549"/>
      </dsp:txXfrm>
    </dsp:sp>
    <dsp:sp modelId="{5BA4FF3C-95ED-42B0-96D5-83BD551760F3}">
      <dsp:nvSpPr>
        <dsp:cNvPr id="0" name=""/>
        <dsp:cNvSpPr/>
      </dsp:nvSpPr>
      <dsp:spPr>
        <a:xfrm>
          <a:off x="3582977" y="4223921"/>
          <a:ext cx="79032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90327" y="45720"/>
              </a:lnTo>
            </a:path>
          </a:pathLst>
        </a:custGeom>
        <a:noFill/>
        <a:ln w="19050" cap="flat" cmpd="sng" algn="ctr">
          <a:solidFill>
            <a:schemeClr val="tx1">
              <a:lumMod val="95000"/>
              <a:lumOff val="500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 dirty="0"/>
        </a:p>
      </dsp:txBody>
      <dsp:txXfrm>
        <a:off x="3957617" y="4265533"/>
        <a:ext cx="41046" cy="8217"/>
      </dsp:txXfrm>
    </dsp:sp>
    <dsp:sp modelId="{0A3C2B49-4150-456B-9E6F-761645037C47}">
      <dsp:nvSpPr>
        <dsp:cNvPr id="0" name=""/>
        <dsp:cNvSpPr/>
      </dsp:nvSpPr>
      <dsp:spPr>
        <a:xfrm>
          <a:off x="15527" y="3198866"/>
          <a:ext cx="3569249" cy="2141549"/>
        </a:xfrm>
        <a:prstGeom prst="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Comando del OBC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300" kern="1200" dirty="0"/>
            <a:t> </a:t>
          </a:r>
          <a:r>
            <a:rPr lang="es-CL" sz="2000" kern="1200" dirty="0"/>
            <a:t>Control de transmisión</a:t>
          </a:r>
        </a:p>
      </dsp:txBody>
      <dsp:txXfrm>
        <a:off x="15527" y="3198866"/>
        <a:ext cx="3569249" cy="2141549"/>
      </dsp:txXfrm>
    </dsp:sp>
    <dsp:sp modelId="{3B46C96F-AF93-445E-8A7C-5B8990905770}">
      <dsp:nvSpPr>
        <dsp:cNvPr id="0" name=""/>
        <dsp:cNvSpPr/>
      </dsp:nvSpPr>
      <dsp:spPr>
        <a:xfrm>
          <a:off x="4405704" y="3198866"/>
          <a:ext cx="3569249" cy="2141549"/>
        </a:xfrm>
        <a:prstGeom prst="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Transmisión RF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Banda S (estándares ITU)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Comunicación bidireccional</a:t>
          </a:r>
        </a:p>
      </dsp:txBody>
      <dsp:txXfrm>
        <a:off x="4405704" y="3198866"/>
        <a:ext cx="3569249" cy="214154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709D3D-E520-427C-A24F-233E98AA2CF2}">
      <dsp:nvSpPr>
        <dsp:cNvPr id="0" name=""/>
        <dsp:cNvSpPr/>
      </dsp:nvSpPr>
      <dsp:spPr>
        <a:xfrm>
          <a:off x="0" y="9446"/>
          <a:ext cx="6184900" cy="65520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Volumen máximo: 20 x 20 x 10 cm</a:t>
          </a:r>
        </a:p>
      </dsp:txBody>
      <dsp:txXfrm>
        <a:off x="31984" y="41430"/>
        <a:ext cx="6120932" cy="591232"/>
      </dsp:txXfrm>
    </dsp:sp>
    <dsp:sp modelId="{B00B388B-21BB-45C5-98C1-F3026D5090DA}">
      <dsp:nvSpPr>
        <dsp:cNvPr id="0" name=""/>
        <dsp:cNvSpPr/>
      </dsp:nvSpPr>
      <dsp:spPr>
        <a:xfrm>
          <a:off x="0" y="765446"/>
          <a:ext cx="6184900" cy="65520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Masa máxima: 3 kg</a:t>
          </a:r>
        </a:p>
      </dsp:txBody>
      <dsp:txXfrm>
        <a:off x="31984" y="797430"/>
        <a:ext cx="6120932" cy="591232"/>
      </dsp:txXfrm>
    </dsp:sp>
    <dsp:sp modelId="{4214B874-4884-4F46-B2FC-9A45CD14D189}">
      <dsp:nvSpPr>
        <dsp:cNvPr id="0" name=""/>
        <dsp:cNvSpPr/>
      </dsp:nvSpPr>
      <dsp:spPr>
        <a:xfrm>
          <a:off x="0" y="1521446"/>
          <a:ext cx="6184900" cy="65520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Consumo máximo esperado: &lt; 10 W</a:t>
          </a:r>
        </a:p>
      </dsp:txBody>
      <dsp:txXfrm>
        <a:off x="31984" y="1553430"/>
        <a:ext cx="6120932" cy="591232"/>
      </dsp:txXfrm>
    </dsp:sp>
    <dsp:sp modelId="{70C1E035-1109-4601-964B-3EF113E4E8EE}">
      <dsp:nvSpPr>
        <dsp:cNvPr id="0" name=""/>
        <dsp:cNvSpPr/>
      </dsp:nvSpPr>
      <dsp:spPr>
        <a:xfrm>
          <a:off x="0" y="2277446"/>
          <a:ext cx="6184900" cy="65520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Uso de componentes COTS</a:t>
          </a:r>
        </a:p>
      </dsp:txBody>
      <dsp:txXfrm>
        <a:off x="31984" y="2309430"/>
        <a:ext cx="6120932" cy="591232"/>
      </dsp:txXfrm>
    </dsp:sp>
    <dsp:sp modelId="{CA3D9BEB-3867-4A29-A524-50051B89052B}">
      <dsp:nvSpPr>
        <dsp:cNvPr id="0" name=""/>
        <dsp:cNvSpPr/>
      </dsp:nvSpPr>
      <dsp:spPr>
        <a:xfrm>
          <a:off x="0" y="3033446"/>
          <a:ext cx="6184900" cy="65520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Protección contra EMI</a:t>
          </a:r>
        </a:p>
      </dsp:txBody>
      <dsp:txXfrm>
        <a:off x="31984" y="3065430"/>
        <a:ext cx="6120932" cy="591232"/>
      </dsp:txXfrm>
    </dsp:sp>
    <dsp:sp modelId="{DA948A95-FEAD-4A3B-B90F-4470D9F8BDC7}">
      <dsp:nvSpPr>
        <dsp:cNvPr id="0" name=""/>
        <dsp:cNvSpPr/>
      </dsp:nvSpPr>
      <dsp:spPr>
        <a:xfrm>
          <a:off x="0" y="3789446"/>
          <a:ext cx="6184900" cy="65520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Cumplimiento de normas ITU / SUBTEL</a:t>
          </a:r>
        </a:p>
      </dsp:txBody>
      <dsp:txXfrm>
        <a:off x="31984" y="3821430"/>
        <a:ext cx="6120932" cy="591232"/>
      </dsp:txXfrm>
    </dsp:sp>
    <dsp:sp modelId="{4B2D1437-7C71-4883-A2DB-8A245CF2639E}">
      <dsp:nvSpPr>
        <dsp:cNvPr id="0" name=""/>
        <dsp:cNvSpPr/>
      </dsp:nvSpPr>
      <dsp:spPr>
        <a:xfrm>
          <a:off x="0" y="4545446"/>
          <a:ext cx="6184900" cy="65520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Compatibilidad con estaciones existentes</a:t>
          </a:r>
        </a:p>
      </dsp:txBody>
      <dsp:txXfrm>
        <a:off x="31984" y="4577430"/>
        <a:ext cx="6120932" cy="59123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AEE366-79F3-4D8B-8BA6-48DA8E6C99D9}">
      <dsp:nvSpPr>
        <dsp:cNvPr id="0" name=""/>
        <dsp:cNvSpPr/>
      </dsp:nvSpPr>
      <dsp:spPr>
        <a:xfrm>
          <a:off x="0" y="1668780"/>
          <a:ext cx="13309600" cy="2225040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DB1D97-0B4A-4D63-8EF9-C5FE9AD5DF9B}">
      <dsp:nvSpPr>
        <dsp:cNvPr id="0" name=""/>
        <dsp:cNvSpPr/>
      </dsp:nvSpPr>
      <dsp:spPr>
        <a:xfrm>
          <a:off x="1825" y="0"/>
          <a:ext cx="2615507" cy="222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b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Identificación de requerimientos</a:t>
          </a:r>
        </a:p>
      </dsp:txBody>
      <dsp:txXfrm>
        <a:off x="1825" y="0"/>
        <a:ext cx="2615507" cy="2225040"/>
      </dsp:txXfrm>
    </dsp:sp>
    <dsp:sp modelId="{BE1EA6A9-7149-48C5-A961-5800BCCA0E9E}">
      <dsp:nvSpPr>
        <dsp:cNvPr id="0" name=""/>
        <dsp:cNvSpPr/>
      </dsp:nvSpPr>
      <dsp:spPr>
        <a:xfrm>
          <a:off x="1031448" y="2503170"/>
          <a:ext cx="556260" cy="5562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11D2E-2B97-48F8-8D3A-B31F2CF674D5}">
      <dsp:nvSpPr>
        <dsp:cNvPr id="0" name=""/>
        <dsp:cNvSpPr/>
      </dsp:nvSpPr>
      <dsp:spPr>
        <a:xfrm>
          <a:off x="2728754" y="3337560"/>
          <a:ext cx="2228448" cy="222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Matriz de trazabilidad</a:t>
          </a:r>
        </a:p>
      </dsp:txBody>
      <dsp:txXfrm>
        <a:off x="2728754" y="3337560"/>
        <a:ext cx="2228448" cy="2225040"/>
      </dsp:txXfrm>
    </dsp:sp>
    <dsp:sp modelId="{1008DD51-0D6E-46DD-AA94-FEEAC4D46323}">
      <dsp:nvSpPr>
        <dsp:cNvPr id="0" name=""/>
        <dsp:cNvSpPr/>
      </dsp:nvSpPr>
      <dsp:spPr>
        <a:xfrm>
          <a:off x="3564849" y="2503170"/>
          <a:ext cx="556260" cy="5562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7D692-3D08-44A5-8E67-023300EAB877}">
      <dsp:nvSpPr>
        <dsp:cNvPr id="0" name=""/>
        <dsp:cNvSpPr/>
      </dsp:nvSpPr>
      <dsp:spPr>
        <a:xfrm>
          <a:off x="5068625" y="0"/>
          <a:ext cx="2228448" cy="222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b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Diagramas de alto nivel</a:t>
          </a:r>
        </a:p>
      </dsp:txBody>
      <dsp:txXfrm>
        <a:off x="5068625" y="0"/>
        <a:ext cx="2228448" cy="2225040"/>
      </dsp:txXfrm>
    </dsp:sp>
    <dsp:sp modelId="{C688A732-5443-4903-B034-89F257A0302A}">
      <dsp:nvSpPr>
        <dsp:cNvPr id="0" name=""/>
        <dsp:cNvSpPr/>
      </dsp:nvSpPr>
      <dsp:spPr>
        <a:xfrm>
          <a:off x="5904719" y="2503170"/>
          <a:ext cx="556260" cy="5562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0860CD-883B-4390-814D-C222D8F500A6}">
      <dsp:nvSpPr>
        <dsp:cNvPr id="0" name=""/>
        <dsp:cNvSpPr/>
      </dsp:nvSpPr>
      <dsp:spPr>
        <a:xfrm>
          <a:off x="7408496" y="3337560"/>
          <a:ext cx="2228448" cy="222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Diseño preliminar de la carga útil</a:t>
          </a:r>
        </a:p>
      </dsp:txBody>
      <dsp:txXfrm>
        <a:off x="7408496" y="3337560"/>
        <a:ext cx="2228448" cy="2225040"/>
      </dsp:txXfrm>
    </dsp:sp>
    <dsp:sp modelId="{D2ABB093-0785-45D7-9375-802A70AFC41F}">
      <dsp:nvSpPr>
        <dsp:cNvPr id="0" name=""/>
        <dsp:cNvSpPr/>
      </dsp:nvSpPr>
      <dsp:spPr>
        <a:xfrm>
          <a:off x="8244590" y="2503170"/>
          <a:ext cx="556260" cy="5562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E705F9-448B-4193-9FAD-B6CA8124E588}">
      <dsp:nvSpPr>
        <dsp:cNvPr id="0" name=""/>
        <dsp:cNvSpPr/>
      </dsp:nvSpPr>
      <dsp:spPr>
        <a:xfrm>
          <a:off x="9748366" y="0"/>
          <a:ext cx="2228448" cy="222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b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400" kern="1200" dirty="0"/>
            <a:t>Elección de componentes</a:t>
          </a:r>
        </a:p>
      </dsp:txBody>
      <dsp:txXfrm>
        <a:off x="9748366" y="0"/>
        <a:ext cx="2228448" cy="2225040"/>
      </dsp:txXfrm>
    </dsp:sp>
    <dsp:sp modelId="{C8625BA8-255E-4821-8B59-03F6D3E58E8D}">
      <dsp:nvSpPr>
        <dsp:cNvPr id="0" name=""/>
        <dsp:cNvSpPr/>
      </dsp:nvSpPr>
      <dsp:spPr>
        <a:xfrm>
          <a:off x="10584460" y="2503170"/>
          <a:ext cx="556260" cy="5562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0BE624-9C8C-4BAA-A0A0-C88DFBEA038B}">
      <dsp:nvSpPr>
        <dsp:cNvPr id="0" name=""/>
        <dsp:cNvSpPr/>
      </dsp:nvSpPr>
      <dsp:spPr>
        <a:xfrm>
          <a:off x="0" y="1668780"/>
          <a:ext cx="13817600" cy="222504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81C0C9-3128-406F-B5D2-874FC2547930}">
      <dsp:nvSpPr>
        <dsp:cNvPr id="0" name=""/>
        <dsp:cNvSpPr/>
      </dsp:nvSpPr>
      <dsp:spPr>
        <a:xfrm>
          <a:off x="3415" y="0"/>
          <a:ext cx="1988641" cy="222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1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dirty="0"/>
            <a:t>KO Meeting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/>
            <a:t>16/01/2026</a:t>
          </a:r>
          <a:endParaRPr lang="es-CL" sz="2000" kern="1200" dirty="0"/>
        </a:p>
      </dsp:txBody>
      <dsp:txXfrm>
        <a:off x="3415" y="0"/>
        <a:ext cx="1988641" cy="2225040"/>
      </dsp:txXfrm>
    </dsp:sp>
    <dsp:sp modelId="{FD399676-0E89-4EC6-A943-E55376C3959B}">
      <dsp:nvSpPr>
        <dsp:cNvPr id="0" name=""/>
        <dsp:cNvSpPr/>
      </dsp:nvSpPr>
      <dsp:spPr>
        <a:xfrm>
          <a:off x="719606" y="2503170"/>
          <a:ext cx="556260" cy="5562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52790BA-D1C1-4993-8B48-66C0BBDE4955}">
      <dsp:nvSpPr>
        <dsp:cNvPr id="0" name=""/>
        <dsp:cNvSpPr/>
      </dsp:nvSpPr>
      <dsp:spPr>
        <a:xfrm>
          <a:off x="2091489" y="3337560"/>
          <a:ext cx="1988641" cy="222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1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dirty="0"/>
            <a:t>Documento SRR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23/01/2026</a:t>
          </a:r>
        </a:p>
      </dsp:txBody>
      <dsp:txXfrm>
        <a:off x="2091489" y="3337560"/>
        <a:ext cx="1988641" cy="2225040"/>
      </dsp:txXfrm>
    </dsp:sp>
    <dsp:sp modelId="{15BF1E69-56BD-4C7A-841D-4D0AB787FD5C}">
      <dsp:nvSpPr>
        <dsp:cNvPr id="0" name=""/>
        <dsp:cNvSpPr/>
      </dsp:nvSpPr>
      <dsp:spPr>
        <a:xfrm>
          <a:off x="2807679" y="2503170"/>
          <a:ext cx="556260" cy="5562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C5C2202-37AE-4984-A3EF-39A3FD6654C8}">
      <dsp:nvSpPr>
        <dsp:cNvPr id="0" name=""/>
        <dsp:cNvSpPr/>
      </dsp:nvSpPr>
      <dsp:spPr>
        <a:xfrm>
          <a:off x="4179562" y="0"/>
          <a:ext cx="1988641" cy="222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1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dirty="0"/>
            <a:t>Documento SDR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30/01/2026</a:t>
          </a:r>
        </a:p>
      </dsp:txBody>
      <dsp:txXfrm>
        <a:off x="4179562" y="0"/>
        <a:ext cx="1988641" cy="2225040"/>
      </dsp:txXfrm>
    </dsp:sp>
    <dsp:sp modelId="{31E558C9-2C39-4981-B8D5-DB1406E84718}">
      <dsp:nvSpPr>
        <dsp:cNvPr id="0" name=""/>
        <dsp:cNvSpPr/>
      </dsp:nvSpPr>
      <dsp:spPr>
        <a:xfrm>
          <a:off x="4895753" y="2503170"/>
          <a:ext cx="556260" cy="5562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D3EA5C2-0E63-461C-AA63-C615F1C03C79}">
      <dsp:nvSpPr>
        <dsp:cNvPr id="0" name=""/>
        <dsp:cNvSpPr/>
      </dsp:nvSpPr>
      <dsp:spPr>
        <a:xfrm>
          <a:off x="6267636" y="3337560"/>
          <a:ext cx="1988641" cy="222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1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dirty="0"/>
            <a:t>Diseño </a:t>
          </a:r>
          <a:r>
            <a:rPr lang="es-CL" sz="2000" b="1" kern="1200" dirty="0" err="1"/>
            <a:t>Payload</a:t>
          </a:r>
          <a:endParaRPr lang="es-CL" sz="20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2/02/2026-13/02/2026</a:t>
          </a:r>
        </a:p>
      </dsp:txBody>
      <dsp:txXfrm>
        <a:off x="6267636" y="3337560"/>
        <a:ext cx="1988641" cy="2225040"/>
      </dsp:txXfrm>
    </dsp:sp>
    <dsp:sp modelId="{644F94A9-F1AA-451F-9DBB-29DF2E744D2C}">
      <dsp:nvSpPr>
        <dsp:cNvPr id="0" name=""/>
        <dsp:cNvSpPr/>
      </dsp:nvSpPr>
      <dsp:spPr>
        <a:xfrm>
          <a:off x="6983826" y="2503170"/>
          <a:ext cx="556260" cy="5562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77BBECF-775A-4284-B30C-3D1FFF37F8DF}">
      <dsp:nvSpPr>
        <dsp:cNvPr id="0" name=""/>
        <dsp:cNvSpPr/>
      </dsp:nvSpPr>
      <dsp:spPr>
        <a:xfrm>
          <a:off x="8355709" y="0"/>
          <a:ext cx="1988641" cy="222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1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dirty="0"/>
            <a:t>Revisión PDR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20/02/206</a:t>
          </a:r>
        </a:p>
      </dsp:txBody>
      <dsp:txXfrm>
        <a:off x="8355709" y="0"/>
        <a:ext cx="1988641" cy="2225040"/>
      </dsp:txXfrm>
    </dsp:sp>
    <dsp:sp modelId="{236449A5-48E8-4E38-8124-14881413529C}">
      <dsp:nvSpPr>
        <dsp:cNvPr id="0" name=""/>
        <dsp:cNvSpPr/>
      </dsp:nvSpPr>
      <dsp:spPr>
        <a:xfrm>
          <a:off x="9071900" y="2503170"/>
          <a:ext cx="556260" cy="5562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3BE9FB3-30E0-4B4C-88D8-F878A5D671FF}">
      <dsp:nvSpPr>
        <dsp:cNvPr id="0" name=""/>
        <dsp:cNvSpPr/>
      </dsp:nvSpPr>
      <dsp:spPr>
        <a:xfrm>
          <a:off x="10443782" y="3337560"/>
          <a:ext cx="1988641" cy="2225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1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dirty="0"/>
            <a:t>Documento PDR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27/02/2026</a:t>
          </a:r>
        </a:p>
      </dsp:txBody>
      <dsp:txXfrm>
        <a:off x="10443782" y="3337560"/>
        <a:ext cx="1988641" cy="2225040"/>
      </dsp:txXfrm>
    </dsp:sp>
    <dsp:sp modelId="{92755963-C387-4CB6-ABD9-F8A1024DC220}">
      <dsp:nvSpPr>
        <dsp:cNvPr id="0" name=""/>
        <dsp:cNvSpPr/>
      </dsp:nvSpPr>
      <dsp:spPr>
        <a:xfrm>
          <a:off x="11159973" y="2503170"/>
          <a:ext cx="556260" cy="5562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9B902D2-D521-D90B-279B-6983572523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498081-38B3-509A-2796-69EE50D52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B2F10F-ED33-42B2-89C0-B1A3518672F5}" type="datetimeFigureOut">
              <a:rPr lang="es-CL" smtClean="0"/>
              <a:t>22-01-2026</a:t>
            </a:fld>
            <a:endParaRPr lang="es-CL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FF16B48-75B3-1788-F3AB-6256A87ACE0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F4161EF-C785-7A78-D94E-6097B725AA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1D7C76-84CD-4D7D-8854-921008AE9B40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132466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84A563-C433-4AEF-B3B2-25EE52EB3BDC}" type="datetimeFigureOut">
              <a:rPr lang="es-CL" smtClean="0"/>
              <a:t>22-01-2026</a:t>
            </a:fld>
            <a:endParaRPr lang="es-CL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698750" y="971550"/>
            <a:ext cx="4660900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9DE80-8E53-4B77-A665-E0BF97A0FFAB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895993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Buenos días,</a:t>
            </a:r>
            <a:br>
              <a:rPr lang="es-MX" dirty="0"/>
            </a:br>
            <a:r>
              <a:rPr lang="es-MX" dirty="0"/>
              <a:t>En esta presentación veremos las principales características que tendrá el proyecto BIFROST.</a:t>
            </a:r>
          </a:p>
          <a:p>
            <a:r>
              <a:rPr lang="es-MX" dirty="0"/>
              <a:t>La idea hoy es presentar el CONOPS que hemos desarrollado y recibir feedback antes de avanzar a las siguientes etapas de diseño.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9DE80-8E53-4B77-A665-E0BF97A0FFAB}" type="slidenum">
              <a:rPr lang="es-CL" smtClean="0"/>
              <a:t>1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93587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La presentación está estructurada en seis partes.</a:t>
            </a:r>
            <a:br>
              <a:rPr lang="es-MX" dirty="0"/>
            </a:br>
            <a:br>
              <a:rPr lang="es-MX" dirty="0"/>
            </a:br>
            <a:r>
              <a:rPr lang="es-MX" dirty="0"/>
              <a:t>Partimos con un breve contexto, luego describiremos el sistema en un alto nivel, el concepto de operación, la arquitectura funcional de la carga útil, las principales restricciones y finalmente los próximos pasos del proyecto.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9DE80-8E53-4B77-A665-E0BF97A0FFAB}" type="slidenum">
              <a:rPr lang="es-CL" smtClean="0"/>
              <a:t>2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46675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El proyecto se enmarca en un contexto nacional donde existe una clara necesidad de conectividad y monitoreo en zonas remotas del país.</a:t>
            </a:r>
            <a:br>
              <a:rPr lang="es-MX" dirty="0"/>
            </a:br>
            <a:r>
              <a:rPr lang="es-MX" dirty="0"/>
              <a:t>Chile tiene una geografía extensa y compleja, donde estaciones meteorológicas, sismológicas y vulcanológicas operan en lugares de difícil acceso, con limitaciones de conectividad terrestre.</a:t>
            </a:r>
            <a:br>
              <a:rPr lang="es-MX" dirty="0"/>
            </a:br>
            <a:r>
              <a:rPr lang="es-MX" dirty="0"/>
              <a:t>Además, existe un interés creciente por desarrollar capacidades espaciales a nivel nacional y la colaboración estratégica entre DTS e INVAP, lo que abre una oportunidad para soluciones satelitales de este tipo.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9DE80-8E53-4B77-A665-E0BF97A0FFAB}" type="slidenum">
              <a:rPr lang="es-CL" smtClean="0"/>
              <a:t>4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39564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Es importante aclarar el alcance del proyecto.</a:t>
            </a:r>
            <a:br>
              <a:rPr lang="es-MX" dirty="0"/>
            </a:br>
            <a:r>
              <a:rPr lang="es-MX" dirty="0"/>
              <a:t>BIFROST es una </a:t>
            </a:r>
            <a:r>
              <a:rPr lang="es-MX" b="0" dirty="0"/>
              <a:t>misión experimental</a:t>
            </a:r>
            <a:r>
              <a:rPr lang="es-MX" dirty="0"/>
              <a:t>, cuyo objetivo principal es validar el concepto Store &amp; Forward en una plataforma CubeSat 12U genérica en órbita LEO.</a:t>
            </a:r>
            <a:br>
              <a:rPr lang="es-MX" dirty="0"/>
            </a:br>
            <a:r>
              <a:rPr lang="es-MX" dirty="0"/>
              <a:t>Actualmente, el proyecto se encuentra en una fase conceptual, avanzando hacia un diseño preliminar.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9DE80-8E53-4B77-A665-E0BF97A0FFAB}" type="slidenum">
              <a:rPr lang="es-CL" smtClean="0"/>
              <a:t>5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3547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El sistema corresponde a un sistema de comunicaciones Store &amp; Forward.</a:t>
            </a:r>
          </a:p>
          <a:p>
            <a:r>
              <a:rPr lang="es-MX" dirty="0"/>
              <a:t>A grandes rasgos, el sistema está compuesto por estaciones remotas en tierra, el satélite en orbita LEO y estaciones terrenas de descarga.</a:t>
            </a:r>
            <a:br>
              <a:rPr lang="es-MX" dirty="0"/>
            </a:br>
            <a:r>
              <a:rPr lang="es-MX" dirty="0"/>
              <a:t>El satélite actúa como un nodo intermedio entre la estación terrena y las estaciones remotas.</a:t>
            </a:r>
          </a:p>
          <a:p>
            <a:r>
              <a:rPr lang="es-MX" dirty="0"/>
              <a:t>Finalmente, solo es un sistema de almacenamiento temporal que recolecta datos y los reenvía cuando existe visibilidad con una estación terrena.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9DE80-8E53-4B77-A665-E0BF97A0FFAB}" type="slidenum">
              <a:rPr lang="es-CL" smtClean="0"/>
              <a:t>7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25812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Aquí respondemos las preguntas básicas que responden a las características del proyecto. (Leer las preguntas)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9DE80-8E53-4B77-A665-E0BF97A0FFAB}" type="slidenum">
              <a:rPr lang="es-CL" smtClean="0"/>
              <a:t>9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74802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(Seguir leyendo las preguntas)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9DE80-8E53-4B77-A665-E0BF97A0FFAB}" type="slidenum">
              <a:rPr lang="es-CL" smtClean="0"/>
              <a:t>10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008792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(Describir el diagrama de bloques)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9DE80-8E53-4B77-A665-E0BF97A0FFAB}" type="slidenum">
              <a:rPr lang="es-CL" smtClean="0"/>
              <a:t>12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15941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El diseño de la carga útil está condicionado por varias restricciones. Tenemos restricciones físicas como la masa y el volumen, restricciones energéticas, normativas y de presupuesto. También es importante que el sistema sea resistente a radiación electromagnética y sea compatible con la infraestructura actual.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9DE80-8E53-4B77-A665-E0BF97A0FFAB}" type="slidenum">
              <a:rPr lang="es-CL" smtClean="0"/>
              <a:t>14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92988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Los siguientes pasos del proyecto son:</a:t>
            </a:r>
            <a:br>
              <a:rPr lang="es-MX" dirty="0"/>
            </a:br>
            <a:r>
              <a:rPr lang="es-MX" dirty="0"/>
              <a:t>La identificación de requerimientos de usuario y requerimientos de sistema.</a:t>
            </a:r>
            <a:br>
              <a:rPr lang="es-MX" dirty="0"/>
            </a:br>
            <a:r>
              <a:rPr lang="es-MX" dirty="0"/>
              <a:t>Con ellos se construye una matriz de trazabilidad que nos permite identificar si hay requerimientos que no se está cumpliendo.</a:t>
            </a:r>
            <a:br>
              <a:rPr lang="es-MX" dirty="0"/>
            </a:br>
            <a:r>
              <a:rPr lang="es-MX" dirty="0"/>
              <a:t>Luego, se comienza con el diseño del sistema. Empezamos con diagramas de alto nivel de sistema para identificar las partes principales. Luego se va profundizando hasta llegar a un diseño preliminar.</a:t>
            </a:r>
          </a:p>
          <a:p>
            <a:r>
              <a:rPr lang="es-MX" dirty="0"/>
              <a:t>A partir del diseño, se buscan los componentes que correspondan y se crea la lista de materiales (BOM)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9DE80-8E53-4B77-A665-E0BF97A0FFAB}" type="slidenum">
              <a:rPr lang="es-CL" smtClean="0"/>
              <a:t>16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72601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048876" y="4938676"/>
            <a:ext cx="5769546" cy="2834005"/>
          </a:xfrm>
          <a:custGeom>
            <a:avLst/>
            <a:gdLst/>
            <a:ahLst/>
            <a:cxnLst/>
            <a:rect l="l" t="t" r="r" b="b"/>
            <a:pathLst>
              <a:path w="4199890" h="2834004">
                <a:moveTo>
                  <a:pt x="4199291" y="0"/>
                </a:moveTo>
                <a:lnTo>
                  <a:pt x="1588440" y="0"/>
                </a:lnTo>
                <a:lnTo>
                  <a:pt x="1538545" y="2642"/>
                </a:lnTo>
                <a:lnTo>
                  <a:pt x="1489832" y="10426"/>
                </a:lnTo>
                <a:lnTo>
                  <a:pt x="1442635" y="23136"/>
                </a:lnTo>
                <a:lnTo>
                  <a:pt x="1397290" y="40556"/>
                </a:lnTo>
                <a:lnTo>
                  <a:pt x="1354132" y="62470"/>
                </a:lnTo>
                <a:lnTo>
                  <a:pt x="1313494" y="88663"/>
                </a:lnTo>
                <a:lnTo>
                  <a:pt x="1275711" y="118918"/>
                </a:lnTo>
                <a:lnTo>
                  <a:pt x="1241119" y="153020"/>
                </a:lnTo>
                <a:lnTo>
                  <a:pt x="1210051" y="190753"/>
                </a:lnTo>
                <a:lnTo>
                  <a:pt x="1182843" y="231902"/>
                </a:lnTo>
                <a:lnTo>
                  <a:pt x="1159828" y="276250"/>
                </a:lnTo>
                <a:lnTo>
                  <a:pt x="0" y="2833724"/>
                </a:lnTo>
                <a:lnTo>
                  <a:pt x="4199291" y="2833724"/>
                </a:lnTo>
                <a:lnTo>
                  <a:pt x="4199291" y="0"/>
                </a:lnTo>
                <a:close/>
              </a:path>
            </a:pathLst>
          </a:custGeom>
          <a:solidFill>
            <a:srgbClr val="3D9F36"/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7172242" cy="3317240"/>
          </a:xfrm>
          <a:custGeom>
            <a:avLst/>
            <a:gdLst/>
            <a:ahLst/>
            <a:cxnLst/>
            <a:rect l="l" t="t" r="r" b="b"/>
            <a:pathLst>
              <a:path w="5220970" h="3317240">
                <a:moveTo>
                  <a:pt x="5220491" y="0"/>
                </a:moveTo>
                <a:lnTo>
                  <a:pt x="0" y="0"/>
                </a:lnTo>
                <a:lnTo>
                  <a:pt x="0" y="3317229"/>
                </a:lnTo>
                <a:lnTo>
                  <a:pt x="3389690" y="3317229"/>
                </a:lnTo>
                <a:lnTo>
                  <a:pt x="3438953" y="3314837"/>
                </a:lnTo>
                <a:lnTo>
                  <a:pt x="3487173" y="3307779"/>
                </a:lnTo>
                <a:lnTo>
                  <a:pt x="3534072" y="3296234"/>
                </a:lnTo>
                <a:lnTo>
                  <a:pt x="3579372" y="3280381"/>
                </a:lnTo>
                <a:lnTo>
                  <a:pt x="3622797" y="3260400"/>
                </a:lnTo>
                <a:lnTo>
                  <a:pt x="3664069" y="3236468"/>
                </a:lnTo>
                <a:lnTo>
                  <a:pt x="3702910" y="3208766"/>
                </a:lnTo>
                <a:lnTo>
                  <a:pt x="3739043" y="3177471"/>
                </a:lnTo>
                <a:lnTo>
                  <a:pt x="3772190" y="3142763"/>
                </a:lnTo>
                <a:lnTo>
                  <a:pt x="3802074" y="3104820"/>
                </a:lnTo>
                <a:lnTo>
                  <a:pt x="3828417" y="3063822"/>
                </a:lnTo>
                <a:lnTo>
                  <a:pt x="3850942" y="3019948"/>
                </a:lnTo>
                <a:lnTo>
                  <a:pt x="5220491" y="0"/>
                </a:lnTo>
                <a:close/>
              </a:path>
            </a:pathLst>
          </a:custGeom>
          <a:solidFill>
            <a:srgbClr val="3D9F36"/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18" name="bk object 18"/>
          <p:cNvSpPr/>
          <p:nvPr/>
        </p:nvSpPr>
        <p:spPr>
          <a:xfrm>
            <a:off x="1" y="5705869"/>
            <a:ext cx="9784850" cy="947419"/>
          </a:xfrm>
          <a:custGeom>
            <a:avLst/>
            <a:gdLst/>
            <a:ahLst/>
            <a:cxnLst/>
            <a:rect l="l" t="t" r="r" b="b"/>
            <a:pathLst>
              <a:path w="7122795" h="947420">
                <a:moveTo>
                  <a:pt x="6929988" y="0"/>
                </a:moveTo>
                <a:lnTo>
                  <a:pt x="9593" y="0"/>
                </a:lnTo>
                <a:lnTo>
                  <a:pt x="0" y="1092"/>
                </a:lnTo>
                <a:lnTo>
                  <a:pt x="0" y="945743"/>
                </a:lnTo>
                <a:lnTo>
                  <a:pt x="9593" y="946835"/>
                </a:lnTo>
                <a:lnTo>
                  <a:pt x="6594048" y="946835"/>
                </a:lnTo>
                <a:lnTo>
                  <a:pt x="6643958" y="940333"/>
                </a:lnTo>
                <a:lnTo>
                  <a:pt x="6689745" y="921661"/>
                </a:lnTo>
                <a:lnTo>
                  <a:pt x="6729204" y="892068"/>
                </a:lnTo>
                <a:lnTo>
                  <a:pt x="6760126" y="852804"/>
                </a:lnTo>
                <a:lnTo>
                  <a:pt x="7096053" y="286588"/>
                </a:lnTo>
                <a:lnTo>
                  <a:pt x="7115081" y="243344"/>
                </a:lnTo>
                <a:lnTo>
                  <a:pt x="7122596" y="199253"/>
                </a:lnTo>
                <a:lnTo>
                  <a:pt x="7119516" y="155899"/>
                </a:lnTo>
                <a:lnTo>
                  <a:pt x="7106760" y="114867"/>
                </a:lnTo>
                <a:lnTo>
                  <a:pt x="7085247" y="77741"/>
                </a:lnTo>
                <a:lnTo>
                  <a:pt x="7055894" y="46106"/>
                </a:lnTo>
                <a:lnTo>
                  <a:pt x="7019621" y="21548"/>
                </a:lnTo>
                <a:lnTo>
                  <a:pt x="6977346" y="5651"/>
                </a:lnTo>
                <a:lnTo>
                  <a:pt x="6929988" y="0"/>
                </a:lnTo>
                <a:close/>
              </a:path>
            </a:pathLst>
          </a:custGeom>
          <a:solidFill>
            <a:srgbClr val="2E6825"/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19" name="bk object 19"/>
          <p:cNvSpPr/>
          <p:nvPr/>
        </p:nvSpPr>
        <p:spPr>
          <a:xfrm>
            <a:off x="1" y="5814104"/>
            <a:ext cx="9906975" cy="947419"/>
          </a:xfrm>
          <a:custGeom>
            <a:avLst/>
            <a:gdLst/>
            <a:ahLst/>
            <a:cxnLst/>
            <a:rect l="l" t="t" r="r" b="b"/>
            <a:pathLst>
              <a:path w="7211695" h="947420">
                <a:moveTo>
                  <a:pt x="45869" y="946823"/>
                </a:moveTo>
                <a:lnTo>
                  <a:pt x="6677403" y="946823"/>
                </a:lnTo>
                <a:lnTo>
                  <a:pt x="6719555" y="941333"/>
                </a:lnTo>
                <a:lnTo>
                  <a:pt x="6758224" y="925566"/>
                </a:lnTo>
                <a:lnTo>
                  <a:pt x="6791548" y="900574"/>
                </a:lnTo>
                <a:lnTo>
                  <a:pt x="6817662" y="867409"/>
                </a:lnTo>
                <a:lnTo>
                  <a:pt x="7188705" y="242023"/>
                </a:lnTo>
                <a:lnTo>
                  <a:pt x="7206082" y="200860"/>
                </a:lnTo>
                <a:lnTo>
                  <a:pt x="7211277" y="159003"/>
                </a:lnTo>
                <a:lnTo>
                  <a:pt x="7205394" y="118358"/>
                </a:lnTo>
                <a:lnTo>
                  <a:pt x="7189537" y="80830"/>
                </a:lnTo>
                <a:lnTo>
                  <a:pt x="7164809" y="48325"/>
                </a:lnTo>
                <a:lnTo>
                  <a:pt x="7132316" y="22748"/>
                </a:lnTo>
                <a:lnTo>
                  <a:pt x="7093160" y="6004"/>
                </a:lnTo>
                <a:lnTo>
                  <a:pt x="7048446" y="0"/>
                </a:lnTo>
                <a:lnTo>
                  <a:pt x="45869" y="0"/>
                </a:lnTo>
                <a:lnTo>
                  <a:pt x="2649" y="5741"/>
                </a:lnTo>
                <a:lnTo>
                  <a:pt x="0" y="6846"/>
                </a:lnTo>
              </a:path>
            </a:pathLst>
          </a:custGeom>
          <a:ln w="12699">
            <a:solidFill>
              <a:srgbClr val="2E6825"/>
            </a:solidFill>
          </a:ln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0" name="bk object 20"/>
          <p:cNvSpPr/>
          <p:nvPr/>
        </p:nvSpPr>
        <p:spPr>
          <a:xfrm>
            <a:off x="0" y="6754081"/>
            <a:ext cx="63680" cy="6985"/>
          </a:xfrm>
          <a:custGeom>
            <a:avLst/>
            <a:gdLst/>
            <a:ahLst/>
            <a:cxnLst/>
            <a:rect l="l" t="t" r="r" b="b"/>
            <a:pathLst>
              <a:path w="46355" h="6984">
                <a:moveTo>
                  <a:pt x="0" y="0"/>
                </a:moveTo>
                <a:lnTo>
                  <a:pt x="2649" y="1105"/>
                </a:lnTo>
                <a:lnTo>
                  <a:pt x="45869" y="6845"/>
                </a:lnTo>
              </a:path>
            </a:pathLst>
          </a:custGeom>
          <a:ln w="12699">
            <a:solidFill>
              <a:srgbClr val="2E6825"/>
            </a:solidFill>
          </a:ln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1" name="bk object 21"/>
          <p:cNvSpPr/>
          <p:nvPr/>
        </p:nvSpPr>
        <p:spPr>
          <a:xfrm>
            <a:off x="7595453" y="0"/>
            <a:ext cx="1383505" cy="1348740"/>
          </a:xfrm>
          <a:custGeom>
            <a:avLst/>
            <a:gdLst/>
            <a:ahLst/>
            <a:cxnLst/>
            <a:rect l="l" t="t" r="r" b="b"/>
            <a:pathLst>
              <a:path w="1007109" h="1348740">
                <a:moveTo>
                  <a:pt x="978925" y="0"/>
                </a:moveTo>
                <a:lnTo>
                  <a:pt x="974525" y="0"/>
                </a:lnTo>
                <a:lnTo>
                  <a:pt x="1002296" y="354939"/>
                </a:lnTo>
                <a:lnTo>
                  <a:pt x="515467" y="919467"/>
                </a:lnTo>
                <a:lnTo>
                  <a:pt x="354584" y="934110"/>
                </a:lnTo>
                <a:lnTo>
                  <a:pt x="0" y="1345285"/>
                </a:lnTo>
                <a:lnTo>
                  <a:pt x="3327" y="1348168"/>
                </a:lnTo>
                <a:lnTo>
                  <a:pt x="356743" y="938339"/>
                </a:lnTo>
                <a:lnTo>
                  <a:pt x="517613" y="923696"/>
                </a:lnTo>
                <a:lnTo>
                  <a:pt x="1006805" y="356413"/>
                </a:lnTo>
                <a:lnTo>
                  <a:pt x="978925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2" name="bk object 22"/>
          <p:cNvSpPr/>
          <p:nvPr/>
        </p:nvSpPr>
        <p:spPr>
          <a:xfrm>
            <a:off x="7876313" y="1"/>
            <a:ext cx="1101744" cy="546735"/>
          </a:xfrm>
          <a:custGeom>
            <a:avLst/>
            <a:gdLst/>
            <a:ahLst/>
            <a:cxnLst/>
            <a:rect l="l" t="t" r="r" b="b"/>
            <a:pathLst>
              <a:path w="802004" h="546735">
                <a:moveTo>
                  <a:pt x="801460" y="0"/>
                </a:moveTo>
                <a:lnTo>
                  <a:pt x="778211" y="0"/>
                </a:lnTo>
                <a:lnTo>
                  <a:pt x="573646" y="237221"/>
                </a:lnTo>
                <a:lnTo>
                  <a:pt x="242671" y="253452"/>
                </a:lnTo>
                <a:lnTo>
                  <a:pt x="0" y="534858"/>
                </a:lnTo>
                <a:lnTo>
                  <a:pt x="13347" y="546365"/>
                </a:lnTo>
                <a:lnTo>
                  <a:pt x="251079" y="270660"/>
                </a:lnTo>
                <a:lnTo>
                  <a:pt x="582053" y="254430"/>
                </a:lnTo>
                <a:lnTo>
                  <a:pt x="801460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3" name="bk object 23"/>
          <p:cNvSpPr/>
          <p:nvPr/>
        </p:nvSpPr>
        <p:spPr>
          <a:xfrm>
            <a:off x="9832020" y="0"/>
            <a:ext cx="317526" cy="260350"/>
          </a:xfrm>
          <a:custGeom>
            <a:avLst/>
            <a:gdLst/>
            <a:ahLst/>
            <a:cxnLst/>
            <a:rect l="l" t="t" r="r" b="b"/>
            <a:pathLst>
              <a:path w="231140" h="260350">
                <a:moveTo>
                  <a:pt x="230929" y="0"/>
                </a:moveTo>
                <a:lnTo>
                  <a:pt x="219307" y="0"/>
                </a:lnTo>
                <a:lnTo>
                  <a:pt x="0" y="254308"/>
                </a:lnTo>
                <a:lnTo>
                  <a:pt x="6667" y="260061"/>
                </a:lnTo>
                <a:lnTo>
                  <a:pt x="230929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4" name="bk object 24"/>
          <p:cNvSpPr/>
          <p:nvPr/>
        </p:nvSpPr>
        <p:spPr>
          <a:xfrm>
            <a:off x="8420879" y="0"/>
            <a:ext cx="1086915" cy="3197860"/>
          </a:xfrm>
          <a:custGeom>
            <a:avLst/>
            <a:gdLst/>
            <a:ahLst/>
            <a:cxnLst/>
            <a:rect l="l" t="t" r="r" b="b"/>
            <a:pathLst>
              <a:path w="791209" h="3197860">
                <a:moveTo>
                  <a:pt x="742346" y="0"/>
                </a:moveTo>
                <a:lnTo>
                  <a:pt x="707058" y="0"/>
                </a:lnTo>
                <a:lnTo>
                  <a:pt x="754710" y="810963"/>
                </a:lnTo>
                <a:lnTo>
                  <a:pt x="107492" y="1561495"/>
                </a:lnTo>
                <a:lnTo>
                  <a:pt x="125488" y="1959106"/>
                </a:lnTo>
                <a:lnTo>
                  <a:pt x="521982" y="2301029"/>
                </a:lnTo>
                <a:lnTo>
                  <a:pt x="552132" y="2533985"/>
                </a:lnTo>
                <a:lnTo>
                  <a:pt x="0" y="3174255"/>
                </a:lnTo>
                <a:lnTo>
                  <a:pt x="26682" y="3197255"/>
                </a:lnTo>
                <a:lnTo>
                  <a:pt x="589076" y="2545084"/>
                </a:lnTo>
                <a:lnTo>
                  <a:pt x="555180" y="2283147"/>
                </a:lnTo>
                <a:lnTo>
                  <a:pt x="159994" y="1942355"/>
                </a:lnTo>
                <a:lnTo>
                  <a:pt x="143319" y="1573877"/>
                </a:lnTo>
                <a:lnTo>
                  <a:pt x="790714" y="823155"/>
                </a:lnTo>
                <a:lnTo>
                  <a:pt x="742346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5" name="bk object 25"/>
          <p:cNvSpPr/>
          <p:nvPr/>
        </p:nvSpPr>
        <p:spPr>
          <a:xfrm>
            <a:off x="8164960" y="0"/>
            <a:ext cx="2402377" cy="3811904"/>
          </a:xfrm>
          <a:custGeom>
            <a:avLst/>
            <a:gdLst/>
            <a:ahLst/>
            <a:cxnLst/>
            <a:rect l="l" t="t" r="r" b="b"/>
            <a:pathLst>
              <a:path w="1748790" h="3811904">
                <a:moveTo>
                  <a:pt x="1748230" y="0"/>
                </a:moveTo>
                <a:lnTo>
                  <a:pt x="1736604" y="0"/>
                </a:lnTo>
                <a:lnTo>
                  <a:pt x="1147406" y="683246"/>
                </a:lnTo>
                <a:lnTo>
                  <a:pt x="416229" y="734693"/>
                </a:lnTo>
                <a:lnTo>
                  <a:pt x="0" y="1217370"/>
                </a:lnTo>
                <a:lnTo>
                  <a:pt x="27368" y="1587790"/>
                </a:lnTo>
                <a:lnTo>
                  <a:pt x="1045362" y="2465640"/>
                </a:lnTo>
                <a:lnTo>
                  <a:pt x="1064259" y="2860546"/>
                </a:lnTo>
                <a:lnTo>
                  <a:pt x="249212" y="3805693"/>
                </a:lnTo>
                <a:lnTo>
                  <a:pt x="255879" y="3811446"/>
                </a:lnTo>
                <a:lnTo>
                  <a:pt x="1073226" y="2863632"/>
                </a:lnTo>
                <a:lnTo>
                  <a:pt x="1053960" y="2461436"/>
                </a:lnTo>
                <a:lnTo>
                  <a:pt x="35890" y="1583498"/>
                </a:lnTo>
                <a:lnTo>
                  <a:pt x="9055" y="1220354"/>
                </a:lnTo>
                <a:lnTo>
                  <a:pt x="420496" y="743228"/>
                </a:lnTo>
                <a:lnTo>
                  <a:pt x="1151686" y="691780"/>
                </a:lnTo>
                <a:lnTo>
                  <a:pt x="1748230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6" name="bk object 26"/>
          <p:cNvSpPr/>
          <p:nvPr/>
        </p:nvSpPr>
        <p:spPr>
          <a:xfrm>
            <a:off x="9434682" y="0"/>
            <a:ext cx="1605947" cy="1821814"/>
          </a:xfrm>
          <a:custGeom>
            <a:avLst/>
            <a:gdLst/>
            <a:ahLst/>
            <a:cxnLst/>
            <a:rect l="l" t="t" r="r" b="b"/>
            <a:pathLst>
              <a:path w="1169034" h="1821814">
                <a:moveTo>
                  <a:pt x="1168443" y="0"/>
                </a:moveTo>
                <a:lnTo>
                  <a:pt x="1121922" y="0"/>
                </a:lnTo>
                <a:lnTo>
                  <a:pt x="566369" y="644244"/>
                </a:lnTo>
                <a:lnTo>
                  <a:pt x="602081" y="1100212"/>
                </a:lnTo>
                <a:lnTo>
                  <a:pt x="0" y="1798394"/>
                </a:lnTo>
                <a:lnTo>
                  <a:pt x="26682" y="1821394"/>
                </a:lnTo>
                <a:lnTo>
                  <a:pt x="638340" y="1112099"/>
                </a:lnTo>
                <a:lnTo>
                  <a:pt x="602615" y="656131"/>
                </a:lnTo>
                <a:lnTo>
                  <a:pt x="116844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7" name="bk object 27"/>
          <p:cNvSpPr/>
          <p:nvPr/>
        </p:nvSpPr>
        <p:spPr>
          <a:xfrm>
            <a:off x="8199092" y="0"/>
            <a:ext cx="1318951" cy="1884680"/>
          </a:xfrm>
          <a:custGeom>
            <a:avLst/>
            <a:gdLst/>
            <a:ahLst/>
            <a:cxnLst/>
            <a:rect l="l" t="t" r="r" b="b"/>
            <a:pathLst>
              <a:path w="960120" h="1884680">
                <a:moveTo>
                  <a:pt x="959732" y="0"/>
                </a:moveTo>
                <a:lnTo>
                  <a:pt x="936478" y="0"/>
                </a:lnTo>
                <a:lnTo>
                  <a:pt x="761161" y="203295"/>
                </a:lnTo>
                <a:lnTo>
                  <a:pt x="794156" y="649446"/>
                </a:lnTo>
                <a:lnTo>
                  <a:pt x="107924" y="1445215"/>
                </a:lnTo>
                <a:lnTo>
                  <a:pt x="132219" y="1719776"/>
                </a:lnTo>
                <a:lnTo>
                  <a:pt x="0" y="1873103"/>
                </a:lnTo>
                <a:lnTo>
                  <a:pt x="13335" y="1884610"/>
                </a:lnTo>
                <a:lnTo>
                  <a:pt x="150418" y="1725644"/>
                </a:lnTo>
                <a:lnTo>
                  <a:pt x="126123" y="1451082"/>
                </a:lnTo>
                <a:lnTo>
                  <a:pt x="812253" y="655427"/>
                </a:lnTo>
                <a:lnTo>
                  <a:pt x="779259" y="209276"/>
                </a:lnTo>
                <a:lnTo>
                  <a:pt x="959732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8" name="bk object 28"/>
          <p:cNvSpPr/>
          <p:nvPr/>
        </p:nvSpPr>
        <p:spPr>
          <a:xfrm>
            <a:off x="8473729" y="1"/>
            <a:ext cx="2736478" cy="2232025"/>
          </a:xfrm>
          <a:custGeom>
            <a:avLst/>
            <a:gdLst/>
            <a:ahLst/>
            <a:cxnLst/>
            <a:rect l="l" t="t" r="r" b="b"/>
            <a:pathLst>
              <a:path w="1991995" h="2232025">
                <a:moveTo>
                  <a:pt x="1991784" y="0"/>
                </a:moveTo>
                <a:lnTo>
                  <a:pt x="1968516" y="0"/>
                </a:lnTo>
                <a:lnTo>
                  <a:pt x="1103871" y="1002676"/>
                </a:lnTo>
                <a:lnTo>
                  <a:pt x="674789" y="1034400"/>
                </a:lnTo>
                <a:lnTo>
                  <a:pt x="355714" y="1404415"/>
                </a:lnTo>
                <a:lnTo>
                  <a:pt x="380187" y="1779293"/>
                </a:lnTo>
                <a:lnTo>
                  <a:pt x="0" y="2220174"/>
                </a:lnTo>
                <a:lnTo>
                  <a:pt x="13334" y="2231680"/>
                </a:lnTo>
                <a:lnTo>
                  <a:pt x="398246" y="1785339"/>
                </a:lnTo>
                <a:lnTo>
                  <a:pt x="373760" y="1410447"/>
                </a:lnTo>
                <a:lnTo>
                  <a:pt x="683361" y="1051418"/>
                </a:lnTo>
                <a:lnTo>
                  <a:pt x="1112443" y="1019706"/>
                </a:lnTo>
                <a:lnTo>
                  <a:pt x="1991784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9" name="bk object 29"/>
          <p:cNvSpPr/>
          <p:nvPr/>
        </p:nvSpPr>
        <p:spPr>
          <a:xfrm>
            <a:off x="11103081" y="1"/>
            <a:ext cx="563519" cy="467995"/>
          </a:xfrm>
          <a:custGeom>
            <a:avLst/>
            <a:gdLst/>
            <a:ahLst/>
            <a:cxnLst/>
            <a:rect l="l" t="t" r="r" b="b"/>
            <a:pathLst>
              <a:path w="410209" h="467995">
                <a:moveTo>
                  <a:pt x="409921" y="0"/>
                </a:moveTo>
                <a:lnTo>
                  <a:pt x="398298" y="0"/>
                </a:lnTo>
                <a:lnTo>
                  <a:pt x="0" y="461891"/>
                </a:lnTo>
                <a:lnTo>
                  <a:pt x="6654" y="467631"/>
                </a:lnTo>
                <a:lnTo>
                  <a:pt x="409921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0" name="bk object 30"/>
          <p:cNvSpPr/>
          <p:nvPr/>
        </p:nvSpPr>
        <p:spPr>
          <a:xfrm>
            <a:off x="9268065" y="0"/>
            <a:ext cx="3270340" cy="2805430"/>
          </a:xfrm>
          <a:custGeom>
            <a:avLst/>
            <a:gdLst/>
            <a:ahLst/>
            <a:cxnLst/>
            <a:rect l="l" t="t" r="r" b="b"/>
            <a:pathLst>
              <a:path w="2380615" h="2805430">
                <a:moveTo>
                  <a:pt x="2362966" y="0"/>
                </a:moveTo>
                <a:lnTo>
                  <a:pt x="2358537" y="0"/>
                </a:lnTo>
                <a:lnTo>
                  <a:pt x="2375928" y="128519"/>
                </a:lnTo>
                <a:lnTo>
                  <a:pt x="1825028" y="767354"/>
                </a:lnTo>
                <a:lnTo>
                  <a:pt x="1848472" y="1051263"/>
                </a:lnTo>
                <a:lnTo>
                  <a:pt x="875322" y="2179746"/>
                </a:lnTo>
                <a:lnTo>
                  <a:pt x="516915" y="2203114"/>
                </a:lnTo>
                <a:lnTo>
                  <a:pt x="0" y="2802554"/>
                </a:lnTo>
                <a:lnTo>
                  <a:pt x="3314" y="2805425"/>
                </a:lnTo>
                <a:lnTo>
                  <a:pt x="519048" y="2207382"/>
                </a:lnTo>
                <a:lnTo>
                  <a:pt x="876528" y="2184090"/>
                </a:lnTo>
                <a:lnTo>
                  <a:pt x="877455" y="2184014"/>
                </a:lnTo>
                <a:lnTo>
                  <a:pt x="1852993" y="1052748"/>
                </a:lnTo>
                <a:lnTo>
                  <a:pt x="1829549" y="768827"/>
                </a:lnTo>
                <a:lnTo>
                  <a:pt x="2380538" y="129878"/>
                </a:lnTo>
                <a:lnTo>
                  <a:pt x="2362966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1" name="bk object 31"/>
          <p:cNvSpPr/>
          <p:nvPr/>
        </p:nvSpPr>
        <p:spPr>
          <a:xfrm>
            <a:off x="8926211" y="0"/>
            <a:ext cx="2864708" cy="2471420"/>
          </a:xfrm>
          <a:custGeom>
            <a:avLst/>
            <a:gdLst/>
            <a:ahLst/>
            <a:cxnLst/>
            <a:rect l="l" t="t" r="r" b="b"/>
            <a:pathLst>
              <a:path w="2085340" h="2471420">
                <a:moveTo>
                  <a:pt x="2085261" y="0"/>
                </a:moveTo>
                <a:lnTo>
                  <a:pt x="2073624" y="0"/>
                </a:lnTo>
                <a:lnTo>
                  <a:pt x="1384947" y="798606"/>
                </a:lnTo>
                <a:lnTo>
                  <a:pt x="1440345" y="1336299"/>
                </a:lnTo>
                <a:lnTo>
                  <a:pt x="935101" y="1922201"/>
                </a:lnTo>
                <a:lnTo>
                  <a:pt x="436753" y="1959018"/>
                </a:lnTo>
                <a:lnTo>
                  <a:pt x="0" y="2465481"/>
                </a:lnTo>
                <a:lnTo>
                  <a:pt x="6680" y="2471247"/>
                </a:lnTo>
                <a:lnTo>
                  <a:pt x="441045" y="1967540"/>
                </a:lnTo>
                <a:lnTo>
                  <a:pt x="939393" y="1930710"/>
                </a:lnTo>
                <a:lnTo>
                  <a:pt x="1449501" y="1339182"/>
                </a:lnTo>
                <a:lnTo>
                  <a:pt x="1394091" y="801477"/>
                </a:lnTo>
                <a:lnTo>
                  <a:pt x="2085261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2" name="bk object 32"/>
          <p:cNvSpPr/>
          <p:nvPr/>
        </p:nvSpPr>
        <p:spPr>
          <a:xfrm>
            <a:off x="9255351" y="0"/>
            <a:ext cx="2868199" cy="1409700"/>
          </a:xfrm>
          <a:custGeom>
            <a:avLst/>
            <a:gdLst/>
            <a:ahLst/>
            <a:cxnLst/>
            <a:rect l="l" t="t" r="r" b="b"/>
            <a:pathLst>
              <a:path w="2087879" h="1409700">
                <a:moveTo>
                  <a:pt x="2087728" y="0"/>
                </a:moveTo>
                <a:lnTo>
                  <a:pt x="2081906" y="0"/>
                </a:lnTo>
                <a:lnTo>
                  <a:pt x="1577784" y="584593"/>
                </a:lnTo>
                <a:lnTo>
                  <a:pt x="1024712" y="631723"/>
                </a:lnTo>
                <a:lnTo>
                  <a:pt x="1023823" y="631812"/>
                </a:lnTo>
                <a:lnTo>
                  <a:pt x="542162" y="1190345"/>
                </a:lnTo>
                <a:lnTo>
                  <a:pt x="179476" y="1198346"/>
                </a:lnTo>
                <a:lnTo>
                  <a:pt x="0" y="1406474"/>
                </a:lnTo>
                <a:lnTo>
                  <a:pt x="3340" y="1409344"/>
                </a:lnTo>
                <a:lnTo>
                  <a:pt x="181533" y="1202702"/>
                </a:lnTo>
                <a:lnTo>
                  <a:pt x="544207" y="1194689"/>
                </a:lnTo>
                <a:lnTo>
                  <a:pt x="1025982" y="636028"/>
                </a:lnTo>
                <a:lnTo>
                  <a:pt x="1579956" y="588822"/>
                </a:lnTo>
                <a:lnTo>
                  <a:pt x="208772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3" name="bk object 33"/>
          <p:cNvSpPr/>
          <p:nvPr/>
        </p:nvSpPr>
        <p:spPr>
          <a:xfrm>
            <a:off x="8535893" y="1"/>
            <a:ext cx="4351148" cy="2535555"/>
          </a:xfrm>
          <a:custGeom>
            <a:avLst/>
            <a:gdLst/>
            <a:ahLst/>
            <a:cxnLst/>
            <a:rect l="l" t="t" r="r" b="b"/>
            <a:pathLst>
              <a:path w="3167379" h="2535555">
                <a:moveTo>
                  <a:pt x="2261920" y="922753"/>
                </a:moveTo>
                <a:lnTo>
                  <a:pt x="1869274" y="1378074"/>
                </a:lnTo>
                <a:lnTo>
                  <a:pt x="714425" y="1472828"/>
                </a:lnTo>
                <a:lnTo>
                  <a:pt x="0" y="2301287"/>
                </a:lnTo>
                <a:lnTo>
                  <a:pt x="23647" y="2535094"/>
                </a:lnTo>
                <a:lnTo>
                  <a:pt x="41160" y="2533316"/>
                </a:lnTo>
                <a:lnTo>
                  <a:pt x="18275" y="2307053"/>
                </a:lnTo>
                <a:lnTo>
                  <a:pt x="723036" y="1489796"/>
                </a:lnTo>
                <a:lnTo>
                  <a:pt x="1877898" y="1395041"/>
                </a:lnTo>
                <a:lnTo>
                  <a:pt x="2269845" y="940533"/>
                </a:lnTo>
                <a:lnTo>
                  <a:pt x="2438978" y="940533"/>
                </a:lnTo>
                <a:lnTo>
                  <a:pt x="2451397" y="926131"/>
                </a:lnTo>
                <a:lnTo>
                  <a:pt x="2428151" y="926131"/>
                </a:lnTo>
                <a:lnTo>
                  <a:pt x="2261920" y="922753"/>
                </a:lnTo>
                <a:close/>
              </a:path>
              <a:path w="3167379" h="2535555">
                <a:moveTo>
                  <a:pt x="2438978" y="940533"/>
                </a:moveTo>
                <a:lnTo>
                  <a:pt x="2269845" y="940533"/>
                </a:lnTo>
                <a:lnTo>
                  <a:pt x="2436075" y="943899"/>
                </a:lnTo>
                <a:lnTo>
                  <a:pt x="2438978" y="940533"/>
                </a:lnTo>
                <a:close/>
              </a:path>
              <a:path w="3167379" h="2535555">
                <a:moveTo>
                  <a:pt x="3166753" y="0"/>
                </a:moveTo>
                <a:lnTo>
                  <a:pt x="3149101" y="0"/>
                </a:lnTo>
                <a:lnTo>
                  <a:pt x="3141776" y="98574"/>
                </a:lnTo>
                <a:lnTo>
                  <a:pt x="2428151" y="926131"/>
                </a:lnTo>
                <a:lnTo>
                  <a:pt x="2451397" y="926131"/>
                </a:lnTo>
                <a:lnTo>
                  <a:pt x="3158909" y="105686"/>
                </a:lnTo>
                <a:lnTo>
                  <a:pt x="316675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4" name="bk object 34"/>
          <p:cNvSpPr/>
          <p:nvPr/>
        </p:nvSpPr>
        <p:spPr>
          <a:xfrm>
            <a:off x="11969201" y="1"/>
            <a:ext cx="1087787" cy="1086485"/>
          </a:xfrm>
          <a:custGeom>
            <a:avLst/>
            <a:gdLst/>
            <a:ahLst/>
            <a:cxnLst/>
            <a:rect l="l" t="t" r="r" b="b"/>
            <a:pathLst>
              <a:path w="791845" h="1086485">
                <a:moveTo>
                  <a:pt x="791644" y="0"/>
                </a:moveTo>
                <a:lnTo>
                  <a:pt x="780020" y="0"/>
                </a:lnTo>
                <a:lnTo>
                  <a:pt x="292747" y="565052"/>
                </a:lnTo>
                <a:lnTo>
                  <a:pt x="287413" y="747081"/>
                </a:lnTo>
                <a:lnTo>
                  <a:pt x="0" y="1080392"/>
                </a:lnTo>
                <a:lnTo>
                  <a:pt x="6667" y="1086145"/>
                </a:lnTo>
                <a:lnTo>
                  <a:pt x="296125" y="750472"/>
                </a:lnTo>
                <a:lnTo>
                  <a:pt x="301459" y="568442"/>
                </a:lnTo>
                <a:lnTo>
                  <a:pt x="791644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5" name="bk object 35"/>
          <p:cNvSpPr/>
          <p:nvPr/>
        </p:nvSpPr>
        <p:spPr>
          <a:xfrm>
            <a:off x="8264249" y="0"/>
            <a:ext cx="3081918" cy="758190"/>
          </a:xfrm>
          <a:custGeom>
            <a:avLst/>
            <a:gdLst/>
            <a:ahLst/>
            <a:cxnLst/>
            <a:rect l="l" t="t" r="r" b="b"/>
            <a:pathLst>
              <a:path w="2243454" h="758190">
                <a:moveTo>
                  <a:pt x="2243428" y="0"/>
                </a:moveTo>
                <a:lnTo>
                  <a:pt x="2237631" y="0"/>
                </a:lnTo>
                <a:lnTo>
                  <a:pt x="2168093" y="80642"/>
                </a:lnTo>
                <a:lnTo>
                  <a:pt x="1733994" y="97063"/>
                </a:lnTo>
                <a:lnTo>
                  <a:pt x="1442631" y="434934"/>
                </a:lnTo>
                <a:lnTo>
                  <a:pt x="199631" y="523681"/>
                </a:lnTo>
                <a:lnTo>
                  <a:pt x="0" y="755177"/>
                </a:lnTo>
                <a:lnTo>
                  <a:pt x="3327" y="758047"/>
                </a:lnTo>
                <a:lnTo>
                  <a:pt x="201764" y="527936"/>
                </a:lnTo>
                <a:lnTo>
                  <a:pt x="1444764" y="439188"/>
                </a:lnTo>
                <a:lnTo>
                  <a:pt x="1736077" y="101381"/>
                </a:lnTo>
                <a:lnTo>
                  <a:pt x="2170163" y="84960"/>
                </a:lnTo>
                <a:lnTo>
                  <a:pt x="224342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6" name="bk object 36"/>
          <p:cNvSpPr/>
          <p:nvPr/>
        </p:nvSpPr>
        <p:spPr>
          <a:xfrm>
            <a:off x="10767868" y="0"/>
            <a:ext cx="1199444" cy="1813560"/>
          </a:xfrm>
          <a:custGeom>
            <a:avLst/>
            <a:gdLst/>
            <a:ahLst/>
            <a:cxnLst/>
            <a:rect l="l" t="t" r="r" b="b"/>
            <a:pathLst>
              <a:path w="873125" h="1813560">
                <a:moveTo>
                  <a:pt x="872902" y="0"/>
                </a:moveTo>
                <a:lnTo>
                  <a:pt x="826384" y="0"/>
                </a:lnTo>
                <a:lnTo>
                  <a:pt x="431558" y="457851"/>
                </a:lnTo>
                <a:lnTo>
                  <a:pt x="474065" y="821122"/>
                </a:lnTo>
                <a:lnTo>
                  <a:pt x="136817" y="1212205"/>
                </a:lnTo>
                <a:lnTo>
                  <a:pt x="168249" y="1595085"/>
                </a:lnTo>
                <a:lnTo>
                  <a:pt x="0" y="1790195"/>
                </a:lnTo>
                <a:lnTo>
                  <a:pt x="26669" y="1813195"/>
                </a:lnTo>
                <a:lnTo>
                  <a:pt x="204558" y="1606909"/>
                </a:lnTo>
                <a:lnTo>
                  <a:pt x="173126" y="1224042"/>
                </a:lnTo>
                <a:lnTo>
                  <a:pt x="510844" y="832412"/>
                </a:lnTo>
                <a:lnTo>
                  <a:pt x="468350" y="469141"/>
                </a:lnTo>
                <a:lnTo>
                  <a:pt x="872902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7" name="bk object 37"/>
          <p:cNvSpPr/>
          <p:nvPr/>
        </p:nvSpPr>
        <p:spPr>
          <a:xfrm>
            <a:off x="9180627" y="1"/>
            <a:ext cx="49722" cy="23495"/>
          </a:xfrm>
          <a:custGeom>
            <a:avLst/>
            <a:gdLst/>
            <a:ahLst/>
            <a:cxnLst/>
            <a:rect l="l" t="t" r="r" b="b"/>
            <a:pathLst>
              <a:path w="36195" h="23495">
                <a:moveTo>
                  <a:pt x="35151" y="0"/>
                </a:moveTo>
                <a:lnTo>
                  <a:pt x="729" y="0"/>
                </a:lnTo>
                <a:lnTo>
                  <a:pt x="0" y="6158"/>
                </a:lnTo>
                <a:lnTo>
                  <a:pt x="1826" y="12854"/>
                </a:lnTo>
                <a:lnTo>
                  <a:pt x="6238" y="18533"/>
                </a:lnTo>
                <a:lnTo>
                  <a:pt x="12497" y="22055"/>
                </a:lnTo>
                <a:lnTo>
                  <a:pt x="19386" y="22873"/>
                </a:lnTo>
                <a:lnTo>
                  <a:pt x="26080" y="21047"/>
                </a:lnTo>
                <a:lnTo>
                  <a:pt x="31753" y="16640"/>
                </a:lnTo>
                <a:lnTo>
                  <a:pt x="35277" y="10376"/>
                </a:lnTo>
                <a:lnTo>
                  <a:pt x="36099" y="3486"/>
                </a:lnTo>
                <a:lnTo>
                  <a:pt x="35151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8" name="bk object 38"/>
          <p:cNvSpPr/>
          <p:nvPr/>
        </p:nvSpPr>
        <p:spPr>
          <a:xfrm>
            <a:off x="8235523" y="743652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7" y="0"/>
                </a:moveTo>
                <a:lnTo>
                  <a:pt x="10023" y="1821"/>
                </a:lnTo>
                <a:lnTo>
                  <a:pt x="4344" y="6226"/>
                </a:lnTo>
                <a:lnTo>
                  <a:pt x="820" y="12497"/>
                </a:lnTo>
                <a:lnTo>
                  <a:pt x="0" y="19391"/>
                </a:lnTo>
                <a:lnTo>
                  <a:pt x="1825" y="26087"/>
                </a:lnTo>
                <a:lnTo>
                  <a:pt x="6237" y="31765"/>
                </a:lnTo>
                <a:lnTo>
                  <a:pt x="12495" y="35283"/>
                </a:lnTo>
                <a:lnTo>
                  <a:pt x="19384" y="36101"/>
                </a:lnTo>
                <a:lnTo>
                  <a:pt x="26079" y="34278"/>
                </a:lnTo>
                <a:lnTo>
                  <a:pt x="31751" y="29873"/>
                </a:lnTo>
                <a:lnTo>
                  <a:pt x="35281" y="23609"/>
                </a:lnTo>
                <a:lnTo>
                  <a:pt x="36102" y="16719"/>
                </a:lnTo>
                <a:lnTo>
                  <a:pt x="34278" y="10024"/>
                </a:lnTo>
                <a:lnTo>
                  <a:pt x="29871" y="4346"/>
                </a:lnTo>
                <a:lnTo>
                  <a:pt x="23608" y="821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9" name="bk object 39"/>
          <p:cNvSpPr/>
          <p:nvPr/>
        </p:nvSpPr>
        <p:spPr>
          <a:xfrm>
            <a:off x="8171679" y="1870150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08" y="0"/>
                </a:moveTo>
                <a:lnTo>
                  <a:pt x="10013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91"/>
                </a:lnTo>
                <a:lnTo>
                  <a:pt x="1822" y="26087"/>
                </a:lnTo>
                <a:lnTo>
                  <a:pt x="6227" y="31765"/>
                </a:lnTo>
                <a:lnTo>
                  <a:pt x="12486" y="35283"/>
                </a:lnTo>
                <a:lnTo>
                  <a:pt x="19375" y="36101"/>
                </a:lnTo>
                <a:lnTo>
                  <a:pt x="26069" y="34278"/>
                </a:lnTo>
                <a:lnTo>
                  <a:pt x="31742" y="29873"/>
                </a:lnTo>
                <a:lnTo>
                  <a:pt x="35273" y="23609"/>
                </a:lnTo>
                <a:lnTo>
                  <a:pt x="36098" y="16719"/>
                </a:lnTo>
                <a:lnTo>
                  <a:pt x="34274" y="10024"/>
                </a:lnTo>
                <a:lnTo>
                  <a:pt x="29862" y="4346"/>
                </a:lnTo>
                <a:lnTo>
                  <a:pt x="23598" y="821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0" name="bk object 40"/>
          <p:cNvSpPr/>
          <p:nvPr/>
        </p:nvSpPr>
        <p:spPr>
          <a:xfrm>
            <a:off x="7850694" y="530542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7" y="0"/>
                </a:moveTo>
                <a:lnTo>
                  <a:pt x="10023" y="1821"/>
                </a:lnTo>
                <a:lnTo>
                  <a:pt x="4344" y="6226"/>
                </a:lnTo>
                <a:lnTo>
                  <a:pt x="820" y="12497"/>
                </a:lnTo>
                <a:lnTo>
                  <a:pt x="0" y="19391"/>
                </a:lnTo>
                <a:lnTo>
                  <a:pt x="1825" y="26087"/>
                </a:lnTo>
                <a:lnTo>
                  <a:pt x="6237" y="31765"/>
                </a:lnTo>
                <a:lnTo>
                  <a:pt x="12495" y="35283"/>
                </a:lnTo>
                <a:lnTo>
                  <a:pt x="19384" y="36101"/>
                </a:lnTo>
                <a:lnTo>
                  <a:pt x="26079" y="34278"/>
                </a:lnTo>
                <a:lnTo>
                  <a:pt x="31751" y="29873"/>
                </a:lnTo>
                <a:lnTo>
                  <a:pt x="35281" y="23609"/>
                </a:lnTo>
                <a:lnTo>
                  <a:pt x="36102" y="16719"/>
                </a:lnTo>
                <a:lnTo>
                  <a:pt x="34278" y="10024"/>
                </a:lnTo>
                <a:lnTo>
                  <a:pt x="29871" y="4346"/>
                </a:lnTo>
                <a:lnTo>
                  <a:pt x="23608" y="821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1" name="bk object 41"/>
          <p:cNvSpPr/>
          <p:nvPr/>
        </p:nvSpPr>
        <p:spPr>
          <a:xfrm>
            <a:off x="7558190" y="1340924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08" y="0"/>
                </a:moveTo>
                <a:lnTo>
                  <a:pt x="10013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91"/>
                </a:lnTo>
                <a:lnTo>
                  <a:pt x="1822" y="26087"/>
                </a:lnTo>
                <a:lnTo>
                  <a:pt x="6227" y="31765"/>
                </a:lnTo>
                <a:lnTo>
                  <a:pt x="12491" y="35283"/>
                </a:lnTo>
                <a:lnTo>
                  <a:pt x="19381" y="36101"/>
                </a:lnTo>
                <a:lnTo>
                  <a:pt x="26076" y="34278"/>
                </a:lnTo>
                <a:lnTo>
                  <a:pt x="31754" y="29873"/>
                </a:lnTo>
                <a:lnTo>
                  <a:pt x="35279" y="23609"/>
                </a:lnTo>
                <a:lnTo>
                  <a:pt x="36099" y="16719"/>
                </a:lnTo>
                <a:lnTo>
                  <a:pt x="34274" y="10024"/>
                </a:lnTo>
                <a:lnTo>
                  <a:pt x="29862" y="4346"/>
                </a:lnTo>
                <a:lnTo>
                  <a:pt x="23598" y="821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2" name="bk object 42"/>
          <p:cNvSpPr/>
          <p:nvPr/>
        </p:nvSpPr>
        <p:spPr>
          <a:xfrm>
            <a:off x="8451063" y="2216242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3" y="0"/>
                </a:moveTo>
                <a:lnTo>
                  <a:pt x="10017" y="1821"/>
                </a:lnTo>
                <a:lnTo>
                  <a:pt x="4333" y="6221"/>
                </a:lnTo>
                <a:lnTo>
                  <a:pt x="816" y="12492"/>
                </a:lnTo>
                <a:lnTo>
                  <a:pt x="0" y="19386"/>
                </a:lnTo>
                <a:lnTo>
                  <a:pt x="1826" y="26082"/>
                </a:lnTo>
                <a:lnTo>
                  <a:pt x="6238" y="31761"/>
                </a:lnTo>
                <a:lnTo>
                  <a:pt x="12495" y="35283"/>
                </a:lnTo>
                <a:lnTo>
                  <a:pt x="19381" y="36101"/>
                </a:lnTo>
                <a:lnTo>
                  <a:pt x="26075" y="34275"/>
                </a:lnTo>
                <a:lnTo>
                  <a:pt x="31753" y="29868"/>
                </a:lnTo>
                <a:lnTo>
                  <a:pt x="35277" y="23604"/>
                </a:lnTo>
                <a:lnTo>
                  <a:pt x="36099" y="16714"/>
                </a:lnTo>
                <a:lnTo>
                  <a:pt x="34278" y="10019"/>
                </a:lnTo>
                <a:lnTo>
                  <a:pt x="29873" y="4341"/>
                </a:lnTo>
                <a:lnTo>
                  <a:pt x="23604" y="818"/>
                </a:lnTo>
                <a:lnTo>
                  <a:pt x="1671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3" name="bk object 43"/>
          <p:cNvSpPr/>
          <p:nvPr/>
        </p:nvSpPr>
        <p:spPr>
          <a:xfrm>
            <a:off x="8379151" y="3171498"/>
            <a:ext cx="83743" cy="60960"/>
          </a:xfrm>
          <a:custGeom>
            <a:avLst/>
            <a:gdLst/>
            <a:ahLst/>
            <a:cxnLst/>
            <a:rect l="l" t="t" r="r" b="b"/>
            <a:pathLst>
              <a:path w="60960" h="60960">
                <a:moveTo>
                  <a:pt x="28127" y="0"/>
                </a:moveTo>
                <a:lnTo>
                  <a:pt x="16863" y="3069"/>
                </a:lnTo>
                <a:lnTo>
                  <a:pt x="7308" y="10483"/>
                </a:lnTo>
                <a:lnTo>
                  <a:pt x="1379" y="21025"/>
                </a:lnTo>
                <a:lnTo>
                  <a:pt x="0" y="32621"/>
                </a:lnTo>
                <a:lnTo>
                  <a:pt x="3069" y="43886"/>
                </a:lnTo>
                <a:lnTo>
                  <a:pt x="10483" y="53435"/>
                </a:lnTo>
                <a:lnTo>
                  <a:pt x="21026" y="59372"/>
                </a:lnTo>
                <a:lnTo>
                  <a:pt x="32623" y="60753"/>
                </a:lnTo>
                <a:lnTo>
                  <a:pt x="43891" y="57682"/>
                </a:lnTo>
                <a:lnTo>
                  <a:pt x="53447" y="50260"/>
                </a:lnTo>
                <a:lnTo>
                  <a:pt x="59372" y="39720"/>
                </a:lnTo>
                <a:lnTo>
                  <a:pt x="60750" y="28127"/>
                </a:lnTo>
                <a:lnTo>
                  <a:pt x="57680" y="16863"/>
                </a:lnTo>
                <a:lnTo>
                  <a:pt x="50260" y="7308"/>
                </a:lnTo>
                <a:lnTo>
                  <a:pt x="39720" y="1379"/>
                </a:lnTo>
                <a:lnTo>
                  <a:pt x="2812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4" name="bk object 44"/>
          <p:cNvSpPr/>
          <p:nvPr/>
        </p:nvSpPr>
        <p:spPr>
          <a:xfrm>
            <a:off x="10724762" y="1787385"/>
            <a:ext cx="83743" cy="60960"/>
          </a:xfrm>
          <a:custGeom>
            <a:avLst/>
            <a:gdLst/>
            <a:ahLst/>
            <a:cxnLst/>
            <a:rect l="l" t="t" r="r" b="b"/>
            <a:pathLst>
              <a:path w="60959" h="60960">
                <a:moveTo>
                  <a:pt x="28128" y="0"/>
                </a:moveTo>
                <a:lnTo>
                  <a:pt x="16863" y="3069"/>
                </a:lnTo>
                <a:lnTo>
                  <a:pt x="7308" y="10483"/>
                </a:lnTo>
                <a:lnTo>
                  <a:pt x="1379" y="21026"/>
                </a:lnTo>
                <a:lnTo>
                  <a:pt x="0" y="32623"/>
                </a:lnTo>
                <a:lnTo>
                  <a:pt x="3069" y="43891"/>
                </a:lnTo>
                <a:lnTo>
                  <a:pt x="10483" y="53447"/>
                </a:lnTo>
                <a:lnTo>
                  <a:pt x="21026" y="59377"/>
                </a:lnTo>
                <a:lnTo>
                  <a:pt x="32623" y="60756"/>
                </a:lnTo>
                <a:lnTo>
                  <a:pt x="43891" y="57687"/>
                </a:lnTo>
                <a:lnTo>
                  <a:pt x="53447" y="50272"/>
                </a:lnTo>
                <a:lnTo>
                  <a:pt x="59372" y="39725"/>
                </a:lnTo>
                <a:lnTo>
                  <a:pt x="60752" y="28128"/>
                </a:lnTo>
                <a:lnTo>
                  <a:pt x="57685" y="16863"/>
                </a:lnTo>
                <a:lnTo>
                  <a:pt x="50272" y="7308"/>
                </a:lnTo>
                <a:lnTo>
                  <a:pt x="39725" y="1379"/>
                </a:lnTo>
                <a:lnTo>
                  <a:pt x="2812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5" name="bk object 45"/>
          <p:cNvSpPr/>
          <p:nvPr/>
        </p:nvSpPr>
        <p:spPr>
          <a:xfrm>
            <a:off x="9396052" y="1790894"/>
            <a:ext cx="83743" cy="60960"/>
          </a:xfrm>
          <a:custGeom>
            <a:avLst/>
            <a:gdLst/>
            <a:ahLst/>
            <a:cxnLst/>
            <a:rect l="l" t="t" r="r" b="b"/>
            <a:pathLst>
              <a:path w="60959" h="60960">
                <a:moveTo>
                  <a:pt x="28133" y="0"/>
                </a:moveTo>
                <a:lnTo>
                  <a:pt x="16865" y="3069"/>
                </a:lnTo>
                <a:lnTo>
                  <a:pt x="7308" y="10483"/>
                </a:lnTo>
                <a:lnTo>
                  <a:pt x="1379" y="21025"/>
                </a:lnTo>
                <a:lnTo>
                  <a:pt x="0" y="32621"/>
                </a:lnTo>
                <a:lnTo>
                  <a:pt x="3069" y="43886"/>
                </a:lnTo>
                <a:lnTo>
                  <a:pt x="10483" y="53435"/>
                </a:lnTo>
                <a:lnTo>
                  <a:pt x="21026" y="59370"/>
                </a:lnTo>
                <a:lnTo>
                  <a:pt x="32623" y="60748"/>
                </a:lnTo>
                <a:lnTo>
                  <a:pt x="43891" y="57676"/>
                </a:lnTo>
                <a:lnTo>
                  <a:pt x="53447" y="50260"/>
                </a:lnTo>
                <a:lnTo>
                  <a:pt x="59377" y="39720"/>
                </a:lnTo>
                <a:lnTo>
                  <a:pt x="60756" y="28127"/>
                </a:lnTo>
                <a:lnTo>
                  <a:pt x="57687" y="16863"/>
                </a:lnTo>
                <a:lnTo>
                  <a:pt x="50272" y="7308"/>
                </a:lnTo>
                <a:lnTo>
                  <a:pt x="39730" y="1379"/>
                </a:lnTo>
                <a:lnTo>
                  <a:pt x="2813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6" name="bk object 46"/>
          <p:cNvSpPr/>
          <p:nvPr/>
        </p:nvSpPr>
        <p:spPr>
          <a:xfrm>
            <a:off x="8896751" y="2460484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7" y="0"/>
                </a:moveTo>
                <a:lnTo>
                  <a:pt x="10023" y="1825"/>
                </a:lnTo>
                <a:lnTo>
                  <a:pt x="4344" y="6232"/>
                </a:lnTo>
                <a:lnTo>
                  <a:pt x="820" y="12496"/>
                </a:lnTo>
                <a:lnTo>
                  <a:pt x="0" y="19386"/>
                </a:lnTo>
                <a:lnTo>
                  <a:pt x="1825" y="26081"/>
                </a:lnTo>
                <a:lnTo>
                  <a:pt x="6237" y="31759"/>
                </a:lnTo>
                <a:lnTo>
                  <a:pt x="12495" y="35282"/>
                </a:lnTo>
                <a:lnTo>
                  <a:pt x="19384" y="36099"/>
                </a:lnTo>
                <a:lnTo>
                  <a:pt x="26079" y="34274"/>
                </a:lnTo>
                <a:lnTo>
                  <a:pt x="31751" y="29867"/>
                </a:lnTo>
                <a:lnTo>
                  <a:pt x="35281" y="23603"/>
                </a:lnTo>
                <a:lnTo>
                  <a:pt x="36102" y="16713"/>
                </a:lnTo>
                <a:lnTo>
                  <a:pt x="34278" y="10018"/>
                </a:lnTo>
                <a:lnTo>
                  <a:pt x="29871" y="4340"/>
                </a:lnTo>
                <a:lnTo>
                  <a:pt x="23608" y="817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7" name="bk object 47"/>
          <p:cNvSpPr/>
          <p:nvPr/>
        </p:nvSpPr>
        <p:spPr>
          <a:xfrm>
            <a:off x="8476191" y="3799254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08" y="0"/>
                </a:moveTo>
                <a:lnTo>
                  <a:pt x="10013" y="1825"/>
                </a:lnTo>
                <a:lnTo>
                  <a:pt x="4335" y="6232"/>
                </a:lnTo>
                <a:lnTo>
                  <a:pt x="818" y="12496"/>
                </a:lnTo>
                <a:lnTo>
                  <a:pt x="0" y="19386"/>
                </a:lnTo>
                <a:lnTo>
                  <a:pt x="1822" y="26081"/>
                </a:lnTo>
                <a:lnTo>
                  <a:pt x="6227" y="31759"/>
                </a:lnTo>
                <a:lnTo>
                  <a:pt x="12491" y="35282"/>
                </a:lnTo>
                <a:lnTo>
                  <a:pt x="19381" y="36099"/>
                </a:lnTo>
                <a:lnTo>
                  <a:pt x="26076" y="34274"/>
                </a:lnTo>
                <a:lnTo>
                  <a:pt x="31754" y="29867"/>
                </a:lnTo>
                <a:lnTo>
                  <a:pt x="35279" y="23603"/>
                </a:lnTo>
                <a:lnTo>
                  <a:pt x="36099" y="16713"/>
                </a:lnTo>
                <a:lnTo>
                  <a:pt x="34274" y="10018"/>
                </a:lnTo>
                <a:lnTo>
                  <a:pt x="29862" y="4340"/>
                </a:lnTo>
                <a:lnTo>
                  <a:pt x="23598" y="817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8" name="bk object 48"/>
          <p:cNvSpPr/>
          <p:nvPr/>
        </p:nvSpPr>
        <p:spPr>
          <a:xfrm>
            <a:off x="8559235" y="2528076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3" y="0"/>
                </a:moveTo>
                <a:lnTo>
                  <a:pt x="10021" y="1821"/>
                </a:lnTo>
                <a:lnTo>
                  <a:pt x="4344" y="6226"/>
                </a:lnTo>
                <a:lnTo>
                  <a:pt x="820" y="12497"/>
                </a:lnTo>
                <a:lnTo>
                  <a:pt x="0" y="19391"/>
                </a:lnTo>
                <a:lnTo>
                  <a:pt x="1825" y="26087"/>
                </a:lnTo>
                <a:lnTo>
                  <a:pt x="6237" y="31765"/>
                </a:lnTo>
                <a:lnTo>
                  <a:pt x="12495" y="35283"/>
                </a:lnTo>
                <a:lnTo>
                  <a:pt x="19384" y="36101"/>
                </a:lnTo>
                <a:lnTo>
                  <a:pt x="26079" y="34278"/>
                </a:lnTo>
                <a:lnTo>
                  <a:pt x="31751" y="29873"/>
                </a:lnTo>
                <a:lnTo>
                  <a:pt x="35276" y="23609"/>
                </a:lnTo>
                <a:lnTo>
                  <a:pt x="36098" y="16719"/>
                </a:lnTo>
                <a:lnTo>
                  <a:pt x="34276" y="10024"/>
                </a:lnTo>
                <a:lnTo>
                  <a:pt x="29871" y="4346"/>
                </a:lnTo>
                <a:lnTo>
                  <a:pt x="23602" y="821"/>
                </a:lnTo>
                <a:lnTo>
                  <a:pt x="1671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9" name="bk object 49"/>
          <p:cNvSpPr/>
          <p:nvPr/>
        </p:nvSpPr>
        <p:spPr>
          <a:xfrm>
            <a:off x="9235437" y="2796283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08" y="0"/>
                </a:moveTo>
                <a:lnTo>
                  <a:pt x="10013" y="1825"/>
                </a:lnTo>
                <a:lnTo>
                  <a:pt x="4335" y="6232"/>
                </a:lnTo>
                <a:lnTo>
                  <a:pt x="818" y="12496"/>
                </a:lnTo>
                <a:lnTo>
                  <a:pt x="0" y="19386"/>
                </a:lnTo>
                <a:lnTo>
                  <a:pt x="1822" y="26081"/>
                </a:lnTo>
                <a:lnTo>
                  <a:pt x="6227" y="31759"/>
                </a:lnTo>
                <a:lnTo>
                  <a:pt x="12491" y="35282"/>
                </a:lnTo>
                <a:lnTo>
                  <a:pt x="19381" y="36099"/>
                </a:lnTo>
                <a:lnTo>
                  <a:pt x="26076" y="34274"/>
                </a:lnTo>
                <a:lnTo>
                  <a:pt x="31754" y="29867"/>
                </a:lnTo>
                <a:lnTo>
                  <a:pt x="35279" y="23603"/>
                </a:lnTo>
                <a:lnTo>
                  <a:pt x="36099" y="16713"/>
                </a:lnTo>
                <a:lnTo>
                  <a:pt x="34274" y="10018"/>
                </a:lnTo>
                <a:lnTo>
                  <a:pt x="29862" y="4340"/>
                </a:lnTo>
                <a:lnTo>
                  <a:pt x="23598" y="817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0" name="bk object 50"/>
          <p:cNvSpPr/>
          <p:nvPr/>
        </p:nvSpPr>
        <p:spPr>
          <a:xfrm>
            <a:off x="9219931" y="1400772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4" y="0"/>
                </a:moveTo>
                <a:lnTo>
                  <a:pt x="10019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91"/>
                </a:lnTo>
                <a:lnTo>
                  <a:pt x="1822" y="26087"/>
                </a:lnTo>
                <a:lnTo>
                  <a:pt x="6227" y="31765"/>
                </a:lnTo>
                <a:lnTo>
                  <a:pt x="12491" y="35283"/>
                </a:lnTo>
                <a:lnTo>
                  <a:pt x="19381" y="36101"/>
                </a:lnTo>
                <a:lnTo>
                  <a:pt x="26076" y="34278"/>
                </a:lnTo>
                <a:lnTo>
                  <a:pt x="31754" y="29873"/>
                </a:lnTo>
                <a:lnTo>
                  <a:pt x="35279" y="23609"/>
                </a:lnTo>
                <a:lnTo>
                  <a:pt x="36101" y="16719"/>
                </a:lnTo>
                <a:lnTo>
                  <a:pt x="34280" y="10024"/>
                </a:lnTo>
                <a:lnTo>
                  <a:pt x="29875" y="4346"/>
                </a:lnTo>
                <a:lnTo>
                  <a:pt x="23605" y="821"/>
                </a:lnTo>
                <a:lnTo>
                  <a:pt x="16714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1" name="bk object 51"/>
          <p:cNvSpPr/>
          <p:nvPr/>
        </p:nvSpPr>
        <p:spPr>
          <a:xfrm>
            <a:off x="9798731" y="251229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4" y="0"/>
                </a:moveTo>
                <a:lnTo>
                  <a:pt x="10019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91"/>
                </a:lnTo>
                <a:lnTo>
                  <a:pt x="1822" y="26087"/>
                </a:lnTo>
                <a:lnTo>
                  <a:pt x="6227" y="31765"/>
                </a:lnTo>
                <a:lnTo>
                  <a:pt x="12491" y="35283"/>
                </a:lnTo>
                <a:lnTo>
                  <a:pt x="19381" y="36101"/>
                </a:lnTo>
                <a:lnTo>
                  <a:pt x="26076" y="34278"/>
                </a:lnTo>
                <a:lnTo>
                  <a:pt x="31754" y="29873"/>
                </a:lnTo>
                <a:lnTo>
                  <a:pt x="35279" y="23609"/>
                </a:lnTo>
                <a:lnTo>
                  <a:pt x="36101" y="16719"/>
                </a:lnTo>
                <a:lnTo>
                  <a:pt x="34280" y="10024"/>
                </a:lnTo>
                <a:lnTo>
                  <a:pt x="29875" y="4346"/>
                </a:lnTo>
                <a:lnTo>
                  <a:pt x="23605" y="821"/>
                </a:lnTo>
                <a:lnTo>
                  <a:pt x="16714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2" name="bk object 52"/>
          <p:cNvSpPr/>
          <p:nvPr/>
        </p:nvSpPr>
        <p:spPr>
          <a:xfrm>
            <a:off x="11068545" y="457034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7" y="0"/>
                </a:moveTo>
                <a:lnTo>
                  <a:pt x="10023" y="1825"/>
                </a:lnTo>
                <a:lnTo>
                  <a:pt x="4344" y="6232"/>
                </a:lnTo>
                <a:lnTo>
                  <a:pt x="820" y="12496"/>
                </a:lnTo>
                <a:lnTo>
                  <a:pt x="0" y="19386"/>
                </a:lnTo>
                <a:lnTo>
                  <a:pt x="1825" y="26081"/>
                </a:lnTo>
                <a:lnTo>
                  <a:pt x="6237" y="31759"/>
                </a:lnTo>
                <a:lnTo>
                  <a:pt x="12495" y="35282"/>
                </a:lnTo>
                <a:lnTo>
                  <a:pt x="19384" y="36099"/>
                </a:lnTo>
                <a:lnTo>
                  <a:pt x="26079" y="34274"/>
                </a:lnTo>
                <a:lnTo>
                  <a:pt x="31751" y="29867"/>
                </a:lnTo>
                <a:lnTo>
                  <a:pt x="35276" y="23603"/>
                </a:lnTo>
                <a:lnTo>
                  <a:pt x="36098" y="16713"/>
                </a:lnTo>
                <a:lnTo>
                  <a:pt x="34276" y="10018"/>
                </a:lnTo>
                <a:lnTo>
                  <a:pt x="29871" y="4340"/>
                </a:lnTo>
                <a:lnTo>
                  <a:pt x="23608" y="817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3" name="bk object 53"/>
          <p:cNvSpPr/>
          <p:nvPr/>
        </p:nvSpPr>
        <p:spPr>
          <a:xfrm>
            <a:off x="11934803" y="1075991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7" y="0"/>
                </a:moveTo>
                <a:lnTo>
                  <a:pt x="10023" y="1821"/>
                </a:lnTo>
                <a:lnTo>
                  <a:pt x="4344" y="6226"/>
                </a:lnTo>
                <a:lnTo>
                  <a:pt x="820" y="12497"/>
                </a:lnTo>
                <a:lnTo>
                  <a:pt x="0" y="19391"/>
                </a:lnTo>
                <a:lnTo>
                  <a:pt x="1825" y="26087"/>
                </a:lnTo>
                <a:lnTo>
                  <a:pt x="6237" y="31765"/>
                </a:lnTo>
                <a:lnTo>
                  <a:pt x="12495" y="35283"/>
                </a:lnTo>
                <a:lnTo>
                  <a:pt x="19384" y="36101"/>
                </a:lnTo>
                <a:lnTo>
                  <a:pt x="26079" y="34278"/>
                </a:lnTo>
                <a:lnTo>
                  <a:pt x="31751" y="29873"/>
                </a:lnTo>
                <a:lnTo>
                  <a:pt x="35281" y="23609"/>
                </a:lnTo>
                <a:lnTo>
                  <a:pt x="36102" y="16719"/>
                </a:lnTo>
                <a:lnTo>
                  <a:pt x="34278" y="10024"/>
                </a:lnTo>
                <a:lnTo>
                  <a:pt x="29871" y="4346"/>
                </a:lnTo>
                <a:lnTo>
                  <a:pt x="23608" y="821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4" name="bk object 54"/>
          <p:cNvSpPr/>
          <p:nvPr/>
        </p:nvSpPr>
        <p:spPr>
          <a:xfrm>
            <a:off x="12203420" y="3075723"/>
            <a:ext cx="1614670" cy="1165225"/>
          </a:xfrm>
          <a:custGeom>
            <a:avLst/>
            <a:gdLst/>
            <a:ahLst/>
            <a:cxnLst/>
            <a:rect l="l" t="t" r="r" b="b"/>
            <a:pathLst>
              <a:path w="1175384" h="1165225">
                <a:moveTo>
                  <a:pt x="1175028" y="0"/>
                </a:moveTo>
                <a:lnTo>
                  <a:pt x="833424" y="23771"/>
                </a:lnTo>
                <a:lnTo>
                  <a:pt x="344246" y="591054"/>
                </a:lnTo>
                <a:lnTo>
                  <a:pt x="353428" y="752344"/>
                </a:lnTo>
                <a:lnTo>
                  <a:pt x="0" y="1162173"/>
                </a:lnTo>
                <a:lnTo>
                  <a:pt x="3327" y="1165031"/>
                </a:lnTo>
                <a:lnTo>
                  <a:pt x="357911" y="753856"/>
                </a:lnTo>
                <a:lnTo>
                  <a:pt x="348742" y="592578"/>
                </a:lnTo>
                <a:lnTo>
                  <a:pt x="835558" y="28038"/>
                </a:lnTo>
                <a:lnTo>
                  <a:pt x="1175028" y="4415"/>
                </a:lnTo>
                <a:lnTo>
                  <a:pt x="117502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5" name="bk object 55"/>
          <p:cNvSpPr/>
          <p:nvPr/>
        </p:nvSpPr>
        <p:spPr>
          <a:xfrm>
            <a:off x="13249616" y="3060809"/>
            <a:ext cx="568755" cy="859155"/>
          </a:xfrm>
          <a:custGeom>
            <a:avLst/>
            <a:gdLst/>
            <a:ahLst/>
            <a:cxnLst/>
            <a:rect l="l" t="t" r="r" b="b"/>
            <a:pathLst>
              <a:path w="414020" h="859154">
                <a:moveTo>
                  <a:pt x="413458" y="0"/>
                </a:moveTo>
                <a:lnTo>
                  <a:pt x="205117" y="241594"/>
                </a:lnTo>
                <a:lnTo>
                  <a:pt x="237744" y="571375"/>
                </a:lnTo>
                <a:lnTo>
                  <a:pt x="0" y="847067"/>
                </a:lnTo>
                <a:lnTo>
                  <a:pt x="13335" y="858573"/>
                </a:lnTo>
                <a:lnTo>
                  <a:pt x="256006" y="577167"/>
                </a:lnTo>
                <a:lnTo>
                  <a:pt x="223393" y="247386"/>
                </a:lnTo>
                <a:lnTo>
                  <a:pt x="413458" y="26978"/>
                </a:lnTo>
                <a:lnTo>
                  <a:pt x="41345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6" name="bk object 56"/>
          <p:cNvSpPr/>
          <p:nvPr/>
        </p:nvSpPr>
        <p:spPr>
          <a:xfrm>
            <a:off x="13797862" y="2860084"/>
            <a:ext cx="20062" cy="22860"/>
          </a:xfrm>
          <a:custGeom>
            <a:avLst/>
            <a:gdLst/>
            <a:ahLst/>
            <a:cxnLst/>
            <a:rect l="l" t="t" r="r" b="b"/>
            <a:pathLst>
              <a:path w="14604" h="22860">
                <a:moveTo>
                  <a:pt x="14367" y="0"/>
                </a:moveTo>
                <a:lnTo>
                  <a:pt x="0" y="16660"/>
                </a:lnTo>
                <a:lnTo>
                  <a:pt x="6667" y="22401"/>
                </a:lnTo>
                <a:lnTo>
                  <a:pt x="14367" y="13472"/>
                </a:lnTo>
                <a:lnTo>
                  <a:pt x="1436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7" name="bk object 57"/>
          <p:cNvSpPr/>
          <p:nvPr/>
        </p:nvSpPr>
        <p:spPr>
          <a:xfrm>
            <a:off x="13352439" y="2071562"/>
            <a:ext cx="465821" cy="398780"/>
          </a:xfrm>
          <a:custGeom>
            <a:avLst/>
            <a:gdLst/>
            <a:ahLst/>
            <a:cxnLst/>
            <a:rect l="l" t="t" r="r" b="b"/>
            <a:pathLst>
              <a:path w="339090" h="398780">
                <a:moveTo>
                  <a:pt x="338610" y="0"/>
                </a:moveTo>
                <a:lnTo>
                  <a:pt x="0" y="392653"/>
                </a:lnTo>
                <a:lnTo>
                  <a:pt x="6667" y="398406"/>
                </a:lnTo>
                <a:lnTo>
                  <a:pt x="338610" y="13476"/>
                </a:lnTo>
                <a:lnTo>
                  <a:pt x="338610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8" name="bk object 58"/>
          <p:cNvSpPr/>
          <p:nvPr/>
        </p:nvSpPr>
        <p:spPr>
          <a:xfrm>
            <a:off x="10104529" y="2710925"/>
            <a:ext cx="3713480" cy="901700"/>
          </a:xfrm>
          <a:custGeom>
            <a:avLst/>
            <a:gdLst/>
            <a:ahLst/>
            <a:cxnLst/>
            <a:rect l="l" t="t" r="r" b="b"/>
            <a:pathLst>
              <a:path w="2703195" h="901700">
                <a:moveTo>
                  <a:pt x="474696" y="559700"/>
                </a:moveTo>
                <a:lnTo>
                  <a:pt x="420763" y="559700"/>
                </a:lnTo>
                <a:lnTo>
                  <a:pt x="817257" y="901622"/>
                </a:lnTo>
                <a:lnTo>
                  <a:pt x="1173523" y="865033"/>
                </a:lnTo>
                <a:lnTo>
                  <a:pt x="828751" y="865033"/>
                </a:lnTo>
                <a:lnTo>
                  <a:pt x="474696" y="559700"/>
                </a:lnTo>
                <a:close/>
              </a:path>
              <a:path w="2703195" h="901700">
                <a:moveTo>
                  <a:pt x="2702898" y="0"/>
                </a:moveTo>
                <a:lnTo>
                  <a:pt x="1843074" y="76617"/>
                </a:lnTo>
                <a:lnTo>
                  <a:pt x="1195692" y="827339"/>
                </a:lnTo>
                <a:lnTo>
                  <a:pt x="828751" y="865033"/>
                </a:lnTo>
                <a:lnTo>
                  <a:pt x="1173523" y="865033"/>
                </a:lnTo>
                <a:lnTo>
                  <a:pt x="1213218" y="860956"/>
                </a:lnTo>
                <a:lnTo>
                  <a:pt x="1860423" y="110437"/>
                </a:lnTo>
                <a:lnTo>
                  <a:pt x="2702898" y="35364"/>
                </a:lnTo>
                <a:lnTo>
                  <a:pt x="2702898" y="0"/>
                </a:lnTo>
                <a:close/>
              </a:path>
              <a:path w="2703195" h="901700">
                <a:moveTo>
                  <a:pt x="433565" y="524228"/>
                </a:moveTo>
                <a:lnTo>
                  <a:pt x="169494" y="529232"/>
                </a:lnTo>
                <a:lnTo>
                  <a:pt x="0" y="725777"/>
                </a:lnTo>
                <a:lnTo>
                  <a:pt x="26682" y="748777"/>
                </a:lnTo>
                <a:lnTo>
                  <a:pt x="185902" y="564145"/>
                </a:lnTo>
                <a:lnTo>
                  <a:pt x="420763" y="559700"/>
                </a:lnTo>
                <a:lnTo>
                  <a:pt x="474696" y="559700"/>
                </a:lnTo>
                <a:lnTo>
                  <a:pt x="433565" y="524228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9" name="bk object 59"/>
          <p:cNvSpPr/>
          <p:nvPr/>
        </p:nvSpPr>
        <p:spPr>
          <a:xfrm>
            <a:off x="9471471" y="1734676"/>
            <a:ext cx="4346787" cy="2105025"/>
          </a:xfrm>
          <a:custGeom>
            <a:avLst/>
            <a:gdLst/>
            <a:ahLst/>
            <a:cxnLst/>
            <a:rect l="l" t="t" r="r" b="b"/>
            <a:pathLst>
              <a:path w="3164204" h="2105025">
                <a:moveTo>
                  <a:pt x="682698" y="1226735"/>
                </a:moveTo>
                <a:lnTo>
                  <a:pt x="669201" y="1226735"/>
                </a:lnTo>
                <a:lnTo>
                  <a:pt x="1687207" y="2104597"/>
                </a:lnTo>
                <a:lnTo>
                  <a:pt x="1809707" y="2095542"/>
                </a:lnTo>
                <a:lnTo>
                  <a:pt x="1690192" y="2095542"/>
                </a:lnTo>
                <a:lnTo>
                  <a:pt x="682698" y="1226735"/>
                </a:lnTo>
                <a:close/>
              </a:path>
              <a:path w="3164204" h="2105025">
                <a:moveTo>
                  <a:pt x="3163726" y="0"/>
                </a:moveTo>
                <a:lnTo>
                  <a:pt x="3149739" y="829"/>
                </a:lnTo>
                <a:lnTo>
                  <a:pt x="2408174" y="860784"/>
                </a:lnTo>
                <a:lnTo>
                  <a:pt x="2464777" y="1591581"/>
                </a:lnTo>
                <a:lnTo>
                  <a:pt x="2053336" y="2068707"/>
                </a:lnTo>
                <a:lnTo>
                  <a:pt x="1690192" y="2095542"/>
                </a:lnTo>
                <a:lnTo>
                  <a:pt x="1809707" y="2095542"/>
                </a:lnTo>
                <a:lnTo>
                  <a:pt x="2057628" y="2077216"/>
                </a:lnTo>
                <a:lnTo>
                  <a:pt x="2473845" y="1594552"/>
                </a:lnTo>
                <a:lnTo>
                  <a:pt x="2417241" y="863756"/>
                </a:lnTo>
                <a:lnTo>
                  <a:pt x="3153981" y="9402"/>
                </a:lnTo>
                <a:lnTo>
                  <a:pt x="3163726" y="8817"/>
                </a:lnTo>
                <a:lnTo>
                  <a:pt x="3163726" y="0"/>
                </a:lnTo>
                <a:close/>
              </a:path>
              <a:path w="3164204" h="2105025">
                <a:moveTo>
                  <a:pt x="672109" y="1217604"/>
                </a:moveTo>
                <a:lnTo>
                  <a:pt x="271449" y="1257698"/>
                </a:lnTo>
                <a:lnTo>
                  <a:pt x="0" y="1572480"/>
                </a:lnTo>
                <a:lnTo>
                  <a:pt x="6654" y="1578233"/>
                </a:lnTo>
                <a:lnTo>
                  <a:pt x="275818" y="1266118"/>
                </a:lnTo>
                <a:lnTo>
                  <a:pt x="669201" y="1226735"/>
                </a:lnTo>
                <a:lnTo>
                  <a:pt x="682698" y="1226735"/>
                </a:lnTo>
                <a:lnTo>
                  <a:pt x="672109" y="1217604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0" name="bk object 60"/>
          <p:cNvSpPr/>
          <p:nvPr/>
        </p:nvSpPr>
        <p:spPr>
          <a:xfrm>
            <a:off x="11285275" y="1319822"/>
            <a:ext cx="2532354" cy="1663700"/>
          </a:xfrm>
          <a:custGeom>
            <a:avLst/>
            <a:gdLst/>
            <a:ahLst/>
            <a:cxnLst/>
            <a:rect l="l" t="t" r="r" b="b"/>
            <a:pathLst>
              <a:path w="1843404" h="1663700">
                <a:moveTo>
                  <a:pt x="1843383" y="0"/>
                </a:moveTo>
                <a:lnTo>
                  <a:pt x="1067930" y="899239"/>
                </a:lnTo>
                <a:lnTo>
                  <a:pt x="611657" y="930951"/>
                </a:lnTo>
                <a:lnTo>
                  <a:pt x="0" y="1640246"/>
                </a:lnTo>
                <a:lnTo>
                  <a:pt x="26669" y="1663246"/>
                </a:lnTo>
                <a:lnTo>
                  <a:pt x="628738" y="965076"/>
                </a:lnTo>
                <a:lnTo>
                  <a:pt x="1084999" y="933364"/>
                </a:lnTo>
                <a:lnTo>
                  <a:pt x="1843383" y="53936"/>
                </a:lnTo>
                <a:lnTo>
                  <a:pt x="184338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1" name="bk object 61"/>
          <p:cNvSpPr/>
          <p:nvPr/>
        </p:nvSpPr>
        <p:spPr>
          <a:xfrm>
            <a:off x="11383719" y="1566823"/>
            <a:ext cx="2434654" cy="2317115"/>
          </a:xfrm>
          <a:custGeom>
            <a:avLst/>
            <a:gdLst/>
            <a:ahLst/>
            <a:cxnLst/>
            <a:rect l="l" t="t" r="r" b="b"/>
            <a:pathLst>
              <a:path w="1772284" h="2317115">
                <a:moveTo>
                  <a:pt x="1771722" y="1038021"/>
                </a:moveTo>
                <a:lnTo>
                  <a:pt x="1544535" y="1301481"/>
                </a:lnTo>
                <a:lnTo>
                  <a:pt x="1098372" y="1334450"/>
                </a:lnTo>
                <a:lnTo>
                  <a:pt x="412242" y="2130105"/>
                </a:lnTo>
                <a:lnTo>
                  <a:pt x="137083" y="2146437"/>
                </a:lnTo>
                <a:lnTo>
                  <a:pt x="0" y="2305403"/>
                </a:lnTo>
                <a:lnTo>
                  <a:pt x="13335" y="2316909"/>
                </a:lnTo>
                <a:lnTo>
                  <a:pt x="145567" y="2163569"/>
                </a:lnTo>
                <a:lnTo>
                  <a:pt x="420725" y="2147250"/>
                </a:lnTo>
                <a:lnTo>
                  <a:pt x="1106944" y="1351468"/>
                </a:lnTo>
                <a:lnTo>
                  <a:pt x="1553108" y="1318511"/>
                </a:lnTo>
                <a:lnTo>
                  <a:pt x="1771722" y="1064998"/>
                </a:lnTo>
                <a:lnTo>
                  <a:pt x="1771722" y="1038021"/>
                </a:lnTo>
                <a:close/>
              </a:path>
              <a:path w="1772284" h="2317115">
                <a:moveTo>
                  <a:pt x="1771722" y="0"/>
                </a:moveTo>
                <a:lnTo>
                  <a:pt x="1758657" y="15148"/>
                </a:lnTo>
                <a:lnTo>
                  <a:pt x="1771722" y="177940"/>
                </a:lnTo>
                <a:lnTo>
                  <a:pt x="1771722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2" name="bk object 62"/>
          <p:cNvSpPr/>
          <p:nvPr/>
        </p:nvSpPr>
        <p:spPr>
          <a:xfrm>
            <a:off x="10871733" y="1178644"/>
            <a:ext cx="2946708" cy="2558415"/>
          </a:xfrm>
          <a:custGeom>
            <a:avLst/>
            <a:gdLst/>
            <a:ahLst/>
            <a:cxnLst/>
            <a:rect l="l" t="t" r="r" b="b"/>
            <a:pathLst>
              <a:path w="2145029" h="2558415">
                <a:moveTo>
                  <a:pt x="2144417" y="0"/>
                </a:moveTo>
                <a:lnTo>
                  <a:pt x="2142147" y="191"/>
                </a:lnTo>
                <a:lnTo>
                  <a:pt x="1037208" y="1281494"/>
                </a:lnTo>
                <a:lnTo>
                  <a:pt x="1068933" y="1710589"/>
                </a:lnTo>
                <a:lnTo>
                  <a:pt x="759320" y="2069618"/>
                </a:lnTo>
                <a:lnTo>
                  <a:pt x="384911" y="2100505"/>
                </a:lnTo>
                <a:lnTo>
                  <a:pt x="0" y="2546846"/>
                </a:lnTo>
                <a:lnTo>
                  <a:pt x="13347" y="2558352"/>
                </a:lnTo>
                <a:lnTo>
                  <a:pt x="393534" y="2117472"/>
                </a:lnTo>
                <a:lnTo>
                  <a:pt x="767956" y="2086585"/>
                </a:lnTo>
                <a:lnTo>
                  <a:pt x="1087031" y="1716571"/>
                </a:lnTo>
                <a:lnTo>
                  <a:pt x="1055319" y="1287476"/>
                </a:lnTo>
                <a:lnTo>
                  <a:pt x="2144417" y="24542"/>
                </a:lnTo>
                <a:lnTo>
                  <a:pt x="21444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3" name="bk object 63"/>
          <p:cNvSpPr/>
          <p:nvPr/>
        </p:nvSpPr>
        <p:spPr>
          <a:xfrm>
            <a:off x="12883499" y="985738"/>
            <a:ext cx="934258" cy="600075"/>
          </a:xfrm>
          <a:custGeom>
            <a:avLst/>
            <a:gdLst/>
            <a:ahLst/>
            <a:cxnLst/>
            <a:rect l="l" t="t" r="r" b="b"/>
            <a:pathLst>
              <a:path w="680084" h="600075">
                <a:moveTo>
                  <a:pt x="679970" y="0"/>
                </a:moveTo>
                <a:lnTo>
                  <a:pt x="504316" y="8978"/>
                </a:lnTo>
                <a:lnTo>
                  <a:pt x="0" y="593800"/>
                </a:lnTo>
                <a:lnTo>
                  <a:pt x="6667" y="599553"/>
                </a:lnTo>
                <a:lnTo>
                  <a:pt x="508520" y="17588"/>
                </a:lnTo>
                <a:lnTo>
                  <a:pt x="679970" y="8825"/>
                </a:lnTo>
                <a:lnTo>
                  <a:pt x="679970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4" name="bk object 64"/>
          <p:cNvSpPr/>
          <p:nvPr/>
        </p:nvSpPr>
        <p:spPr>
          <a:xfrm>
            <a:off x="9977388" y="496539"/>
            <a:ext cx="3840839" cy="2754630"/>
          </a:xfrm>
          <a:custGeom>
            <a:avLst/>
            <a:gdLst/>
            <a:ahLst/>
            <a:cxnLst/>
            <a:rect l="l" t="t" r="r" b="b"/>
            <a:pathLst>
              <a:path w="2795904" h="2754630">
                <a:moveTo>
                  <a:pt x="2795448" y="0"/>
                </a:moveTo>
                <a:lnTo>
                  <a:pt x="2296934" y="6517"/>
                </a:lnTo>
                <a:lnTo>
                  <a:pt x="1745945" y="645467"/>
                </a:lnTo>
                <a:lnTo>
                  <a:pt x="1462595" y="663945"/>
                </a:lnTo>
                <a:lnTo>
                  <a:pt x="1461668" y="664022"/>
                </a:lnTo>
                <a:lnTo>
                  <a:pt x="486117" y="1795274"/>
                </a:lnTo>
                <a:lnTo>
                  <a:pt x="515721" y="2153236"/>
                </a:lnTo>
                <a:lnTo>
                  <a:pt x="0" y="2751292"/>
                </a:lnTo>
                <a:lnTo>
                  <a:pt x="3340" y="2754162"/>
                </a:lnTo>
                <a:lnTo>
                  <a:pt x="520255" y="2154722"/>
                </a:lnTo>
                <a:lnTo>
                  <a:pt x="490664" y="1796760"/>
                </a:lnTo>
                <a:lnTo>
                  <a:pt x="1463802" y="668276"/>
                </a:lnTo>
                <a:lnTo>
                  <a:pt x="1748066" y="649721"/>
                </a:lnTo>
                <a:lnTo>
                  <a:pt x="2298966" y="10886"/>
                </a:lnTo>
                <a:lnTo>
                  <a:pt x="2795448" y="4406"/>
                </a:lnTo>
                <a:lnTo>
                  <a:pt x="279544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5" name="bk object 65"/>
          <p:cNvSpPr/>
          <p:nvPr/>
        </p:nvSpPr>
        <p:spPr>
          <a:xfrm>
            <a:off x="9995914" y="2757"/>
            <a:ext cx="3822520" cy="3854450"/>
          </a:xfrm>
          <a:custGeom>
            <a:avLst/>
            <a:gdLst/>
            <a:ahLst/>
            <a:cxnLst/>
            <a:rect l="l" t="t" r="r" b="b"/>
            <a:pathLst>
              <a:path w="2782570" h="3854450">
                <a:moveTo>
                  <a:pt x="2781962" y="0"/>
                </a:moveTo>
                <a:lnTo>
                  <a:pt x="2579674" y="234570"/>
                </a:lnTo>
                <a:lnTo>
                  <a:pt x="2629065" y="860401"/>
                </a:lnTo>
                <a:lnTo>
                  <a:pt x="1800758" y="1820914"/>
                </a:lnTo>
                <a:lnTo>
                  <a:pt x="1260779" y="1845171"/>
                </a:lnTo>
                <a:lnTo>
                  <a:pt x="750671" y="2436699"/>
                </a:lnTo>
                <a:lnTo>
                  <a:pt x="787501" y="2935047"/>
                </a:lnTo>
                <a:lnTo>
                  <a:pt x="0" y="3848266"/>
                </a:lnTo>
                <a:lnTo>
                  <a:pt x="6667" y="3854019"/>
                </a:lnTo>
                <a:lnTo>
                  <a:pt x="796556" y="2938032"/>
                </a:lnTo>
                <a:lnTo>
                  <a:pt x="759713" y="2439684"/>
                </a:lnTo>
                <a:lnTo>
                  <a:pt x="1264958" y="1853782"/>
                </a:lnTo>
                <a:lnTo>
                  <a:pt x="1804962" y="1829538"/>
                </a:lnTo>
                <a:lnTo>
                  <a:pt x="2638132" y="863372"/>
                </a:lnTo>
                <a:lnTo>
                  <a:pt x="2588742" y="237542"/>
                </a:lnTo>
                <a:lnTo>
                  <a:pt x="2781962" y="13497"/>
                </a:lnTo>
                <a:lnTo>
                  <a:pt x="2781962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6" name="bk object 66"/>
          <p:cNvSpPr/>
          <p:nvPr/>
        </p:nvSpPr>
        <p:spPr>
          <a:xfrm>
            <a:off x="11876229" y="405169"/>
            <a:ext cx="1941792" cy="2649855"/>
          </a:xfrm>
          <a:custGeom>
            <a:avLst/>
            <a:gdLst/>
            <a:ahLst/>
            <a:cxnLst/>
            <a:rect l="l" t="t" r="r" b="b"/>
            <a:pathLst>
              <a:path w="1413509" h="2649855">
                <a:moveTo>
                  <a:pt x="1413204" y="0"/>
                </a:moveTo>
                <a:lnTo>
                  <a:pt x="579818" y="966411"/>
                </a:lnTo>
                <a:lnTo>
                  <a:pt x="614565" y="1521299"/>
                </a:lnTo>
                <a:lnTo>
                  <a:pt x="132803" y="2079959"/>
                </a:lnTo>
                <a:lnTo>
                  <a:pt x="178206" y="2439890"/>
                </a:lnTo>
                <a:lnTo>
                  <a:pt x="0" y="2646532"/>
                </a:lnTo>
                <a:lnTo>
                  <a:pt x="3340" y="2649415"/>
                </a:lnTo>
                <a:lnTo>
                  <a:pt x="182816" y="2441287"/>
                </a:lnTo>
                <a:lnTo>
                  <a:pt x="137413" y="2081344"/>
                </a:lnTo>
                <a:lnTo>
                  <a:pt x="619061" y="1522810"/>
                </a:lnTo>
                <a:lnTo>
                  <a:pt x="584314" y="967935"/>
                </a:lnTo>
                <a:lnTo>
                  <a:pt x="1413204" y="6730"/>
                </a:lnTo>
                <a:lnTo>
                  <a:pt x="1413204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7" name="bk object 67"/>
          <p:cNvSpPr/>
          <p:nvPr/>
        </p:nvSpPr>
        <p:spPr>
          <a:xfrm>
            <a:off x="10447122" y="1"/>
            <a:ext cx="3165661" cy="3715385"/>
          </a:xfrm>
          <a:custGeom>
            <a:avLst/>
            <a:gdLst/>
            <a:ahLst/>
            <a:cxnLst/>
            <a:rect l="l" t="t" r="r" b="b"/>
            <a:pathLst>
              <a:path w="2304415" h="3715385">
                <a:moveTo>
                  <a:pt x="2304201" y="0"/>
                </a:moveTo>
                <a:lnTo>
                  <a:pt x="2280933" y="0"/>
                </a:lnTo>
                <a:lnTo>
                  <a:pt x="2087638" y="224149"/>
                </a:lnTo>
                <a:lnTo>
                  <a:pt x="1942858" y="256776"/>
                </a:lnTo>
                <a:lnTo>
                  <a:pt x="1220025" y="1095001"/>
                </a:lnTo>
                <a:lnTo>
                  <a:pt x="1247787" y="1258920"/>
                </a:lnTo>
                <a:lnTo>
                  <a:pt x="855853" y="1713428"/>
                </a:lnTo>
                <a:lnTo>
                  <a:pt x="931926" y="2869686"/>
                </a:lnTo>
                <a:lnTo>
                  <a:pt x="227164" y="3686944"/>
                </a:lnTo>
                <a:lnTo>
                  <a:pt x="0" y="3697574"/>
                </a:lnTo>
                <a:lnTo>
                  <a:pt x="825" y="3715164"/>
                </a:lnTo>
                <a:lnTo>
                  <a:pt x="235559" y="3704165"/>
                </a:lnTo>
                <a:lnTo>
                  <a:pt x="949972" y="2875719"/>
                </a:lnTo>
                <a:lnTo>
                  <a:pt x="873912" y="1719473"/>
                </a:lnTo>
                <a:lnTo>
                  <a:pt x="1266545" y="1264152"/>
                </a:lnTo>
                <a:lnTo>
                  <a:pt x="1238758" y="1100221"/>
                </a:lnTo>
                <a:lnTo>
                  <a:pt x="1952409" y="272676"/>
                </a:lnTo>
                <a:lnTo>
                  <a:pt x="2097189" y="240050"/>
                </a:lnTo>
                <a:lnTo>
                  <a:pt x="2304201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8" name="bk object 68"/>
          <p:cNvSpPr/>
          <p:nvPr/>
        </p:nvSpPr>
        <p:spPr>
          <a:xfrm>
            <a:off x="11915731" y="0"/>
            <a:ext cx="1464631" cy="1052830"/>
          </a:xfrm>
          <a:custGeom>
            <a:avLst/>
            <a:gdLst/>
            <a:ahLst/>
            <a:cxnLst/>
            <a:rect l="l" t="t" r="r" b="b"/>
            <a:pathLst>
              <a:path w="1066165" h="1052830">
                <a:moveTo>
                  <a:pt x="1066003" y="0"/>
                </a:moveTo>
                <a:lnTo>
                  <a:pt x="1054376" y="0"/>
                </a:lnTo>
                <a:lnTo>
                  <a:pt x="468731" y="679122"/>
                </a:lnTo>
                <a:lnTo>
                  <a:pt x="289471" y="711164"/>
                </a:lnTo>
                <a:lnTo>
                  <a:pt x="0" y="1046837"/>
                </a:lnTo>
                <a:lnTo>
                  <a:pt x="6667" y="1052590"/>
                </a:lnTo>
                <a:lnTo>
                  <a:pt x="294093" y="719279"/>
                </a:lnTo>
                <a:lnTo>
                  <a:pt x="471830" y="687529"/>
                </a:lnTo>
                <a:lnTo>
                  <a:pt x="473354" y="687237"/>
                </a:lnTo>
                <a:lnTo>
                  <a:pt x="106600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9" name="bk object 69"/>
          <p:cNvSpPr/>
          <p:nvPr/>
        </p:nvSpPr>
        <p:spPr>
          <a:xfrm>
            <a:off x="12906968" y="1202491"/>
            <a:ext cx="748453" cy="2470150"/>
          </a:xfrm>
          <a:custGeom>
            <a:avLst/>
            <a:gdLst/>
            <a:ahLst/>
            <a:cxnLst/>
            <a:rect l="l" t="t" r="r" b="b"/>
            <a:pathLst>
              <a:path w="544829" h="2470150">
                <a:moveTo>
                  <a:pt x="541070" y="0"/>
                </a:moveTo>
                <a:lnTo>
                  <a:pt x="347179" y="224828"/>
                </a:lnTo>
                <a:lnTo>
                  <a:pt x="394766" y="656615"/>
                </a:lnTo>
                <a:lnTo>
                  <a:pt x="103454" y="994422"/>
                </a:lnTo>
                <a:lnTo>
                  <a:pt x="198424" y="2236978"/>
                </a:lnTo>
                <a:lnTo>
                  <a:pt x="0" y="2467076"/>
                </a:lnTo>
                <a:lnTo>
                  <a:pt x="3314" y="2469946"/>
                </a:lnTo>
                <a:lnTo>
                  <a:pt x="202946" y="2238451"/>
                </a:lnTo>
                <a:lnTo>
                  <a:pt x="107962" y="995908"/>
                </a:lnTo>
                <a:lnTo>
                  <a:pt x="399326" y="658050"/>
                </a:lnTo>
                <a:lnTo>
                  <a:pt x="351764" y="226250"/>
                </a:lnTo>
                <a:lnTo>
                  <a:pt x="544398" y="2870"/>
                </a:lnTo>
                <a:lnTo>
                  <a:pt x="541070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0" name="bk object 70"/>
          <p:cNvSpPr/>
          <p:nvPr/>
        </p:nvSpPr>
        <p:spPr>
          <a:xfrm>
            <a:off x="11100399" y="657514"/>
            <a:ext cx="2717287" cy="1364615"/>
          </a:xfrm>
          <a:custGeom>
            <a:avLst/>
            <a:gdLst/>
            <a:ahLst/>
            <a:cxnLst/>
            <a:rect l="l" t="t" r="r" b="b"/>
            <a:pathLst>
              <a:path w="1978025" h="1364614">
                <a:moveTo>
                  <a:pt x="1977962" y="0"/>
                </a:moveTo>
                <a:lnTo>
                  <a:pt x="1867090" y="8202"/>
                </a:lnTo>
                <a:lnTo>
                  <a:pt x="1264513" y="706944"/>
                </a:lnTo>
                <a:lnTo>
                  <a:pt x="898944" y="718310"/>
                </a:lnTo>
                <a:lnTo>
                  <a:pt x="561225" y="1109940"/>
                </a:lnTo>
                <a:lnTo>
                  <a:pt x="177888" y="1135137"/>
                </a:lnTo>
                <a:lnTo>
                  <a:pt x="0" y="1341410"/>
                </a:lnTo>
                <a:lnTo>
                  <a:pt x="26669" y="1364423"/>
                </a:lnTo>
                <a:lnTo>
                  <a:pt x="194919" y="1169313"/>
                </a:lnTo>
                <a:lnTo>
                  <a:pt x="578256" y="1144116"/>
                </a:lnTo>
                <a:lnTo>
                  <a:pt x="915517" y="753032"/>
                </a:lnTo>
                <a:lnTo>
                  <a:pt x="1281087" y="741665"/>
                </a:lnTo>
                <a:lnTo>
                  <a:pt x="1884222" y="42251"/>
                </a:lnTo>
                <a:lnTo>
                  <a:pt x="1977962" y="35321"/>
                </a:lnTo>
                <a:lnTo>
                  <a:pt x="1977962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1" name="bk object 71"/>
          <p:cNvSpPr/>
          <p:nvPr/>
        </p:nvSpPr>
        <p:spPr>
          <a:xfrm>
            <a:off x="13767942" y="2866400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3" y="0"/>
                </a:moveTo>
                <a:lnTo>
                  <a:pt x="10017" y="1821"/>
                </a:lnTo>
                <a:lnTo>
                  <a:pt x="4333" y="6226"/>
                </a:lnTo>
                <a:lnTo>
                  <a:pt x="816" y="12497"/>
                </a:lnTo>
                <a:lnTo>
                  <a:pt x="0" y="19389"/>
                </a:lnTo>
                <a:lnTo>
                  <a:pt x="1826" y="26082"/>
                </a:lnTo>
                <a:lnTo>
                  <a:pt x="6238" y="31753"/>
                </a:lnTo>
                <a:lnTo>
                  <a:pt x="12495" y="35277"/>
                </a:lnTo>
                <a:lnTo>
                  <a:pt x="19381" y="36099"/>
                </a:lnTo>
                <a:lnTo>
                  <a:pt x="26075" y="34278"/>
                </a:lnTo>
                <a:lnTo>
                  <a:pt x="31753" y="29873"/>
                </a:lnTo>
                <a:lnTo>
                  <a:pt x="35277" y="23609"/>
                </a:lnTo>
                <a:lnTo>
                  <a:pt x="36099" y="16719"/>
                </a:lnTo>
                <a:lnTo>
                  <a:pt x="34278" y="10024"/>
                </a:lnTo>
                <a:lnTo>
                  <a:pt x="29873" y="4346"/>
                </a:lnTo>
                <a:lnTo>
                  <a:pt x="23604" y="821"/>
                </a:lnTo>
                <a:lnTo>
                  <a:pt x="1671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2" name="bk object 72"/>
          <p:cNvSpPr/>
          <p:nvPr/>
        </p:nvSpPr>
        <p:spPr>
          <a:xfrm>
            <a:off x="12878441" y="3658184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08" y="0"/>
                </a:moveTo>
                <a:lnTo>
                  <a:pt x="10013" y="1825"/>
                </a:lnTo>
                <a:lnTo>
                  <a:pt x="4335" y="6232"/>
                </a:lnTo>
                <a:lnTo>
                  <a:pt x="818" y="12496"/>
                </a:lnTo>
                <a:lnTo>
                  <a:pt x="0" y="19386"/>
                </a:lnTo>
                <a:lnTo>
                  <a:pt x="1822" y="26081"/>
                </a:lnTo>
                <a:lnTo>
                  <a:pt x="6227" y="31759"/>
                </a:lnTo>
                <a:lnTo>
                  <a:pt x="12486" y="35282"/>
                </a:lnTo>
                <a:lnTo>
                  <a:pt x="19375" y="36099"/>
                </a:lnTo>
                <a:lnTo>
                  <a:pt x="26069" y="34274"/>
                </a:lnTo>
                <a:lnTo>
                  <a:pt x="31742" y="29867"/>
                </a:lnTo>
                <a:lnTo>
                  <a:pt x="35273" y="23603"/>
                </a:lnTo>
                <a:lnTo>
                  <a:pt x="36098" y="16713"/>
                </a:lnTo>
                <a:lnTo>
                  <a:pt x="34274" y="10018"/>
                </a:lnTo>
                <a:lnTo>
                  <a:pt x="29862" y="4340"/>
                </a:lnTo>
                <a:lnTo>
                  <a:pt x="23598" y="817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3" name="bk object 73"/>
          <p:cNvSpPr/>
          <p:nvPr/>
        </p:nvSpPr>
        <p:spPr>
          <a:xfrm>
            <a:off x="11357126" y="3869779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3" y="0"/>
                </a:moveTo>
                <a:lnTo>
                  <a:pt x="10017" y="1821"/>
                </a:lnTo>
                <a:lnTo>
                  <a:pt x="4333" y="6226"/>
                </a:lnTo>
                <a:lnTo>
                  <a:pt x="816" y="12497"/>
                </a:lnTo>
                <a:lnTo>
                  <a:pt x="0" y="19391"/>
                </a:lnTo>
                <a:lnTo>
                  <a:pt x="1826" y="26087"/>
                </a:lnTo>
                <a:lnTo>
                  <a:pt x="6238" y="31765"/>
                </a:lnTo>
                <a:lnTo>
                  <a:pt x="12497" y="35283"/>
                </a:lnTo>
                <a:lnTo>
                  <a:pt x="19386" y="36101"/>
                </a:lnTo>
                <a:lnTo>
                  <a:pt x="26080" y="34278"/>
                </a:lnTo>
                <a:lnTo>
                  <a:pt x="31753" y="29873"/>
                </a:lnTo>
                <a:lnTo>
                  <a:pt x="35277" y="23609"/>
                </a:lnTo>
                <a:lnTo>
                  <a:pt x="36099" y="16719"/>
                </a:lnTo>
                <a:lnTo>
                  <a:pt x="34278" y="10024"/>
                </a:lnTo>
                <a:lnTo>
                  <a:pt x="29873" y="4346"/>
                </a:lnTo>
                <a:lnTo>
                  <a:pt x="23604" y="821"/>
                </a:lnTo>
                <a:lnTo>
                  <a:pt x="1671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4" name="bk object 74"/>
          <p:cNvSpPr/>
          <p:nvPr/>
        </p:nvSpPr>
        <p:spPr>
          <a:xfrm>
            <a:off x="13224594" y="3903935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08" y="0"/>
                </a:moveTo>
                <a:lnTo>
                  <a:pt x="10013" y="1821"/>
                </a:lnTo>
                <a:lnTo>
                  <a:pt x="4335" y="6221"/>
                </a:lnTo>
                <a:lnTo>
                  <a:pt x="818" y="12492"/>
                </a:lnTo>
                <a:lnTo>
                  <a:pt x="0" y="19386"/>
                </a:lnTo>
                <a:lnTo>
                  <a:pt x="1822" y="26082"/>
                </a:lnTo>
                <a:lnTo>
                  <a:pt x="6227" y="31761"/>
                </a:lnTo>
                <a:lnTo>
                  <a:pt x="12491" y="35283"/>
                </a:lnTo>
                <a:lnTo>
                  <a:pt x="19380" y="36102"/>
                </a:lnTo>
                <a:lnTo>
                  <a:pt x="26071" y="34281"/>
                </a:lnTo>
                <a:lnTo>
                  <a:pt x="31742" y="29881"/>
                </a:lnTo>
                <a:lnTo>
                  <a:pt x="35273" y="23612"/>
                </a:lnTo>
                <a:lnTo>
                  <a:pt x="36098" y="16721"/>
                </a:lnTo>
                <a:lnTo>
                  <a:pt x="34274" y="10025"/>
                </a:lnTo>
                <a:lnTo>
                  <a:pt x="29862" y="4341"/>
                </a:lnTo>
                <a:lnTo>
                  <a:pt x="23598" y="818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5" name="bk object 75"/>
          <p:cNvSpPr/>
          <p:nvPr/>
        </p:nvSpPr>
        <p:spPr>
          <a:xfrm>
            <a:off x="12166443" y="4233701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3" y="0"/>
                </a:moveTo>
                <a:lnTo>
                  <a:pt x="10017" y="1821"/>
                </a:lnTo>
                <a:lnTo>
                  <a:pt x="4333" y="6221"/>
                </a:lnTo>
                <a:lnTo>
                  <a:pt x="816" y="12492"/>
                </a:lnTo>
                <a:lnTo>
                  <a:pt x="0" y="19386"/>
                </a:lnTo>
                <a:lnTo>
                  <a:pt x="1826" y="26082"/>
                </a:lnTo>
                <a:lnTo>
                  <a:pt x="6238" y="31761"/>
                </a:lnTo>
                <a:lnTo>
                  <a:pt x="12497" y="35283"/>
                </a:lnTo>
                <a:lnTo>
                  <a:pt x="19386" y="36101"/>
                </a:lnTo>
                <a:lnTo>
                  <a:pt x="26080" y="34275"/>
                </a:lnTo>
                <a:lnTo>
                  <a:pt x="31753" y="29868"/>
                </a:lnTo>
                <a:lnTo>
                  <a:pt x="35277" y="23606"/>
                </a:lnTo>
                <a:lnTo>
                  <a:pt x="36099" y="16719"/>
                </a:lnTo>
                <a:lnTo>
                  <a:pt x="34278" y="10025"/>
                </a:lnTo>
                <a:lnTo>
                  <a:pt x="29873" y="4341"/>
                </a:lnTo>
                <a:lnTo>
                  <a:pt x="23604" y="818"/>
                </a:lnTo>
                <a:lnTo>
                  <a:pt x="1671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6" name="bk object 76"/>
          <p:cNvSpPr/>
          <p:nvPr/>
        </p:nvSpPr>
        <p:spPr>
          <a:xfrm>
            <a:off x="10845780" y="3719494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7" y="0"/>
                </a:moveTo>
                <a:lnTo>
                  <a:pt x="10023" y="1821"/>
                </a:lnTo>
                <a:lnTo>
                  <a:pt x="4344" y="6226"/>
                </a:lnTo>
                <a:lnTo>
                  <a:pt x="820" y="12497"/>
                </a:lnTo>
                <a:lnTo>
                  <a:pt x="0" y="19391"/>
                </a:lnTo>
                <a:lnTo>
                  <a:pt x="1825" y="26087"/>
                </a:lnTo>
                <a:lnTo>
                  <a:pt x="6237" y="31765"/>
                </a:lnTo>
                <a:lnTo>
                  <a:pt x="12495" y="35283"/>
                </a:lnTo>
                <a:lnTo>
                  <a:pt x="19384" y="36101"/>
                </a:lnTo>
                <a:lnTo>
                  <a:pt x="26079" y="34278"/>
                </a:lnTo>
                <a:lnTo>
                  <a:pt x="31751" y="29873"/>
                </a:lnTo>
                <a:lnTo>
                  <a:pt x="35281" y="23609"/>
                </a:lnTo>
                <a:lnTo>
                  <a:pt x="36102" y="16719"/>
                </a:lnTo>
                <a:lnTo>
                  <a:pt x="34278" y="10024"/>
                </a:lnTo>
                <a:lnTo>
                  <a:pt x="29871" y="4346"/>
                </a:lnTo>
                <a:lnTo>
                  <a:pt x="23608" y="821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7" name="bk object 77"/>
          <p:cNvSpPr/>
          <p:nvPr/>
        </p:nvSpPr>
        <p:spPr>
          <a:xfrm>
            <a:off x="10061923" y="3433386"/>
            <a:ext cx="83743" cy="60960"/>
          </a:xfrm>
          <a:custGeom>
            <a:avLst/>
            <a:gdLst/>
            <a:ahLst/>
            <a:cxnLst/>
            <a:rect l="l" t="t" r="r" b="b"/>
            <a:pathLst>
              <a:path w="60959" h="60960">
                <a:moveTo>
                  <a:pt x="28128" y="0"/>
                </a:moveTo>
                <a:lnTo>
                  <a:pt x="16860" y="3069"/>
                </a:lnTo>
                <a:lnTo>
                  <a:pt x="7304" y="10483"/>
                </a:lnTo>
                <a:lnTo>
                  <a:pt x="1379" y="21026"/>
                </a:lnTo>
                <a:lnTo>
                  <a:pt x="0" y="32623"/>
                </a:lnTo>
                <a:lnTo>
                  <a:pt x="3066" y="43891"/>
                </a:lnTo>
                <a:lnTo>
                  <a:pt x="10479" y="53447"/>
                </a:lnTo>
                <a:lnTo>
                  <a:pt x="21026" y="59377"/>
                </a:lnTo>
                <a:lnTo>
                  <a:pt x="32623" y="60756"/>
                </a:lnTo>
                <a:lnTo>
                  <a:pt x="43888" y="57687"/>
                </a:lnTo>
                <a:lnTo>
                  <a:pt x="53443" y="50272"/>
                </a:lnTo>
                <a:lnTo>
                  <a:pt x="59372" y="39725"/>
                </a:lnTo>
                <a:lnTo>
                  <a:pt x="60752" y="28128"/>
                </a:lnTo>
                <a:lnTo>
                  <a:pt x="57683" y="16863"/>
                </a:lnTo>
                <a:lnTo>
                  <a:pt x="50268" y="7308"/>
                </a:lnTo>
                <a:lnTo>
                  <a:pt x="39725" y="1379"/>
                </a:lnTo>
                <a:lnTo>
                  <a:pt x="2812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8" name="bk object 78"/>
          <p:cNvSpPr/>
          <p:nvPr/>
        </p:nvSpPr>
        <p:spPr>
          <a:xfrm>
            <a:off x="11058050" y="1996606"/>
            <a:ext cx="83743" cy="60960"/>
          </a:xfrm>
          <a:custGeom>
            <a:avLst/>
            <a:gdLst/>
            <a:ahLst/>
            <a:cxnLst/>
            <a:rect l="l" t="t" r="r" b="b"/>
            <a:pathLst>
              <a:path w="60959" h="60960">
                <a:moveTo>
                  <a:pt x="28128" y="0"/>
                </a:moveTo>
                <a:lnTo>
                  <a:pt x="16863" y="3069"/>
                </a:lnTo>
                <a:lnTo>
                  <a:pt x="7308" y="10483"/>
                </a:lnTo>
                <a:lnTo>
                  <a:pt x="1379" y="21025"/>
                </a:lnTo>
                <a:lnTo>
                  <a:pt x="0" y="32621"/>
                </a:lnTo>
                <a:lnTo>
                  <a:pt x="3069" y="43886"/>
                </a:lnTo>
                <a:lnTo>
                  <a:pt x="10483" y="53435"/>
                </a:lnTo>
                <a:lnTo>
                  <a:pt x="21026" y="59372"/>
                </a:lnTo>
                <a:lnTo>
                  <a:pt x="32623" y="60753"/>
                </a:lnTo>
                <a:lnTo>
                  <a:pt x="43891" y="57682"/>
                </a:lnTo>
                <a:lnTo>
                  <a:pt x="53447" y="50260"/>
                </a:lnTo>
                <a:lnTo>
                  <a:pt x="59372" y="39720"/>
                </a:lnTo>
                <a:lnTo>
                  <a:pt x="60752" y="28127"/>
                </a:lnTo>
                <a:lnTo>
                  <a:pt x="57685" y="16863"/>
                </a:lnTo>
                <a:lnTo>
                  <a:pt x="50272" y="7308"/>
                </a:lnTo>
                <a:lnTo>
                  <a:pt x="39725" y="1379"/>
                </a:lnTo>
                <a:lnTo>
                  <a:pt x="2812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9" name="bk object 79"/>
          <p:cNvSpPr/>
          <p:nvPr/>
        </p:nvSpPr>
        <p:spPr>
          <a:xfrm>
            <a:off x="11248634" y="2953825"/>
            <a:ext cx="83743" cy="60960"/>
          </a:xfrm>
          <a:custGeom>
            <a:avLst/>
            <a:gdLst/>
            <a:ahLst/>
            <a:cxnLst/>
            <a:rect l="l" t="t" r="r" b="b"/>
            <a:pathLst>
              <a:path w="60959" h="60960">
                <a:moveTo>
                  <a:pt x="28133" y="0"/>
                </a:moveTo>
                <a:lnTo>
                  <a:pt x="16865" y="3069"/>
                </a:lnTo>
                <a:lnTo>
                  <a:pt x="7308" y="10483"/>
                </a:lnTo>
                <a:lnTo>
                  <a:pt x="1379" y="21026"/>
                </a:lnTo>
                <a:lnTo>
                  <a:pt x="0" y="32623"/>
                </a:lnTo>
                <a:lnTo>
                  <a:pt x="3069" y="43891"/>
                </a:lnTo>
                <a:lnTo>
                  <a:pt x="10483" y="53447"/>
                </a:lnTo>
                <a:lnTo>
                  <a:pt x="21026" y="59377"/>
                </a:lnTo>
                <a:lnTo>
                  <a:pt x="32623" y="60756"/>
                </a:lnTo>
                <a:lnTo>
                  <a:pt x="43891" y="57687"/>
                </a:lnTo>
                <a:lnTo>
                  <a:pt x="53447" y="50272"/>
                </a:lnTo>
                <a:lnTo>
                  <a:pt x="59377" y="39725"/>
                </a:lnTo>
                <a:lnTo>
                  <a:pt x="60756" y="28128"/>
                </a:lnTo>
                <a:lnTo>
                  <a:pt x="57687" y="16863"/>
                </a:lnTo>
                <a:lnTo>
                  <a:pt x="50272" y="7308"/>
                </a:lnTo>
                <a:lnTo>
                  <a:pt x="39730" y="1379"/>
                </a:lnTo>
                <a:lnTo>
                  <a:pt x="2813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80" name="bk object 80"/>
          <p:cNvSpPr/>
          <p:nvPr/>
        </p:nvSpPr>
        <p:spPr>
          <a:xfrm>
            <a:off x="9963248" y="3844008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3" y="0"/>
                </a:moveTo>
                <a:lnTo>
                  <a:pt x="10017" y="1821"/>
                </a:lnTo>
                <a:lnTo>
                  <a:pt x="4333" y="6226"/>
                </a:lnTo>
                <a:lnTo>
                  <a:pt x="816" y="12497"/>
                </a:lnTo>
                <a:lnTo>
                  <a:pt x="0" y="19391"/>
                </a:lnTo>
                <a:lnTo>
                  <a:pt x="1826" y="26087"/>
                </a:lnTo>
                <a:lnTo>
                  <a:pt x="6238" y="31765"/>
                </a:lnTo>
                <a:lnTo>
                  <a:pt x="12497" y="35288"/>
                </a:lnTo>
                <a:lnTo>
                  <a:pt x="19386" y="36106"/>
                </a:lnTo>
                <a:lnTo>
                  <a:pt x="26080" y="34280"/>
                </a:lnTo>
                <a:lnTo>
                  <a:pt x="31753" y="29873"/>
                </a:lnTo>
                <a:lnTo>
                  <a:pt x="35277" y="23609"/>
                </a:lnTo>
                <a:lnTo>
                  <a:pt x="36099" y="16719"/>
                </a:lnTo>
                <a:lnTo>
                  <a:pt x="34278" y="10024"/>
                </a:lnTo>
                <a:lnTo>
                  <a:pt x="29873" y="4346"/>
                </a:lnTo>
                <a:lnTo>
                  <a:pt x="23604" y="821"/>
                </a:lnTo>
                <a:lnTo>
                  <a:pt x="1671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81" name="bk object 81"/>
          <p:cNvSpPr/>
          <p:nvPr/>
        </p:nvSpPr>
        <p:spPr>
          <a:xfrm>
            <a:off x="9440981" y="3301120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7" y="0"/>
                </a:moveTo>
                <a:lnTo>
                  <a:pt x="10023" y="1821"/>
                </a:lnTo>
                <a:lnTo>
                  <a:pt x="4344" y="6226"/>
                </a:lnTo>
                <a:lnTo>
                  <a:pt x="820" y="12497"/>
                </a:lnTo>
                <a:lnTo>
                  <a:pt x="0" y="19391"/>
                </a:lnTo>
                <a:lnTo>
                  <a:pt x="1825" y="26087"/>
                </a:lnTo>
                <a:lnTo>
                  <a:pt x="6237" y="31765"/>
                </a:lnTo>
                <a:lnTo>
                  <a:pt x="12495" y="35283"/>
                </a:lnTo>
                <a:lnTo>
                  <a:pt x="19384" y="36101"/>
                </a:lnTo>
                <a:lnTo>
                  <a:pt x="26079" y="34278"/>
                </a:lnTo>
                <a:lnTo>
                  <a:pt x="31751" y="29873"/>
                </a:lnTo>
                <a:lnTo>
                  <a:pt x="35276" y="23609"/>
                </a:lnTo>
                <a:lnTo>
                  <a:pt x="36098" y="16719"/>
                </a:lnTo>
                <a:lnTo>
                  <a:pt x="34276" y="10024"/>
                </a:lnTo>
                <a:lnTo>
                  <a:pt x="29871" y="4346"/>
                </a:lnTo>
                <a:lnTo>
                  <a:pt x="23608" y="821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82" name="bk object 82"/>
          <p:cNvSpPr/>
          <p:nvPr/>
        </p:nvSpPr>
        <p:spPr>
          <a:xfrm>
            <a:off x="10406155" y="3687454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08" y="0"/>
                </a:moveTo>
                <a:lnTo>
                  <a:pt x="10013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91"/>
                </a:lnTo>
                <a:lnTo>
                  <a:pt x="1822" y="26087"/>
                </a:lnTo>
                <a:lnTo>
                  <a:pt x="6227" y="31765"/>
                </a:lnTo>
                <a:lnTo>
                  <a:pt x="12491" y="35283"/>
                </a:lnTo>
                <a:lnTo>
                  <a:pt x="19381" y="36101"/>
                </a:lnTo>
                <a:lnTo>
                  <a:pt x="26076" y="34278"/>
                </a:lnTo>
                <a:lnTo>
                  <a:pt x="31754" y="29873"/>
                </a:lnTo>
                <a:lnTo>
                  <a:pt x="35279" y="23609"/>
                </a:lnTo>
                <a:lnTo>
                  <a:pt x="36099" y="16719"/>
                </a:lnTo>
                <a:lnTo>
                  <a:pt x="34274" y="10024"/>
                </a:lnTo>
                <a:lnTo>
                  <a:pt x="29862" y="4346"/>
                </a:lnTo>
                <a:lnTo>
                  <a:pt x="23598" y="821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83" name="bk object 83"/>
          <p:cNvSpPr/>
          <p:nvPr/>
        </p:nvSpPr>
        <p:spPr>
          <a:xfrm>
            <a:off x="9942295" y="3240007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16713" y="0"/>
                </a:moveTo>
                <a:lnTo>
                  <a:pt x="10021" y="1825"/>
                </a:lnTo>
                <a:lnTo>
                  <a:pt x="4344" y="6232"/>
                </a:lnTo>
                <a:lnTo>
                  <a:pt x="820" y="12496"/>
                </a:lnTo>
                <a:lnTo>
                  <a:pt x="0" y="19386"/>
                </a:lnTo>
                <a:lnTo>
                  <a:pt x="1825" y="26081"/>
                </a:lnTo>
                <a:lnTo>
                  <a:pt x="6237" y="31759"/>
                </a:lnTo>
                <a:lnTo>
                  <a:pt x="12495" y="35282"/>
                </a:lnTo>
                <a:lnTo>
                  <a:pt x="19384" y="36099"/>
                </a:lnTo>
                <a:lnTo>
                  <a:pt x="26079" y="34274"/>
                </a:lnTo>
                <a:lnTo>
                  <a:pt x="31751" y="29867"/>
                </a:lnTo>
                <a:lnTo>
                  <a:pt x="35276" y="23603"/>
                </a:lnTo>
                <a:lnTo>
                  <a:pt x="36098" y="16713"/>
                </a:lnTo>
                <a:lnTo>
                  <a:pt x="34276" y="10018"/>
                </a:lnTo>
                <a:lnTo>
                  <a:pt x="29871" y="4340"/>
                </a:lnTo>
                <a:lnTo>
                  <a:pt x="23602" y="817"/>
                </a:lnTo>
                <a:lnTo>
                  <a:pt x="16713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84" name="bk object 84"/>
          <p:cNvSpPr/>
          <p:nvPr/>
        </p:nvSpPr>
        <p:spPr>
          <a:xfrm>
            <a:off x="11840802" y="3045992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4" y="0"/>
                </a:moveTo>
                <a:lnTo>
                  <a:pt x="10019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89"/>
                </a:lnTo>
                <a:lnTo>
                  <a:pt x="1822" y="26082"/>
                </a:lnTo>
                <a:lnTo>
                  <a:pt x="6227" y="31753"/>
                </a:lnTo>
                <a:lnTo>
                  <a:pt x="12491" y="35277"/>
                </a:lnTo>
                <a:lnTo>
                  <a:pt x="19381" y="36099"/>
                </a:lnTo>
                <a:lnTo>
                  <a:pt x="26076" y="34278"/>
                </a:lnTo>
                <a:lnTo>
                  <a:pt x="31754" y="29873"/>
                </a:lnTo>
                <a:lnTo>
                  <a:pt x="35279" y="23609"/>
                </a:lnTo>
                <a:lnTo>
                  <a:pt x="36101" y="16719"/>
                </a:lnTo>
                <a:lnTo>
                  <a:pt x="34280" y="10024"/>
                </a:lnTo>
                <a:lnTo>
                  <a:pt x="29875" y="4346"/>
                </a:lnTo>
                <a:lnTo>
                  <a:pt x="23605" y="821"/>
                </a:lnTo>
                <a:lnTo>
                  <a:pt x="16714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85" name="bk object 85"/>
          <p:cNvSpPr/>
          <p:nvPr/>
        </p:nvSpPr>
        <p:spPr>
          <a:xfrm>
            <a:off x="13317721" y="2460229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08" y="0"/>
                </a:moveTo>
                <a:lnTo>
                  <a:pt x="10013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89"/>
                </a:lnTo>
                <a:lnTo>
                  <a:pt x="1822" y="26082"/>
                </a:lnTo>
                <a:lnTo>
                  <a:pt x="6227" y="31753"/>
                </a:lnTo>
                <a:lnTo>
                  <a:pt x="12486" y="35277"/>
                </a:lnTo>
                <a:lnTo>
                  <a:pt x="19375" y="36099"/>
                </a:lnTo>
                <a:lnTo>
                  <a:pt x="26069" y="34278"/>
                </a:lnTo>
                <a:lnTo>
                  <a:pt x="31742" y="29873"/>
                </a:lnTo>
                <a:lnTo>
                  <a:pt x="35273" y="23609"/>
                </a:lnTo>
                <a:lnTo>
                  <a:pt x="36098" y="16719"/>
                </a:lnTo>
                <a:lnTo>
                  <a:pt x="34274" y="10024"/>
                </a:lnTo>
                <a:lnTo>
                  <a:pt x="29862" y="4346"/>
                </a:lnTo>
                <a:lnTo>
                  <a:pt x="23598" y="821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86" name="bk object 86"/>
          <p:cNvSpPr/>
          <p:nvPr/>
        </p:nvSpPr>
        <p:spPr>
          <a:xfrm>
            <a:off x="13644472" y="1174429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7" y="0"/>
                </a:moveTo>
                <a:lnTo>
                  <a:pt x="10023" y="1825"/>
                </a:lnTo>
                <a:lnTo>
                  <a:pt x="4344" y="6232"/>
                </a:lnTo>
                <a:lnTo>
                  <a:pt x="820" y="12496"/>
                </a:lnTo>
                <a:lnTo>
                  <a:pt x="0" y="19386"/>
                </a:lnTo>
                <a:lnTo>
                  <a:pt x="1825" y="26081"/>
                </a:lnTo>
                <a:lnTo>
                  <a:pt x="6237" y="31759"/>
                </a:lnTo>
                <a:lnTo>
                  <a:pt x="12495" y="35282"/>
                </a:lnTo>
                <a:lnTo>
                  <a:pt x="19384" y="36099"/>
                </a:lnTo>
                <a:lnTo>
                  <a:pt x="26079" y="34274"/>
                </a:lnTo>
                <a:lnTo>
                  <a:pt x="31751" y="29867"/>
                </a:lnTo>
                <a:lnTo>
                  <a:pt x="35281" y="23603"/>
                </a:lnTo>
                <a:lnTo>
                  <a:pt x="36102" y="16713"/>
                </a:lnTo>
                <a:lnTo>
                  <a:pt x="34278" y="10018"/>
                </a:lnTo>
                <a:lnTo>
                  <a:pt x="29871" y="4340"/>
                </a:lnTo>
                <a:lnTo>
                  <a:pt x="23608" y="817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87" name="bk object 87"/>
          <p:cNvSpPr/>
          <p:nvPr/>
        </p:nvSpPr>
        <p:spPr>
          <a:xfrm>
            <a:off x="12851372" y="1576178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7" y="0"/>
                </a:moveTo>
                <a:lnTo>
                  <a:pt x="10023" y="1821"/>
                </a:lnTo>
                <a:lnTo>
                  <a:pt x="4344" y="6226"/>
                </a:lnTo>
                <a:lnTo>
                  <a:pt x="820" y="12497"/>
                </a:lnTo>
                <a:lnTo>
                  <a:pt x="0" y="19391"/>
                </a:lnTo>
                <a:lnTo>
                  <a:pt x="1825" y="26087"/>
                </a:lnTo>
                <a:lnTo>
                  <a:pt x="6237" y="31765"/>
                </a:lnTo>
                <a:lnTo>
                  <a:pt x="12495" y="35288"/>
                </a:lnTo>
                <a:lnTo>
                  <a:pt x="19384" y="36106"/>
                </a:lnTo>
                <a:lnTo>
                  <a:pt x="26079" y="34280"/>
                </a:lnTo>
                <a:lnTo>
                  <a:pt x="31751" y="29873"/>
                </a:lnTo>
                <a:lnTo>
                  <a:pt x="35276" y="23609"/>
                </a:lnTo>
                <a:lnTo>
                  <a:pt x="36098" y="16719"/>
                </a:lnTo>
                <a:lnTo>
                  <a:pt x="34276" y="10024"/>
                </a:lnTo>
                <a:lnTo>
                  <a:pt x="29871" y="4346"/>
                </a:lnTo>
                <a:lnTo>
                  <a:pt x="23608" y="821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88" name="bk object 88"/>
          <p:cNvSpPr/>
          <p:nvPr/>
        </p:nvSpPr>
        <p:spPr>
          <a:xfrm>
            <a:off x="11882971" y="1043447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08" y="0"/>
                </a:moveTo>
                <a:lnTo>
                  <a:pt x="10013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91"/>
                </a:lnTo>
                <a:lnTo>
                  <a:pt x="1822" y="26087"/>
                </a:lnTo>
                <a:lnTo>
                  <a:pt x="6227" y="31765"/>
                </a:lnTo>
                <a:lnTo>
                  <a:pt x="12491" y="35288"/>
                </a:lnTo>
                <a:lnTo>
                  <a:pt x="19380" y="36106"/>
                </a:lnTo>
                <a:lnTo>
                  <a:pt x="26071" y="34280"/>
                </a:lnTo>
                <a:lnTo>
                  <a:pt x="31742" y="29873"/>
                </a:lnTo>
                <a:lnTo>
                  <a:pt x="35273" y="23609"/>
                </a:lnTo>
                <a:lnTo>
                  <a:pt x="36098" y="16719"/>
                </a:lnTo>
                <a:lnTo>
                  <a:pt x="34274" y="10024"/>
                </a:lnTo>
                <a:lnTo>
                  <a:pt x="29862" y="4346"/>
                </a:lnTo>
                <a:lnTo>
                  <a:pt x="23598" y="821"/>
                </a:lnTo>
                <a:lnTo>
                  <a:pt x="16708" y="0"/>
                </a:lnTo>
                <a:close/>
              </a:path>
            </a:pathLst>
          </a:custGeom>
          <a:solidFill>
            <a:srgbClr val="3D9F36">
              <a:alpha val="50000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Lucida Sans"/>
                <a:cs typeface="Lucida Sans"/>
              </a:defRPr>
            </a:lvl1pPr>
          </a:lstStyle>
          <a:p>
            <a:endParaRPr dirty="0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00975C5A-88AB-A6B7-57FA-A66CC8781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5C782B88-B268-6BFC-030A-A558C6ACF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005A3B26-0206-1642-4895-D39F5C9EB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pPr/>
              <a:t>‹Nº›</a:t>
            </a:fld>
            <a:endParaRPr lang="es-CL" b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36320" y="3227070"/>
            <a:ext cx="1174496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72640" y="4191000"/>
            <a:ext cx="96723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s-CL" smtClean="0"/>
              <a:pPr/>
              <a:t>‹Nº›</a:t>
            </a:fld>
            <a:endParaRPr lang="es-C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4471" y="1281194"/>
            <a:ext cx="12380659" cy="4092380"/>
          </a:xfrm>
        </p:spPr>
        <p:txBody>
          <a:bodyPr lIns="0" tIns="0" rIns="0" bIns="0"/>
          <a:lstStyle>
            <a:lvl1pPr>
              <a:defRPr sz="2000"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s-CL" smtClean="0"/>
              <a:pPr/>
              <a:t>‹Nº›</a:t>
            </a:fld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EEA75C79-7C11-9988-5F55-4EF8ABFB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24471" y="2438400"/>
            <a:ext cx="60106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16064" y="2438400"/>
            <a:ext cx="60106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 b="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s-CL" smtClean="0"/>
              <a:pPr/>
              <a:t>‹Nº›</a:t>
            </a:fld>
            <a:endParaRPr lang="es-CL" b="0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E4829E70-F7F2-A835-EDE3-CA496CA0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C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B44D8F-4830-412B-8FD5-D1AF58C51E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A4A317-264D-4B80-AA88-8F9F9BD0198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1/22/2026</a:t>
            </a:fld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28989F9-9096-4F3F-8739-0354EFA1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t>‹Nº›</a:t>
            </a:fld>
            <a:endParaRPr lang="es-CL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F938C4AB-1350-380B-6043-1F151F2EE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69843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63B701-9A97-454A-9E45-6E4DA3D3F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880157-4F42-45F6-A1B1-2EF06FCBF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4A7226-B821-1EA3-7C70-935076707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CL" smtClean="0"/>
              <a:pPr/>
              <a:t>‹Nº›</a:t>
            </a:fld>
            <a:endParaRPr lang="es-CL" b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370714"/>
            <a:ext cx="7423471" cy="636905"/>
          </a:xfrm>
          <a:custGeom>
            <a:avLst/>
            <a:gdLst/>
            <a:ahLst/>
            <a:cxnLst/>
            <a:rect l="l" t="t" r="r" b="b"/>
            <a:pathLst>
              <a:path w="5403850" h="636905">
                <a:moveTo>
                  <a:pt x="5300873" y="0"/>
                </a:moveTo>
                <a:lnTo>
                  <a:pt x="0" y="0"/>
                </a:lnTo>
                <a:lnTo>
                  <a:pt x="0" y="636562"/>
                </a:lnTo>
                <a:lnTo>
                  <a:pt x="5030972" y="636562"/>
                </a:lnTo>
                <a:lnTo>
                  <a:pt x="5054944" y="633407"/>
                </a:lnTo>
                <a:lnTo>
                  <a:pt x="5097209" y="609649"/>
                </a:lnTo>
                <a:lnTo>
                  <a:pt x="5383664" y="183502"/>
                </a:lnTo>
                <a:lnTo>
                  <a:pt x="5400903" y="143552"/>
                </a:lnTo>
                <a:lnTo>
                  <a:pt x="5403401" y="102190"/>
                </a:lnTo>
                <a:lnTo>
                  <a:pt x="5392903" y="63285"/>
                </a:lnTo>
                <a:lnTo>
                  <a:pt x="5371153" y="30706"/>
                </a:lnTo>
                <a:lnTo>
                  <a:pt x="5339895" y="8321"/>
                </a:lnTo>
                <a:lnTo>
                  <a:pt x="5300873" y="0"/>
                </a:lnTo>
                <a:close/>
              </a:path>
            </a:pathLst>
          </a:custGeom>
          <a:solidFill>
            <a:srgbClr val="3D9F36"/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17" name="bk object 17"/>
          <p:cNvSpPr/>
          <p:nvPr/>
        </p:nvSpPr>
        <p:spPr>
          <a:xfrm>
            <a:off x="1" y="443478"/>
            <a:ext cx="7518554" cy="636905"/>
          </a:xfrm>
          <a:custGeom>
            <a:avLst/>
            <a:gdLst/>
            <a:ahLst/>
            <a:cxnLst/>
            <a:rect l="l" t="t" r="r" b="b"/>
            <a:pathLst>
              <a:path w="5473065" h="636905">
                <a:moveTo>
                  <a:pt x="0" y="636562"/>
                </a:moveTo>
                <a:lnTo>
                  <a:pt x="5091093" y="636562"/>
                </a:lnTo>
                <a:lnTo>
                  <a:pt x="5110301" y="634034"/>
                </a:lnTo>
                <a:lnTo>
                  <a:pt x="5144175" y="614991"/>
                </a:lnTo>
                <a:lnTo>
                  <a:pt x="5457666" y="147066"/>
                </a:lnTo>
                <a:lnTo>
                  <a:pt x="5472786" y="108411"/>
                </a:lnTo>
                <a:lnTo>
                  <a:pt x="5471295" y="69018"/>
                </a:lnTo>
                <a:lnTo>
                  <a:pt x="5455611" y="34247"/>
                </a:lnTo>
                <a:lnTo>
                  <a:pt x="5428151" y="9454"/>
                </a:lnTo>
                <a:lnTo>
                  <a:pt x="5391334" y="0"/>
                </a:lnTo>
                <a:lnTo>
                  <a:pt x="0" y="0"/>
                </a:lnTo>
              </a:path>
            </a:pathLst>
          </a:custGeom>
          <a:ln w="12700">
            <a:solidFill>
              <a:srgbClr val="2E6825"/>
            </a:solidFill>
          </a:ln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18" name="bk object 18"/>
          <p:cNvSpPr/>
          <p:nvPr/>
        </p:nvSpPr>
        <p:spPr>
          <a:xfrm>
            <a:off x="2487306" y="7141517"/>
            <a:ext cx="11330606" cy="631190"/>
          </a:xfrm>
          <a:custGeom>
            <a:avLst/>
            <a:gdLst/>
            <a:ahLst/>
            <a:cxnLst/>
            <a:rect l="l" t="t" r="r" b="b"/>
            <a:pathLst>
              <a:path w="8248015" h="631190">
                <a:moveTo>
                  <a:pt x="8247787" y="0"/>
                </a:moveTo>
                <a:lnTo>
                  <a:pt x="559488" y="0"/>
                </a:lnTo>
                <a:lnTo>
                  <a:pt x="523541" y="3154"/>
                </a:lnTo>
                <a:lnTo>
                  <a:pt x="460166" y="26912"/>
                </a:lnTo>
                <a:lnTo>
                  <a:pt x="30634" y="453059"/>
                </a:lnTo>
                <a:lnTo>
                  <a:pt x="7058" y="487121"/>
                </a:lnTo>
                <a:lnTo>
                  <a:pt x="0" y="522629"/>
                </a:lnTo>
                <a:lnTo>
                  <a:pt x="7811" y="557146"/>
                </a:lnTo>
                <a:lnTo>
                  <a:pt x="28842" y="588235"/>
                </a:lnTo>
                <a:lnTo>
                  <a:pt x="61447" y="613458"/>
                </a:lnTo>
                <a:lnTo>
                  <a:pt x="103974" y="630380"/>
                </a:lnTo>
                <a:lnTo>
                  <a:pt x="108104" y="630882"/>
                </a:lnTo>
                <a:lnTo>
                  <a:pt x="8247787" y="630882"/>
                </a:lnTo>
                <a:lnTo>
                  <a:pt x="8247787" y="0"/>
                </a:lnTo>
                <a:close/>
              </a:path>
            </a:pathLst>
          </a:custGeom>
          <a:solidFill>
            <a:srgbClr val="3D9F36"/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19" name="bk object 19"/>
          <p:cNvSpPr/>
          <p:nvPr/>
        </p:nvSpPr>
        <p:spPr>
          <a:xfrm>
            <a:off x="2344346" y="7068754"/>
            <a:ext cx="11375966" cy="636905"/>
          </a:xfrm>
          <a:custGeom>
            <a:avLst/>
            <a:gdLst/>
            <a:ahLst/>
            <a:cxnLst/>
            <a:rect l="l" t="t" r="r" b="b"/>
            <a:pathLst>
              <a:path w="8281034" h="636904">
                <a:moveTo>
                  <a:pt x="8280788" y="0"/>
                </a:moveTo>
                <a:lnTo>
                  <a:pt x="573399" y="0"/>
                </a:lnTo>
                <a:lnTo>
                  <a:pt x="544597" y="2527"/>
                </a:lnTo>
                <a:lnTo>
                  <a:pt x="493812" y="21570"/>
                </a:lnTo>
                <a:lnTo>
                  <a:pt x="23730" y="489496"/>
                </a:lnTo>
                <a:lnTo>
                  <a:pt x="3006" y="521512"/>
                </a:lnTo>
                <a:lnTo>
                  <a:pt x="0" y="554661"/>
                </a:lnTo>
                <a:lnTo>
                  <a:pt x="12614" y="585841"/>
                </a:lnTo>
                <a:lnTo>
                  <a:pt x="38753" y="611952"/>
                </a:lnTo>
                <a:lnTo>
                  <a:pt x="76317" y="629892"/>
                </a:lnTo>
                <a:lnTo>
                  <a:pt x="123209" y="636562"/>
                </a:lnTo>
                <a:lnTo>
                  <a:pt x="8280788" y="636562"/>
                </a:lnTo>
                <a:lnTo>
                  <a:pt x="8280788" y="0"/>
                </a:lnTo>
                <a:close/>
              </a:path>
            </a:pathLst>
          </a:custGeom>
          <a:ln w="12700">
            <a:solidFill>
              <a:srgbClr val="2E6825"/>
            </a:solidFill>
          </a:ln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0" name="bk object 20"/>
          <p:cNvSpPr/>
          <p:nvPr/>
        </p:nvSpPr>
        <p:spPr>
          <a:xfrm>
            <a:off x="10119053" y="0"/>
            <a:ext cx="822601" cy="801370"/>
          </a:xfrm>
          <a:custGeom>
            <a:avLst/>
            <a:gdLst/>
            <a:ahLst/>
            <a:cxnLst/>
            <a:rect l="l" t="t" r="r" b="b"/>
            <a:pathLst>
              <a:path w="598804" h="801370">
                <a:moveTo>
                  <a:pt x="581892" y="0"/>
                </a:moveTo>
                <a:lnTo>
                  <a:pt x="579261" y="0"/>
                </a:lnTo>
                <a:lnTo>
                  <a:pt x="595769" y="210979"/>
                </a:lnTo>
                <a:lnTo>
                  <a:pt x="306400" y="546551"/>
                </a:lnTo>
                <a:lnTo>
                  <a:pt x="210769" y="555251"/>
                </a:lnTo>
                <a:lnTo>
                  <a:pt x="0" y="799662"/>
                </a:lnTo>
                <a:lnTo>
                  <a:pt x="1981" y="801364"/>
                </a:lnTo>
                <a:lnTo>
                  <a:pt x="212051" y="557765"/>
                </a:lnTo>
                <a:lnTo>
                  <a:pt x="307682" y="549053"/>
                </a:lnTo>
                <a:lnTo>
                  <a:pt x="598462" y="211856"/>
                </a:lnTo>
                <a:lnTo>
                  <a:pt x="581892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1" name="bk object 21"/>
          <p:cNvSpPr/>
          <p:nvPr/>
        </p:nvSpPr>
        <p:spPr>
          <a:xfrm>
            <a:off x="10286010" y="0"/>
            <a:ext cx="655113" cy="325120"/>
          </a:xfrm>
          <a:custGeom>
            <a:avLst/>
            <a:gdLst/>
            <a:ahLst/>
            <a:cxnLst/>
            <a:rect l="l" t="t" r="r" b="b"/>
            <a:pathLst>
              <a:path w="476884" h="325120">
                <a:moveTo>
                  <a:pt x="476402" y="0"/>
                </a:moveTo>
                <a:lnTo>
                  <a:pt x="462574" y="0"/>
                </a:lnTo>
                <a:lnTo>
                  <a:pt x="340969" y="141013"/>
                </a:lnTo>
                <a:lnTo>
                  <a:pt x="144246" y="150652"/>
                </a:lnTo>
                <a:lnTo>
                  <a:pt x="0" y="317924"/>
                </a:lnTo>
                <a:lnTo>
                  <a:pt x="7924" y="324757"/>
                </a:lnTo>
                <a:lnTo>
                  <a:pt x="149250" y="160889"/>
                </a:lnTo>
                <a:lnTo>
                  <a:pt x="345986" y="151237"/>
                </a:lnTo>
                <a:lnTo>
                  <a:pt x="476402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2" name="bk object 22"/>
          <p:cNvSpPr/>
          <p:nvPr/>
        </p:nvSpPr>
        <p:spPr>
          <a:xfrm>
            <a:off x="11448508" y="0"/>
            <a:ext cx="189294" cy="154940"/>
          </a:xfrm>
          <a:custGeom>
            <a:avLst/>
            <a:gdLst/>
            <a:ahLst/>
            <a:cxnLst/>
            <a:rect l="l" t="t" r="r" b="b"/>
            <a:pathLst>
              <a:path w="137795" h="154940">
                <a:moveTo>
                  <a:pt x="137270" y="0"/>
                </a:moveTo>
                <a:lnTo>
                  <a:pt x="130359" y="0"/>
                </a:lnTo>
                <a:lnTo>
                  <a:pt x="0" y="151166"/>
                </a:lnTo>
                <a:lnTo>
                  <a:pt x="3962" y="154582"/>
                </a:lnTo>
                <a:lnTo>
                  <a:pt x="137270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3" name="bk object 23"/>
          <p:cNvSpPr/>
          <p:nvPr/>
        </p:nvSpPr>
        <p:spPr>
          <a:xfrm>
            <a:off x="10609704" y="1"/>
            <a:ext cx="646390" cy="1900555"/>
          </a:xfrm>
          <a:custGeom>
            <a:avLst/>
            <a:gdLst/>
            <a:ahLst/>
            <a:cxnLst/>
            <a:rect l="l" t="t" r="r" b="b"/>
            <a:pathLst>
              <a:path w="470534" h="1900555">
                <a:moveTo>
                  <a:pt x="441265" y="0"/>
                </a:moveTo>
                <a:lnTo>
                  <a:pt x="420292" y="0"/>
                </a:lnTo>
                <a:lnTo>
                  <a:pt x="448614" y="482048"/>
                </a:lnTo>
                <a:lnTo>
                  <a:pt x="63893" y="928174"/>
                </a:lnTo>
                <a:lnTo>
                  <a:pt x="74599" y="1164534"/>
                </a:lnTo>
                <a:lnTo>
                  <a:pt x="310261" y="1367772"/>
                </a:lnTo>
                <a:lnTo>
                  <a:pt x="328193" y="1506240"/>
                </a:lnTo>
                <a:lnTo>
                  <a:pt x="0" y="1886834"/>
                </a:lnTo>
                <a:lnTo>
                  <a:pt x="15849" y="1900499"/>
                </a:lnTo>
                <a:lnTo>
                  <a:pt x="350151" y="1512844"/>
                </a:lnTo>
                <a:lnTo>
                  <a:pt x="330009" y="1357142"/>
                </a:lnTo>
                <a:lnTo>
                  <a:pt x="95097" y="1154564"/>
                </a:lnTo>
                <a:lnTo>
                  <a:pt x="85191" y="935540"/>
                </a:lnTo>
                <a:lnTo>
                  <a:pt x="470014" y="489287"/>
                </a:lnTo>
                <a:lnTo>
                  <a:pt x="441265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4" name="bk object 24"/>
          <p:cNvSpPr/>
          <p:nvPr/>
        </p:nvSpPr>
        <p:spPr>
          <a:xfrm>
            <a:off x="10457578" y="0"/>
            <a:ext cx="1427992" cy="2265680"/>
          </a:xfrm>
          <a:custGeom>
            <a:avLst/>
            <a:gdLst/>
            <a:ahLst/>
            <a:cxnLst/>
            <a:rect l="l" t="t" r="r" b="b"/>
            <a:pathLst>
              <a:path w="1039495" h="2265680">
                <a:moveTo>
                  <a:pt x="1039182" y="0"/>
                </a:moveTo>
                <a:lnTo>
                  <a:pt x="1032259" y="0"/>
                </a:lnTo>
                <a:lnTo>
                  <a:pt x="682040" y="406130"/>
                </a:lnTo>
                <a:lnTo>
                  <a:pt x="248500" y="436648"/>
                </a:lnTo>
                <a:lnTo>
                  <a:pt x="247408" y="436712"/>
                </a:lnTo>
                <a:lnTo>
                  <a:pt x="0" y="723617"/>
                </a:lnTo>
                <a:lnTo>
                  <a:pt x="16281" y="943810"/>
                </a:lnTo>
                <a:lnTo>
                  <a:pt x="621372" y="1465615"/>
                </a:lnTo>
                <a:lnTo>
                  <a:pt x="632612" y="1700362"/>
                </a:lnTo>
                <a:lnTo>
                  <a:pt x="148132" y="2262172"/>
                </a:lnTo>
                <a:lnTo>
                  <a:pt x="152095" y="2265588"/>
                </a:lnTo>
                <a:lnTo>
                  <a:pt x="637933" y="1702191"/>
                </a:lnTo>
                <a:lnTo>
                  <a:pt x="626503" y="1463113"/>
                </a:lnTo>
                <a:lnTo>
                  <a:pt x="21323" y="941257"/>
                </a:lnTo>
                <a:lnTo>
                  <a:pt x="5372" y="725395"/>
                </a:lnTo>
                <a:lnTo>
                  <a:pt x="249948" y="441792"/>
                </a:lnTo>
                <a:lnTo>
                  <a:pt x="684580" y="411210"/>
                </a:lnTo>
                <a:lnTo>
                  <a:pt x="1039182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5" name="bk object 25"/>
          <p:cNvSpPr/>
          <p:nvPr/>
        </p:nvSpPr>
        <p:spPr>
          <a:xfrm>
            <a:off x="11212318" y="1"/>
            <a:ext cx="954322" cy="1082675"/>
          </a:xfrm>
          <a:custGeom>
            <a:avLst/>
            <a:gdLst/>
            <a:ahLst/>
            <a:cxnLst/>
            <a:rect l="l" t="t" r="r" b="b"/>
            <a:pathLst>
              <a:path w="694690" h="1082675">
                <a:moveTo>
                  <a:pt x="694542" y="0"/>
                </a:moveTo>
                <a:lnTo>
                  <a:pt x="666902" y="0"/>
                </a:lnTo>
                <a:lnTo>
                  <a:pt x="336664" y="382959"/>
                </a:lnTo>
                <a:lnTo>
                  <a:pt x="357885" y="653989"/>
                </a:lnTo>
                <a:lnTo>
                  <a:pt x="0" y="1069000"/>
                </a:lnTo>
                <a:lnTo>
                  <a:pt x="15862" y="1082665"/>
                </a:lnTo>
                <a:lnTo>
                  <a:pt x="379437" y="661051"/>
                </a:lnTo>
                <a:lnTo>
                  <a:pt x="358216" y="390020"/>
                </a:lnTo>
                <a:lnTo>
                  <a:pt x="694542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6" name="bk object 26"/>
          <p:cNvSpPr/>
          <p:nvPr/>
        </p:nvSpPr>
        <p:spPr>
          <a:xfrm>
            <a:off x="10477859" y="1"/>
            <a:ext cx="784219" cy="1120775"/>
          </a:xfrm>
          <a:custGeom>
            <a:avLst/>
            <a:gdLst/>
            <a:ahLst/>
            <a:cxnLst/>
            <a:rect l="l" t="t" r="r" b="b"/>
            <a:pathLst>
              <a:path w="570865" h="1120775">
                <a:moveTo>
                  <a:pt x="570489" y="0"/>
                </a:moveTo>
                <a:lnTo>
                  <a:pt x="556657" y="0"/>
                </a:lnTo>
                <a:lnTo>
                  <a:pt x="452450" y="120843"/>
                </a:lnTo>
                <a:lnTo>
                  <a:pt x="472058" y="386044"/>
                </a:lnTo>
                <a:lnTo>
                  <a:pt x="64160" y="859056"/>
                </a:lnTo>
                <a:lnTo>
                  <a:pt x="78600" y="1022263"/>
                </a:lnTo>
                <a:lnTo>
                  <a:pt x="0" y="1113411"/>
                </a:lnTo>
                <a:lnTo>
                  <a:pt x="7924" y="1120244"/>
                </a:lnTo>
                <a:lnTo>
                  <a:pt x="89407" y="1025756"/>
                </a:lnTo>
                <a:lnTo>
                  <a:pt x="74968" y="862548"/>
                </a:lnTo>
                <a:lnTo>
                  <a:pt x="482815" y="389600"/>
                </a:lnTo>
                <a:lnTo>
                  <a:pt x="463219" y="124399"/>
                </a:lnTo>
                <a:lnTo>
                  <a:pt x="570489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7" name="bk object 27"/>
          <p:cNvSpPr/>
          <p:nvPr/>
        </p:nvSpPr>
        <p:spPr>
          <a:xfrm>
            <a:off x="10641120" y="0"/>
            <a:ext cx="1626883" cy="1327150"/>
          </a:xfrm>
          <a:custGeom>
            <a:avLst/>
            <a:gdLst/>
            <a:ahLst/>
            <a:cxnLst/>
            <a:rect l="l" t="t" r="r" b="b"/>
            <a:pathLst>
              <a:path w="1184275" h="1327150">
                <a:moveTo>
                  <a:pt x="1183948" y="0"/>
                </a:moveTo>
                <a:lnTo>
                  <a:pt x="1170111" y="0"/>
                </a:lnTo>
                <a:lnTo>
                  <a:pt x="656158" y="596009"/>
                </a:lnTo>
                <a:lnTo>
                  <a:pt x="401104" y="614869"/>
                </a:lnTo>
                <a:lnTo>
                  <a:pt x="211429" y="834808"/>
                </a:lnTo>
                <a:lnTo>
                  <a:pt x="225996" y="1057642"/>
                </a:lnTo>
                <a:lnTo>
                  <a:pt x="0" y="1319706"/>
                </a:lnTo>
                <a:lnTo>
                  <a:pt x="7924" y="1326552"/>
                </a:lnTo>
                <a:lnTo>
                  <a:pt x="236715" y="1061236"/>
                </a:lnTo>
                <a:lnTo>
                  <a:pt x="222161" y="838389"/>
                </a:lnTo>
                <a:lnTo>
                  <a:pt x="406196" y="624991"/>
                </a:lnTo>
                <a:lnTo>
                  <a:pt x="661250" y="606131"/>
                </a:lnTo>
                <a:lnTo>
                  <a:pt x="1183948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8" name="bk object 28"/>
          <p:cNvSpPr/>
          <p:nvPr/>
        </p:nvSpPr>
        <p:spPr>
          <a:xfrm>
            <a:off x="12204040" y="0"/>
            <a:ext cx="334972" cy="278130"/>
          </a:xfrm>
          <a:custGeom>
            <a:avLst/>
            <a:gdLst/>
            <a:ahLst/>
            <a:cxnLst/>
            <a:rect l="l" t="t" r="r" b="b"/>
            <a:pathLst>
              <a:path w="243840" h="278130">
                <a:moveTo>
                  <a:pt x="243669" y="0"/>
                </a:moveTo>
                <a:lnTo>
                  <a:pt x="236748" y="0"/>
                </a:lnTo>
                <a:lnTo>
                  <a:pt x="0" y="274556"/>
                </a:lnTo>
                <a:lnTo>
                  <a:pt x="3962" y="277972"/>
                </a:lnTo>
                <a:lnTo>
                  <a:pt x="243669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9" name="bk object 29"/>
          <p:cNvSpPr/>
          <p:nvPr/>
        </p:nvSpPr>
        <p:spPr>
          <a:xfrm>
            <a:off x="11113270" y="1"/>
            <a:ext cx="1944408" cy="1668145"/>
          </a:xfrm>
          <a:custGeom>
            <a:avLst/>
            <a:gdLst/>
            <a:ahLst/>
            <a:cxnLst/>
            <a:rect l="l" t="t" r="r" b="b"/>
            <a:pathLst>
              <a:path w="1415415" h="1668145">
                <a:moveTo>
                  <a:pt x="1404590" y="0"/>
                </a:moveTo>
                <a:lnTo>
                  <a:pt x="1401964" y="0"/>
                </a:lnTo>
                <a:lnTo>
                  <a:pt x="1412303" y="76395"/>
                </a:lnTo>
                <a:lnTo>
                  <a:pt x="1084821" y="456125"/>
                </a:lnTo>
                <a:lnTo>
                  <a:pt x="1098765" y="624882"/>
                </a:lnTo>
                <a:lnTo>
                  <a:pt x="520306" y="1295684"/>
                </a:lnTo>
                <a:lnTo>
                  <a:pt x="307276" y="1309565"/>
                </a:lnTo>
                <a:lnTo>
                  <a:pt x="0" y="1665889"/>
                </a:lnTo>
                <a:lnTo>
                  <a:pt x="1981" y="1667590"/>
                </a:lnTo>
                <a:lnTo>
                  <a:pt x="308533" y="1312105"/>
                </a:lnTo>
                <a:lnTo>
                  <a:pt x="521589" y="1298211"/>
                </a:lnTo>
                <a:lnTo>
                  <a:pt x="1101458" y="625771"/>
                </a:lnTo>
                <a:lnTo>
                  <a:pt x="1087513" y="457001"/>
                </a:lnTo>
                <a:lnTo>
                  <a:pt x="1415034" y="77208"/>
                </a:lnTo>
                <a:lnTo>
                  <a:pt x="1404590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0" name="bk object 30"/>
          <p:cNvSpPr/>
          <p:nvPr/>
        </p:nvSpPr>
        <p:spPr>
          <a:xfrm>
            <a:off x="10910092" y="0"/>
            <a:ext cx="1702775" cy="1469390"/>
          </a:xfrm>
          <a:custGeom>
            <a:avLst/>
            <a:gdLst/>
            <a:ahLst/>
            <a:cxnLst/>
            <a:rect l="l" t="t" r="r" b="b"/>
            <a:pathLst>
              <a:path w="1239520" h="1469390">
                <a:moveTo>
                  <a:pt x="1239490" y="0"/>
                </a:moveTo>
                <a:lnTo>
                  <a:pt x="1232590" y="0"/>
                </a:lnTo>
                <a:lnTo>
                  <a:pt x="823226" y="474700"/>
                </a:lnTo>
                <a:lnTo>
                  <a:pt x="856157" y="794321"/>
                </a:lnTo>
                <a:lnTo>
                  <a:pt x="555828" y="1142580"/>
                </a:lnTo>
                <a:lnTo>
                  <a:pt x="259600" y="1164475"/>
                </a:lnTo>
                <a:lnTo>
                  <a:pt x="0" y="1465529"/>
                </a:lnTo>
                <a:lnTo>
                  <a:pt x="3949" y="1468945"/>
                </a:lnTo>
                <a:lnTo>
                  <a:pt x="262140" y="1169530"/>
                </a:lnTo>
                <a:lnTo>
                  <a:pt x="558380" y="1147648"/>
                </a:lnTo>
                <a:lnTo>
                  <a:pt x="861606" y="796035"/>
                </a:lnTo>
                <a:lnTo>
                  <a:pt x="828662" y="476415"/>
                </a:lnTo>
                <a:lnTo>
                  <a:pt x="1239490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1" name="bk object 31"/>
          <p:cNvSpPr/>
          <p:nvPr/>
        </p:nvSpPr>
        <p:spPr>
          <a:xfrm>
            <a:off x="11105739" y="0"/>
            <a:ext cx="1705392" cy="838200"/>
          </a:xfrm>
          <a:custGeom>
            <a:avLst/>
            <a:gdLst/>
            <a:ahLst/>
            <a:cxnLst/>
            <a:rect l="l" t="t" r="r" b="b"/>
            <a:pathLst>
              <a:path w="1241425" h="838200">
                <a:moveTo>
                  <a:pt x="1240963" y="0"/>
                </a:moveTo>
                <a:lnTo>
                  <a:pt x="1237511" y="0"/>
                </a:lnTo>
                <a:lnTo>
                  <a:pt x="937844" y="347501"/>
                </a:lnTo>
                <a:lnTo>
                  <a:pt x="608558" y="375555"/>
                </a:lnTo>
                <a:lnTo>
                  <a:pt x="322262" y="707559"/>
                </a:lnTo>
                <a:lnTo>
                  <a:pt x="106667" y="712321"/>
                </a:lnTo>
                <a:lnTo>
                  <a:pt x="0" y="836032"/>
                </a:lnTo>
                <a:lnTo>
                  <a:pt x="1968" y="837746"/>
                </a:lnTo>
                <a:lnTo>
                  <a:pt x="107899" y="714912"/>
                </a:lnTo>
                <a:lnTo>
                  <a:pt x="323481" y="710149"/>
                </a:lnTo>
                <a:lnTo>
                  <a:pt x="609853" y="378057"/>
                </a:lnTo>
                <a:lnTo>
                  <a:pt x="939139" y="350003"/>
                </a:lnTo>
                <a:lnTo>
                  <a:pt x="1240963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2" name="bk object 32"/>
          <p:cNvSpPr/>
          <p:nvPr/>
        </p:nvSpPr>
        <p:spPr>
          <a:xfrm>
            <a:off x="10678064" y="0"/>
            <a:ext cx="2586438" cy="1507490"/>
          </a:xfrm>
          <a:custGeom>
            <a:avLst/>
            <a:gdLst/>
            <a:ahLst/>
            <a:cxnLst/>
            <a:rect l="l" t="t" r="r" b="b"/>
            <a:pathLst>
              <a:path w="1882775" h="1507490">
                <a:moveTo>
                  <a:pt x="1344523" y="548497"/>
                </a:moveTo>
                <a:lnTo>
                  <a:pt x="1111135" y="819147"/>
                </a:lnTo>
                <a:lnTo>
                  <a:pt x="424662" y="875471"/>
                </a:lnTo>
                <a:lnTo>
                  <a:pt x="0" y="1367926"/>
                </a:lnTo>
                <a:lnTo>
                  <a:pt x="14058" y="1506902"/>
                </a:lnTo>
                <a:lnTo>
                  <a:pt x="24460" y="1505848"/>
                </a:lnTo>
                <a:lnTo>
                  <a:pt x="10871" y="1371355"/>
                </a:lnTo>
                <a:lnTo>
                  <a:pt x="429780" y="885568"/>
                </a:lnTo>
                <a:lnTo>
                  <a:pt x="1116253" y="829230"/>
                </a:lnTo>
                <a:lnTo>
                  <a:pt x="1349235" y="559063"/>
                </a:lnTo>
                <a:lnTo>
                  <a:pt x="1449771" y="559063"/>
                </a:lnTo>
                <a:lnTo>
                  <a:pt x="1457153" y="550504"/>
                </a:lnTo>
                <a:lnTo>
                  <a:pt x="1443329" y="550504"/>
                </a:lnTo>
                <a:lnTo>
                  <a:pt x="1344523" y="548497"/>
                </a:lnTo>
                <a:close/>
              </a:path>
              <a:path w="1882775" h="1507490">
                <a:moveTo>
                  <a:pt x="1449771" y="559063"/>
                </a:moveTo>
                <a:lnTo>
                  <a:pt x="1349235" y="559063"/>
                </a:lnTo>
                <a:lnTo>
                  <a:pt x="1448041" y="561070"/>
                </a:lnTo>
                <a:lnTo>
                  <a:pt x="1449771" y="559063"/>
                </a:lnTo>
                <a:close/>
              </a:path>
              <a:path w="1882775" h="1507490">
                <a:moveTo>
                  <a:pt x="1882377" y="0"/>
                </a:moveTo>
                <a:lnTo>
                  <a:pt x="1871878" y="0"/>
                </a:lnTo>
                <a:lnTo>
                  <a:pt x="1867522" y="58594"/>
                </a:lnTo>
                <a:lnTo>
                  <a:pt x="1443329" y="550504"/>
                </a:lnTo>
                <a:lnTo>
                  <a:pt x="1457153" y="550504"/>
                </a:lnTo>
                <a:lnTo>
                  <a:pt x="1877707" y="62824"/>
                </a:lnTo>
                <a:lnTo>
                  <a:pt x="1882377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3" name="bk object 33"/>
          <p:cNvSpPr/>
          <p:nvPr/>
        </p:nvSpPr>
        <p:spPr>
          <a:xfrm>
            <a:off x="12718888" y="1"/>
            <a:ext cx="647264" cy="645795"/>
          </a:xfrm>
          <a:custGeom>
            <a:avLst/>
            <a:gdLst/>
            <a:ahLst/>
            <a:cxnLst/>
            <a:rect l="l" t="t" r="r" b="b"/>
            <a:pathLst>
              <a:path w="471170" h="645795">
                <a:moveTo>
                  <a:pt x="470566" y="0"/>
                </a:moveTo>
                <a:lnTo>
                  <a:pt x="463648" y="0"/>
                </a:lnTo>
                <a:lnTo>
                  <a:pt x="174015" y="335870"/>
                </a:lnTo>
                <a:lnTo>
                  <a:pt x="170840" y="444087"/>
                </a:lnTo>
                <a:lnTo>
                  <a:pt x="0" y="642207"/>
                </a:lnTo>
                <a:lnTo>
                  <a:pt x="3949" y="645623"/>
                </a:lnTo>
                <a:lnTo>
                  <a:pt x="176022" y="446093"/>
                </a:lnTo>
                <a:lnTo>
                  <a:pt x="179184" y="337889"/>
                </a:lnTo>
                <a:lnTo>
                  <a:pt x="470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4" name="bk object 34"/>
          <p:cNvSpPr/>
          <p:nvPr/>
        </p:nvSpPr>
        <p:spPr>
          <a:xfrm>
            <a:off x="10516614" y="0"/>
            <a:ext cx="1832751" cy="450850"/>
          </a:xfrm>
          <a:custGeom>
            <a:avLst/>
            <a:gdLst/>
            <a:ahLst/>
            <a:cxnLst/>
            <a:rect l="l" t="t" r="r" b="b"/>
            <a:pathLst>
              <a:path w="1334134" h="450850">
                <a:moveTo>
                  <a:pt x="1333520" y="0"/>
                </a:moveTo>
                <a:lnTo>
                  <a:pt x="1330071" y="0"/>
                </a:lnTo>
                <a:lnTo>
                  <a:pt x="1288732" y="47931"/>
                </a:lnTo>
                <a:lnTo>
                  <a:pt x="1030706" y="57697"/>
                </a:lnTo>
                <a:lnTo>
                  <a:pt x="857516" y="258535"/>
                </a:lnTo>
                <a:lnTo>
                  <a:pt x="118656" y="311291"/>
                </a:lnTo>
                <a:lnTo>
                  <a:pt x="0" y="448895"/>
                </a:lnTo>
                <a:lnTo>
                  <a:pt x="1968" y="450597"/>
                </a:lnTo>
                <a:lnTo>
                  <a:pt x="119913" y="313818"/>
                </a:lnTo>
                <a:lnTo>
                  <a:pt x="858786" y="261062"/>
                </a:lnTo>
                <a:lnTo>
                  <a:pt x="1031925" y="60263"/>
                </a:lnTo>
                <a:lnTo>
                  <a:pt x="1289977" y="50496"/>
                </a:lnTo>
                <a:lnTo>
                  <a:pt x="1333520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5" name="bk object 35"/>
          <p:cNvSpPr/>
          <p:nvPr/>
        </p:nvSpPr>
        <p:spPr>
          <a:xfrm>
            <a:off x="12004790" y="0"/>
            <a:ext cx="713560" cy="1078230"/>
          </a:xfrm>
          <a:custGeom>
            <a:avLst/>
            <a:gdLst/>
            <a:ahLst/>
            <a:cxnLst/>
            <a:rect l="l" t="t" r="r" b="b"/>
            <a:pathLst>
              <a:path w="519429" h="1078230">
                <a:moveTo>
                  <a:pt x="518868" y="0"/>
                </a:moveTo>
                <a:lnTo>
                  <a:pt x="491211" y="0"/>
                </a:lnTo>
                <a:lnTo>
                  <a:pt x="256527" y="272153"/>
                </a:lnTo>
                <a:lnTo>
                  <a:pt x="281787" y="488091"/>
                </a:lnTo>
                <a:lnTo>
                  <a:pt x="81318" y="720552"/>
                </a:lnTo>
                <a:lnTo>
                  <a:pt x="100012" y="948148"/>
                </a:lnTo>
                <a:lnTo>
                  <a:pt x="0" y="1064125"/>
                </a:lnTo>
                <a:lnTo>
                  <a:pt x="15849" y="1077790"/>
                </a:lnTo>
                <a:lnTo>
                  <a:pt x="121589" y="955171"/>
                </a:lnTo>
                <a:lnTo>
                  <a:pt x="102908" y="727587"/>
                </a:lnTo>
                <a:lnTo>
                  <a:pt x="303656" y="494796"/>
                </a:lnTo>
                <a:lnTo>
                  <a:pt x="278396" y="278858"/>
                </a:lnTo>
                <a:lnTo>
                  <a:pt x="518868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6" name="bk object 36"/>
          <p:cNvSpPr/>
          <p:nvPr/>
        </p:nvSpPr>
        <p:spPr>
          <a:xfrm>
            <a:off x="11059524" y="0"/>
            <a:ext cx="33148" cy="15240"/>
          </a:xfrm>
          <a:custGeom>
            <a:avLst/>
            <a:gdLst/>
            <a:ahLst/>
            <a:cxnLst/>
            <a:rect l="l" t="t" r="r" b="b"/>
            <a:pathLst>
              <a:path w="24129" h="15240">
                <a:moveTo>
                  <a:pt x="23650" y="0"/>
                </a:moveTo>
                <a:lnTo>
                  <a:pt x="295" y="0"/>
                </a:lnTo>
                <a:lnTo>
                  <a:pt x="0" y="342"/>
                </a:lnTo>
                <a:lnTo>
                  <a:pt x="495" y="7137"/>
                </a:lnTo>
                <a:lnTo>
                  <a:pt x="9499" y="14896"/>
                </a:lnTo>
                <a:lnTo>
                  <a:pt x="16294" y="14388"/>
                </a:lnTo>
                <a:lnTo>
                  <a:pt x="24053" y="5397"/>
                </a:lnTo>
                <a:lnTo>
                  <a:pt x="23650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7" name="bk object 37"/>
          <p:cNvSpPr/>
          <p:nvPr/>
        </p:nvSpPr>
        <p:spPr>
          <a:xfrm>
            <a:off x="10497727" y="440738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4566" y="0"/>
                </a:moveTo>
                <a:lnTo>
                  <a:pt x="7759" y="508"/>
                </a:lnTo>
                <a:lnTo>
                  <a:pt x="0" y="9499"/>
                </a:lnTo>
                <a:lnTo>
                  <a:pt x="507" y="16306"/>
                </a:lnTo>
                <a:lnTo>
                  <a:pt x="9512" y="24053"/>
                </a:lnTo>
                <a:lnTo>
                  <a:pt x="16294" y="23558"/>
                </a:lnTo>
                <a:lnTo>
                  <a:pt x="24066" y="14554"/>
                </a:lnTo>
                <a:lnTo>
                  <a:pt x="23558" y="7759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8" name="bk object 38"/>
          <p:cNvSpPr/>
          <p:nvPr/>
        </p:nvSpPr>
        <p:spPr>
          <a:xfrm>
            <a:off x="10459785" y="1110347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47" y="508"/>
                </a:lnTo>
                <a:lnTo>
                  <a:pt x="0" y="9499"/>
                </a:lnTo>
                <a:lnTo>
                  <a:pt x="495" y="16306"/>
                </a:lnTo>
                <a:lnTo>
                  <a:pt x="9499" y="24053"/>
                </a:lnTo>
                <a:lnTo>
                  <a:pt x="16294" y="23558"/>
                </a:lnTo>
                <a:lnTo>
                  <a:pt x="24053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9" name="bk object 39"/>
          <p:cNvSpPr/>
          <p:nvPr/>
        </p:nvSpPr>
        <p:spPr>
          <a:xfrm>
            <a:off x="10268982" y="314060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4566" y="0"/>
                </a:moveTo>
                <a:lnTo>
                  <a:pt x="7759" y="508"/>
                </a:lnTo>
                <a:lnTo>
                  <a:pt x="0" y="9499"/>
                </a:lnTo>
                <a:lnTo>
                  <a:pt x="507" y="16306"/>
                </a:lnTo>
                <a:lnTo>
                  <a:pt x="9499" y="24053"/>
                </a:lnTo>
                <a:lnTo>
                  <a:pt x="16294" y="23558"/>
                </a:lnTo>
                <a:lnTo>
                  <a:pt x="24066" y="14554"/>
                </a:lnTo>
                <a:lnTo>
                  <a:pt x="23558" y="7772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0" name="bk object 40"/>
          <p:cNvSpPr/>
          <p:nvPr/>
        </p:nvSpPr>
        <p:spPr>
          <a:xfrm>
            <a:off x="10095114" y="795774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495"/>
                </a:lnTo>
                <a:lnTo>
                  <a:pt x="0" y="9499"/>
                </a:lnTo>
                <a:lnTo>
                  <a:pt x="508" y="16294"/>
                </a:lnTo>
                <a:lnTo>
                  <a:pt x="9499" y="24053"/>
                </a:lnTo>
                <a:lnTo>
                  <a:pt x="16294" y="23545"/>
                </a:lnTo>
                <a:lnTo>
                  <a:pt x="24066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1" name="bk object 41"/>
          <p:cNvSpPr/>
          <p:nvPr/>
        </p:nvSpPr>
        <p:spPr>
          <a:xfrm>
            <a:off x="10625850" y="1316076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66" y="0"/>
                </a:moveTo>
                <a:lnTo>
                  <a:pt x="7759" y="495"/>
                </a:lnTo>
                <a:lnTo>
                  <a:pt x="0" y="9499"/>
                </a:lnTo>
                <a:lnTo>
                  <a:pt x="507" y="16294"/>
                </a:lnTo>
                <a:lnTo>
                  <a:pt x="9499" y="24053"/>
                </a:lnTo>
                <a:lnTo>
                  <a:pt x="16294" y="23545"/>
                </a:lnTo>
                <a:lnTo>
                  <a:pt x="24066" y="14554"/>
                </a:lnTo>
                <a:lnTo>
                  <a:pt x="23558" y="7759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2" name="bk object 42"/>
          <p:cNvSpPr/>
          <p:nvPr/>
        </p:nvSpPr>
        <p:spPr>
          <a:xfrm>
            <a:off x="10584899" y="1885189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7" y="0"/>
                </a:moveTo>
                <a:lnTo>
                  <a:pt x="10019" y="1825"/>
                </a:lnTo>
                <a:lnTo>
                  <a:pt x="4333" y="6237"/>
                </a:lnTo>
                <a:lnTo>
                  <a:pt x="816" y="12501"/>
                </a:lnTo>
                <a:lnTo>
                  <a:pt x="0" y="19391"/>
                </a:lnTo>
                <a:lnTo>
                  <a:pt x="1826" y="26086"/>
                </a:lnTo>
                <a:lnTo>
                  <a:pt x="6238" y="31764"/>
                </a:lnTo>
                <a:lnTo>
                  <a:pt x="12497" y="35288"/>
                </a:lnTo>
                <a:lnTo>
                  <a:pt x="19386" y="36110"/>
                </a:lnTo>
                <a:lnTo>
                  <a:pt x="26080" y="34289"/>
                </a:lnTo>
                <a:lnTo>
                  <a:pt x="31753" y="29884"/>
                </a:lnTo>
                <a:lnTo>
                  <a:pt x="35284" y="23618"/>
                </a:lnTo>
                <a:lnTo>
                  <a:pt x="36109" y="16724"/>
                </a:lnTo>
                <a:lnTo>
                  <a:pt x="34285" y="10025"/>
                </a:lnTo>
                <a:lnTo>
                  <a:pt x="29873" y="4344"/>
                </a:lnTo>
                <a:lnTo>
                  <a:pt x="23609" y="820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3" name="bk object 43"/>
          <p:cNvSpPr/>
          <p:nvPr/>
        </p:nvSpPr>
        <p:spPr>
          <a:xfrm>
            <a:off x="11979167" y="1062449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7" y="0"/>
                </a:moveTo>
                <a:lnTo>
                  <a:pt x="10019" y="1824"/>
                </a:lnTo>
                <a:lnTo>
                  <a:pt x="4333" y="6230"/>
                </a:lnTo>
                <a:lnTo>
                  <a:pt x="816" y="12502"/>
                </a:lnTo>
                <a:lnTo>
                  <a:pt x="0" y="19396"/>
                </a:lnTo>
                <a:lnTo>
                  <a:pt x="1826" y="26092"/>
                </a:lnTo>
                <a:lnTo>
                  <a:pt x="6238" y="31770"/>
                </a:lnTo>
                <a:lnTo>
                  <a:pt x="12497" y="35293"/>
                </a:lnTo>
                <a:lnTo>
                  <a:pt x="19388" y="36110"/>
                </a:lnTo>
                <a:lnTo>
                  <a:pt x="26085" y="34285"/>
                </a:lnTo>
                <a:lnTo>
                  <a:pt x="31765" y="29878"/>
                </a:lnTo>
                <a:lnTo>
                  <a:pt x="35290" y="23614"/>
                </a:lnTo>
                <a:lnTo>
                  <a:pt x="36110" y="16724"/>
                </a:lnTo>
                <a:lnTo>
                  <a:pt x="34285" y="10029"/>
                </a:lnTo>
                <a:lnTo>
                  <a:pt x="29873" y="4351"/>
                </a:lnTo>
                <a:lnTo>
                  <a:pt x="23609" y="821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4" name="bk object 44"/>
          <p:cNvSpPr/>
          <p:nvPr/>
        </p:nvSpPr>
        <p:spPr>
          <a:xfrm>
            <a:off x="11189364" y="1064538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4" y="0"/>
                </a:moveTo>
                <a:lnTo>
                  <a:pt x="10018" y="1821"/>
                </a:lnTo>
                <a:lnTo>
                  <a:pt x="4340" y="6226"/>
                </a:lnTo>
                <a:lnTo>
                  <a:pt x="817" y="12497"/>
                </a:lnTo>
                <a:lnTo>
                  <a:pt x="0" y="19391"/>
                </a:lnTo>
                <a:lnTo>
                  <a:pt x="1825" y="26087"/>
                </a:lnTo>
                <a:lnTo>
                  <a:pt x="6232" y="31765"/>
                </a:lnTo>
                <a:lnTo>
                  <a:pt x="12496" y="35288"/>
                </a:lnTo>
                <a:lnTo>
                  <a:pt x="19386" y="36106"/>
                </a:lnTo>
                <a:lnTo>
                  <a:pt x="26081" y="34280"/>
                </a:lnTo>
                <a:lnTo>
                  <a:pt x="31759" y="29873"/>
                </a:lnTo>
                <a:lnTo>
                  <a:pt x="35289" y="23609"/>
                </a:lnTo>
                <a:lnTo>
                  <a:pt x="36110" y="16719"/>
                </a:lnTo>
                <a:lnTo>
                  <a:pt x="34286" y="10024"/>
                </a:lnTo>
                <a:lnTo>
                  <a:pt x="29879" y="4346"/>
                </a:lnTo>
                <a:lnTo>
                  <a:pt x="23608" y="821"/>
                </a:lnTo>
                <a:lnTo>
                  <a:pt x="1671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5" name="bk object 45"/>
          <p:cNvSpPr/>
          <p:nvPr/>
        </p:nvSpPr>
        <p:spPr>
          <a:xfrm>
            <a:off x="10890784" y="1461245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507"/>
                </a:lnTo>
                <a:lnTo>
                  <a:pt x="0" y="9512"/>
                </a:lnTo>
                <a:lnTo>
                  <a:pt x="495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53" y="14566"/>
                </a:lnTo>
                <a:lnTo>
                  <a:pt x="23545" y="7772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6" name="bk object 46"/>
          <p:cNvSpPr/>
          <p:nvPr/>
        </p:nvSpPr>
        <p:spPr>
          <a:xfrm>
            <a:off x="10640791" y="2257036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507"/>
                </a:lnTo>
                <a:lnTo>
                  <a:pt x="0" y="9512"/>
                </a:lnTo>
                <a:lnTo>
                  <a:pt x="495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66" y="14554"/>
                </a:lnTo>
                <a:lnTo>
                  <a:pt x="23545" y="7772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7" name="bk object 47"/>
          <p:cNvSpPr/>
          <p:nvPr/>
        </p:nvSpPr>
        <p:spPr>
          <a:xfrm>
            <a:off x="10690150" y="1501429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66" y="0"/>
                </a:moveTo>
                <a:lnTo>
                  <a:pt x="7759" y="507"/>
                </a:lnTo>
                <a:lnTo>
                  <a:pt x="0" y="9499"/>
                </a:lnTo>
                <a:lnTo>
                  <a:pt x="507" y="16306"/>
                </a:lnTo>
                <a:lnTo>
                  <a:pt x="9499" y="24053"/>
                </a:lnTo>
                <a:lnTo>
                  <a:pt x="16294" y="23558"/>
                </a:lnTo>
                <a:lnTo>
                  <a:pt x="24066" y="14554"/>
                </a:lnTo>
                <a:lnTo>
                  <a:pt x="23558" y="7759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8" name="bk object 48"/>
          <p:cNvSpPr/>
          <p:nvPr/>
        </p:nvSpPr>
        <p:spPr>
          <a:xfrm>
            <a:off x="11092101" y="1660855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47" y="507"/>
                </a:lnTo>
                <a:lnTo>
                  <a:pt x="0" y="9499"/>
                </a:lnTo>
                <a:lnTo>
                  <a:pt x="495" y="16306"/>
                </a:lnTo>
                <a:lnTo>
                  <a:pt x="9499" y="24053"/>
                </a:lnTo>
                <a:lnTo>
                  <a:pt x="16294" y="23558"/>
                </a:lnTo>
                <a:lnTo>
                  <a:pt x="24053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49" name="bk object 49"/>
          <p:cNvSpPr/>
          <p:nvPr/>
        </p:nvSpPr>
        <p:spPr>
          <a:xfrm>
            <a:off x="11082883" y="831336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508"/>
                </a:lnTo>
                <a:lnTo>
                  <a:pt x="0" y="9512"/>
                </a:lnTo>
                <a:lnTo>
                  <a:pt x="508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66" y="14566"/>
                </a:lnTo>
                <a:lnTo>
                  <a:pt x="23545" y="7772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0" name="bk object 50"/>
          <p:cNvSpPr/>
          <p:nvPr/>
        </p:nvSpPr>
        <p:spPr>
          <a:xfrm>
            <a:off x="11426922" y="148029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66" y="0"/>
                </a:moveTo>
                <a:lnTo>
                  <a:pt x="7759" y="508"/>
                </a:lnTo>
                <a:lnTo>
                  <a:pt x="0" y="9512"/>
                </a:lnTo>
                <a:lnTo>
                  <a:pt x="507" y="16306"/>
                </a:lnTo>
                <a:lnTo>
                  <a:pt x="9512" y="24066"/>
                </a:lnTo>
                <a:lnTo>
                  <a:pt x="16294" y="23558"/>
                </a:lnTo>
                <a:lnTo>
                  <a:pt x="24066" y="14554"/>
                </a:lnTo>
                <a:lnTo>
                  <a:pt x="23558" y="7772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1" name="bk object 51"/>
          <p:cNvSpPr/>
          <p:nvPr/>
        </p:nvSpPr>
        <p:spPr>
          <a:xfrm>
            <a:off x="12181739" y="270372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4554" y="0"/>
                </a:moveTo>
                <a:lnTo>
                  <a:pt x="7747" y="495"/>
                </a:lnTo>
                <a:lnTo>
                  <a:pt x="0" y="9499"/>
                </a:lnTo>
                <a:lnTo>
                  <a:pt x="495" y="16294"/>
                </a:lnTo>
                <a:lnTo>
                  <a:pt x="9499" y="24053"/>
                </a:lnTo>
                <a:lnTo>
                  <a:pt x="16294" y="23545"/>
                </a:lnTo>
                <a:lnTo>
                  <a:pt x="24053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2" name="bk object 52"/>
          <p:cNvSpPr/>
          <p:nvPr/>
        </p:nvSpPr>
        <p:spPr>
          <a:xfrm>
            <a:off x="12696647" y="638282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4566" y="0"/>
                </a:moveTo>
                <a:lnTo>
                  <a:pt x="7759" y="508"/>
                </a:lnTo>
                <a:lnTo>
                  <a:pt x="0" y="9512"/>
                </a:lnTo>
                <a:lnTo>
                  <a:pt x="507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66" y="14554"/>
                </a:lnTo>
                <a:lnTo>
                  <a:pt x="23558" y="7772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3" name="bk object 53"/>
          <p:cNvSpPr/>
          <p:nvPr/>
        </p:nvSpPr>
        <p:spPr>
          <a:xfrm>
            <a:off x="12858106" y="1828262"/>
            <a:ext cx="959556" cy="692785"/>
          </a:xfrm>
          <a:custGeom>
            <a:avLst/>
            <a:gdLst/>
            <a:ahLst/>
            <a:cxnLst/>
            <a:rect l="l" t="t" r="r" b="b"/>
            <a:pathLst>
              <a:path w="698500" h="692785">
                <a:moveTo>
                  <a:pt x="698454" y="0"/>
                </a:moveTo>
                <a:lnTo>
                  <a:pt x="495401" y="14132"/>
                </a:lnTo>
                <a:lnTo>
                  <a:pt x="204622" y="351329"/>
                </a:lnTo>
                <a:lnTo>
                  <a:pt x="210070" y="447202"/>
                </a:lnTo>
                <a:lnTo>
                  <a:pt x="0" y="690813"/>
                </a:lnTo>
                <a:lnTo>
                  <a:pt x="1981" y="692515"/>
                </a:lnTo>
                <a:lnTo>
                  <a:pt x="212737" y="448103"/>
                </a:lnTo>
                <a:lnTo>
                  <a:pt x="207302" y="352231"/>
                </a:lnTo>
                <a:lnTo>
                  <a:pt x="496671" y="16672"/>
                </a:lnTo>
                <a:lnTo>
                  <a:pt x="698454" y="2628"/>
                </a:lnTo>
                <a:lnTo>
                  <a:pt x="6984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4" name="bk object 54"/>
          <p:cNvSpPr/>
          <p:nvPr/>
        </p:nvSpPr>
        <p:spPr>
          <a:xfrm>
            <a:off x="13479980" y="1819400"/>
            <a:ext cx="338460" cy="510540"/>
          </a:xfrm>
          <a:custGeom>
            <a:avLst/>
            <a:gdLst/>
            <a:ahLst/>
            <a:cxnLst/>
            <a:rect l="l" t="t" r="r" b="b"/>
            <a:pathLst>
              <a:path w="246379" h="510539">
                <a:moveTo>
                  <a:pt x="245768" y="0"/>
                </a:moveTo>
                <a:lnTo>
                  <a:pt x="121932" y="143605"/>
                </a:lnTo>
                <a:lnTo>
                  <a:pt x="141312" y="339629"/>
                </a:lnTo>
                <a:lnTo>
                  <a:pt x="0" y="503510"/>
                </a:lnTo>
                <a:lnTo>
                  <a:pt x="7924" y="510343"/>
                </a:lnTo>
                <a:lnTo>
                  <a:pt x="152184" y="343071"/>
                </a:lnTo>
                <a:lnTo>
                  <a:pt x="132778" y="147046"/>
                </a:lnTo>
                <a:lnTo>
                  <a:pt x="245768" y="16027"/>
                </a:lnTo>
                <a:lnTo>
                  <a:pt x="245768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5" name="bk object 55"/>
          <p:cNvSpPr/>
          <p:nvPr/>
        </p:nvSpPr>
        <p:spPr>
          <a:xfrm>
            <a:off x="13541105" y="1231369"/>
            <a:ext cx="276526" cy="236854"/>
          </a:xfrm>
          <a:custGeom>
            <a:avLst/>
            <a:gdLst/>
            <a:ahLst/>
            <a:cxnLst/>
            <a:rect l="l" t="t" r="r" b="b"/>
            <a:pathLst>
              <a:path w="201295" h="236855">
                <a:moveTo>
                  <a:pt x="201271" y="0"/>
                </a:moveTo>
                <a:lnTo>
                  <a:pt x="0" y="233392"/>
                </a:lnTo>
                <a:lnTo>
                  <a:pt x="3962" y="236821"/>
                </a:lnTo>
                <a:lnTo>
                  <a:pt x="201271" y="8018"/>
                </a:lnTo>
                <a:lnTo>
                  <a:pt x="201271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6" name="bk object 56"/>
          <p:cNvSpPr/>
          <p:nvPr/>
        </p:nvSpPr>
        <p:spPr>
          <a:xfrm>
            <a:off x="11610494" y="1611415"/>
            <a:ext cx="2207850" cy="535940"/>
          </a:xfrm>
          <a:custGeom>
            <a:avLst/>
            <a:gdLst/>
            <a:ahLst/>
            <a:cxnLst/>
            <a:rect l="l" t="t" r="r" b="b"/>
            <a:pathLst>
              <a:path w="1607184" h="535939">
                <a:moveTo>
                  <a:pt x="282158" y="332703"/>
                </a:moveTo>
                <a:lnTo>
                  <a:pt x="250101" y="332703"/>
                </a:lnTo>
                <a:lnTo>
                  <a:pt x="485775" y="535941"/>
                </a:lnTo>
                <a:lnTo>
                  <a:pt x="697655" y="514186"/>
                </a:lnTo>
                <a:lnTo>
                  <a:pt x="492633" y="514186"/>
                </a:lnTo>
                <a:lnTo>
                  <a:pt x="282158" y="332703"/>
                </a:lnTo>
                <a:close/>
              </a:path>
              <a:path w="1607184" h="535939">
                <a:moveTo>
                  <a:pt x="1606642" y="0"/>
                </a:moveTo>
                <a:lnTo>
                  <a:pt x="1095552" y="45543"/>
                </a:lnTo>
                <a:lnTo>
                  <a:pt x="710730" y="491796"/>
                </a:lnTo>
                <a:lnTo>
                  <a:pt x="492633" y="514186"/>
                </a:lnTo>
                <a:lnTo>
                  <a:pt x="697655" y="514186"/>
                </a:lnTo>
                <a:lnTo>
                  <a:pt x="721156" y="511773"/>
                </a:lnTo>
                <a:lnTo>
                  <a:pt x="1105865" y="65647"/>
                </a:lnTo>
                <a:lnTo>
                  <a:pt x="1606642" y="21024"/>
                </a:lnTo>
                <a:lnTo>
                  <a:pt x="1606642" y="0"/>
                </a:lnTo>
                <a:close/>
              </a:path>
              <a:path w="1607184" h="535939">
                <a:moveTo>
                  <a:pt x="257708" y="311621"/>
                </a:moveTo>
                <a:lnTo>
                  <a:pt x="100749" y="314592"/>
                </a:lnTo>
                <a:lnTo>
                  <a:pt x="0" y="431420"/>
                </a:lnTo>
                <a:lnTo>
                  <a:pt x="15862" y="445085"/>
                </a:lnTo>
                <a:lnTo>
                  <a:pt x="110502" y="335344"/>
                </a:lnTo>
                <a:lnTo>
                  <a:pt x="250101" y="332703"/>
                </a:lnTo>
                <a:lnTo>
                  <a:pt x="282158" y="332703"/>
                </a:lnTo>
                <a:lnTo>
                  <a:pt x="257708" y="311621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7" name="bk object 57"/>
          <p:cNvSpPr/>
          <p:nvPr/>
        </p:nvSpPr>
        <p:spPr>
          <a:xfrm>
            <a:off x="11234177" y="1031123"/>
            <a:ext cx="2583821" cy="1251585"/>
          </a:xfrm>
          <a:custGeom>
            <a:avLst/>
            <a:gdLst/>
            <a:ahLst/>
            <a:cxnLst/>
            <a:rect l="l" t="t" r="r" b="b"/>
            <a:pathLst>
              <a:path w="1880870" h="1251585">
                <a:moveTo>
                  <a:pt x="405819" y="729196"/>
                </a:moveTo>
                <a:lnTo>
                  <a:pt x="397789" y="729196"/>
                </a:lnTo>
                <a:lnTo>
                  <a:pt x="1002906" y="1251014"/>
                </a:lnTo>
                <a:lnTo>
                  <a:pt x="1075731" y="1245629"/>
                </a:lnTo>
                <a:lnTo>
                  <a:pt x="1004684" y="1245629"/>
                </a:lnTo>
                <a:lnTo>
                  <a:pt x="405819" y="729196"/>
                </a:lnTo>
                <a:close/>
              </a:path>
              <a:path w="1880870" h="1251585">
                <a:moveTo>
                  <a:pt x="1880579" y="0"/>
                </a:moveTo>
                <a:lnTo>
                  <a:pt x="1872272" y="495"/>
                </a:lnTo>
                <a:lnTo>
                  <a:pt x="1431467" y="511658"/>
                </a:lnTo>
                <a:lnTo>
                  <a:pt x="1465110" y="946061"/>
                </a:lnTo>
                <a:lnTo>
                  <a:pt x="1220533" y="1229665"/>
                </a:lnTo>
                <a:lnTo>
                  <a:pt x="1004684" y="1245629"/>
                </a:lnTo>
                <a:lnTo>
                  <a:pt x="1075731" y="1245629"/>
                </a:lnTo>
                <a:lnTo>
                  <a:pt x="1223098" y="1234732"/>
                </a:lnTo>
                <a:lnTo>
                  <a:pt x="1470507" y="947826"/>
                </a:lnTo>
                <a:lnTo>
                  <a:pt x="1436852" y="513423"/>
                </a:lnTo>
                <a:lnTo>
                  <a:pt x="1874786" y="5588"/>
                </a:lnTo>
                <a:lnTo>
                  <a:pt x="1880579" y="5241"/>
                </a:lnTo>
                <a:lnTo>
                  <a:pt x="1880579" y="0"/>
                </a:lnTo>
                <a:close/>
              </a:path>
              <a:path w="1880870" h="1251585">
                <a:moveTo>
                  <a:pt x="399516" y="723760"/>
                </a:moveTo>
                <a:lnTo>
                  <a:pt x="161366" y="747598"/>
                </a:lnTo>
                <a:lnTo>
                  <a:pt x="0" y="934707"/>
                </a:lnTo>
                <a:lnTo>
                  <a:pt x="3962" y="938124"/>
                </a:lnTo>
                <a:lnTo>
                  <a:pt x="163957" y="752602"/>
                </a:lnTo>
                <a:lnTo>
                  <a:pt x="397789" y="729196"/>
                </a:lnTo>
                <a:lnTo>
                  <a:pt x="405819" y="729196"/>
                </a:lnTo>
                <a:lnTo>
                  <a:pt x="399516" y="72376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8" name="bk object 58"/>
          <p:cNvSpPr/>
          <p:nvPr/>
        </p:nvSpPr>
        <p:spPr>
          <a:xfrm>
            <a:off x="12312341" y="784513"/>
            <a:ext cx="1505630" cy="988694"/>
          </a:xfrm>
          <a:custGeom>
            <a:avLst/>
            <a:gdLst/>
            <a:ahLst/>
            <a:cxnLst/>
            <a:rect l="l" t="t" r="r" b="b"/>
            <a:pathLst>
              <a:path w="1096009" h="988694">
                <a:moveTo>
                  <a:pt x="1095739" y="0"/>
                </a:moveTo>
                <a:lnTo>
                  <a:pt x="634796" y="534531"/>
                </a:lnTo>
                <a:lnTo>
                  <a:pt x="363575" y="553390"/>
                </a:lnTo>
                <a:lnTo>
                  <a:pt x="0" y="975005"/>
                </a:lnTo>
                <a:lnTo>
                  <a:pt x="15849" y="988670"/>
                </a:lnTo>
                <a:lnTo>
                  <a:pt x="373735" y="573672"/>
                </a:lnTo>
                <a:lnTo>
                  <a:pt x="644956" y="554812"/>
                </a:lnTo>
                <a:lnTo>
                  <a:pt x="1095739" y="32078"/>
                </a:lnTo>
                <a:lnTo>
                  <a:pt x="1095739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59" name="bk object 59"/>
          <p:cNvSpPr/>
          <p:nvPr/>
        </p:nvSpPr>
        <p:spPr>
          <a:xfrm>
            <a:off x="12370864" y="931352"/>
            <a:ext cx="1447184" cy="1377315"/>
          </a:xfrm>
          <a:custGeom>
            <a:avLst/>
            <a:gdLst/>
            <a:ahLst/>
            <a:cxnLst/>
            <a:rect l="l" t="t" r="r" b="b"/>
            <a:pathLst>
              <a:path w="1053465" h="1377314">
                <a:moveTo>
                  <a:pt x="1053138" y="617011"/>
                </a:moveTo>
                <a:lnTo>
                  <a:pt x="918095" y="773618"/>
                </a:lnTo>
                <a:lnTo>
                  <a:pt x="652894" y="793214"/>
                </a:lnTo>
                <a:lnTo>
                  <a:pt x="245033" y="1266162"/>
                </a:lnTo>
                <a:lnTo>
                  <a:pt x="81483" y="1275865"/>
                </a:lnTo>
                <a:lnTo>
                  <a:pt x="0" y="1370365"/>
                </a:lnTo>
                <a:lnTo>
                  <a:pt x="7924" y="1377198"/>
                </a:lnTo>
                <a:lnTo>
                  <a:pt x="86525" y="1286063"/>
                </a:lnTo>
                <a:lnTo>
                  <a:pt x="250075" y="1276347"/>
                </a:lnTo>
                <a:lnTo>
                  <a:pt x="657987" y="803336"/>
                </a:lnTo>
                <a:lnTo>
                  <a:pt x="923188" y="783740"/>
                </a:lnTo>
                <a:lnTo>
                  <a:pt x="1053138" y="633045"/>
                </a:lnTo>
                <a:lnTo>
                  <a:pt x="1053138" y="617011"/>
                </a:lnTo>
                <a:close/>
              </a:path>
              <a:path w="1053465" h="1377314">
                <a:moveTo>
                  <a:pt x="1053138" y="0"/>
                </a:moveTo>
                <a:lnTo>
                  <a:pt x="1045375" y="9002"/>
                </a:lnTo>
                <a:lnTo>
                  <a:pt x="1053138" y="105736"/>
                </a:lnTo>
                <a:lnTo>
                  <a:pt x="1053138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0" name="bk object 60"/>
          <p:cNvSpPr/>
          <p:nvPr/>
        </p:nvSpPr>
        <p:spPr>
          <a:xfrm>
            <a:off x="12066529" y="700607"/>
            <a:ext cx="1751625" cy="1520825"/>
          </a:xfrm>
          <a:custGeom>
            <a:avLst/>
            <a:gdLst/>
            <a:ahLst/>
            <a:cxnLst/>
            <a:rect l="l" t="t" r="r" b="b"/>
            <a:pathLst>
              <a:path w="1275079" h="1520825">
                <a:moveTo>
                  <a:pt x="1274675" y="0"/>
                </a:moveTo>
                <a:lnTo>
                  <a:pt x="1273327" y="113"/>
                </a:lnTo>
                <a:lnTo>
                  <a:pt x="616534" y="761745"/>
                </a:lnTo>
                <a:lnTo>
                  <a:pt x="635381" y="1016799"/>
                </a:lnTo>
                <a:lnTo>
                  <a:pt x="451345" y="1230223"/>
                </a:lnTo>
                <a:lnTo>
                  <a:pt x="228803" y="1248574"/>
                </a:lnTo>
                <a:lnTo>
                  <a:pt x="0" y="1513890"/>
                </a:lnTo>
                <a:lnTo>
                  <a:pt x="7924" y="1520723"/>
                </a:lnTo>
                <a:lnTo>
                  <a:pt x="233921" y="1258658"/>
                </a:lnTo>
                <a:lnTo>
                  <a:pt x="456476" y="1240294"/>
                </a:lnTo>
                <a:lnTo>
                  <a:pt x="646150" y="1020355"/>
                </a:lnTo>
                <a:lnTo>
                  <a:pt x="627303" y="765301"/>
                </a:lnTo>
                <a:lnTo>
                  <a:pt x="1274675" y="14571"/>
                </a:lnTo>
                <a:lnTo>
                  <a:pt x="1274675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1" name="bk object 61"/>
          <p:cNvSpPr/>
          <p:nvPr/>
        </p:nvSpPr>
        <p:spPr>
          <a:xfrm>
            <a:off x="13262355" y="585939"/>
            <a:ext cx="555670" cy="356870"/>
          </a:xfrm>
          <a:custGeom>
            <a:avLst/>
            <a:gdLst/>
            <a:ahLst/>
            <a:cxnLst/>
            <a:rect l="l" t="t" r="r" b="b"/>
            <a:pathLst>
              <a:path w="404495" h="356869">
                <a:moveTo>
                  <a:pt x="404184" y="0"/>
                </a:moveTo>
                <a:lnTo>
                  <a:pt x="299770" y="5334"/>
                </a:lnTo>
                <a:lnTo>
                  <a:pt x="0" y="352959"/>
                </a:lnTo>
                <a:lnTo>
                  <a:pt x="3962" y="356375"/>
                </a:lnTo>
                <a:lnTo>
                  <a:pt x="302272" y="10452"/>
                </a:lnTo>
                <a:lnTo>
                  <a:pt x="404184" y="5240"/>
                </a:lnTo>
                <a:lnTo>
                  <a:pt x="40418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2" name="bk object 62"/>
          <p:cNvSpPr/>
          <p:nvPr/>
        </p:nvSpPr>
        <p:spPr>
          <a:xfrm>
            <a:off x="11534908" y="295145"/>
            <a:ext cx="2282870" cy="1637664"/>
          </a:xfrm>
          <a:custGeom>
            <a:avLst/>
            <a:gdLst/>
            <a:ahLst/>
            <a:cxnLst/>
            <a:rect l="l" t="t" r="r" b="b"/>
            <a:pathLst>
              <a:path w="1661795" h="1637664">
                <a:moveTo>
                  <a:pt x="1661665" y="0"/>
                </a:moveTo>
                <a:lnTo>
                  <a:pt x="1365351" y="3879"/>
                </a:lnTo>
                <a:lnTo>
                  <a:pt x="1037831" y="383673"/>
                </a:lnTo>
                <a:lnTo>
                  <a:pt x="868845" y="394709"/>
                </a:lnTo>
                <a:lnTo>
                  <a:pt x="288963" y="1067149"/>
                </a:lnTo>
                <a:lnTo>
                  <a:pt x="306565" y="1279925"/>
                </a:lnTo>
                <a:lnTo>
                  <a:pt x="0" y="1635410"/>
                </a:lnTo>
                <a:lnTo>
                  <a:pt x="1981" y="1637125"/>
                </a:lnTo>
                <a:lnTo>
                  <a:pt x="309257" y="1280814"/>
                </a:lnTo>
                <a:lnTo>
                  <a:pt x="291655" y="1068038"/>
                </a:lnTo>
                <a:lnTo>
                  <a:pt x="870115" y="397237"/>
                </a:lnTo>
                <a:lnTo>
                  <a:pt x="1039088" y="386213"/>
                </a:lnTo>
                <a:lnTo>
                  <a:pt x="1366558" y="6483"/>
                </a:lnTo>
                <a:lnTo>
                  <a:pt x="1661665" y="2624"/>
                </a:lnTo>
                <a:lnTo>
                  <a:pt x="1661665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3" name="bk object 63"/>
          <p:cNvSpPr/>
          <p:nvPr/>
        </p:nvSpPr>
        <p:spPr>
          <a:xfrm>
            <a:off x="11545924" y="1635"/>
            <a:ext cx="2272402" cy="2291080"/>
          </a:xfrm>
          <a:custGeom>
            <a:avLst/>
            <a:gdLst/>
            <a:ahLst/>
            <a:cxnLst/>
            <a:rect l="l" t="t" r="r" b="b"/>
            <a:pathLst>
              <a:path w="1654175" h="2291080">
                <a:moveTo>
                  <a:pt x="1653646" y="0"/>
                </a:moveTo>
                <a:lnTo>
                  <a:pt x="1533410" y="139437"/>
                </a:lnTo>
                <a:lnTo>
                  <a:pt x="1562760" y="511446"/>
                </a:lnTo>
                <a:lnTo>
                  <a:pt x="1070419" y="1082387"/>
                </a:lnTo>
                <a:lnTo>
                  <a:pt x="749427" y="1096801"/>
                </a:lnTo>
                <a:lnTo>
                  <a:pt x="446214" y="1448414"/>
                </a:lnTo>
                <a:lnTo>
                  <a:pt x="468109" y="1744641"/>
                </a:lnTo>
                <a:lnTo>
                  <a:pt x="0" y="2287477"/>
                </a:lnTo>
                <a:lnTo>
                  <a:pt x="3962" y="2290893"/>
                </a:lnTo>
                <a:lnTo>
                  <a:pt x="473494" y="1746432"/>
                </a:lnTo>
                <a:lnTo>
                  <a:pt x="451586" y="1450192"/>
                </a:lnTo>
                <a:lnTo>
                  <a:pt x="751916" y="1101919"/>
                </a:lnTo>
                <a:lnTo>
                  <a:pt x="1072895" y="1087518"/>
                </a:lnTo>
                <a:lnTo>
                  <a:pt x="1568145" y="513211"/>
                </a:lnTo>
                <a:lnTo>
                  <a:pt x="1538795" y="141203"/>
                </a:lnTo>
                <a:lnTo>
                  <a:pt x="1653646" y="8011"/>
                </a:lnTo>
                <a:lnTo>
                  <a:pt x="165364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4" name="bk object 64"/>
          <p:cNvSpPr/>
          <p:nvPr/>
        </p:nvSpPr>
        <p:spPr>
          <a:xfrm>
            <a:off x="12663623" y="240833"/>
            <a:ext cx="1154084" cy="1575435"/>
          </a:xfrm>
          <a:custGeom>
            <a:avLst/>
            <a:gdLst/>
            <a:ahLst/>
            <a:cxnLst/>
            <a:rect l="l" t="t" r="r" b="b"/>
            <a:pathLst>
              <a:path w="840104" h="1575435">
                <a:moveTo>
                  <a:pt x="840027" y="0"/>
                </a:moveTo>
                <a:lnTo>
                  <a:pt x="344639" y="574463"/>
                </a:lnTo>
                <a:lnTo>
                  <a:pt x="365302" y="904282"/>
                </a:lnTo>
                <a:lnTo>
                  <a:pt x="78930" y="1236374"/>
                </a:lnTo>
                <a:lnTo>
                  <a:pt x="105918" y="1450318"/>
                </a:lnTo>
                <a:lnTo>
                  <a:pt x="0" y="1573153"/>
                </a:lnTo>
                <a:lnTo>
                  <a:pt x="1993" y="1574854"/>
                </a:lnTo>
                <a:lnTo>
                  <a:pt x="108661" y="1451144"/>
                </a:lnTo>
                <a:lnTo>
                  <a:pt x="81673" y="1237187"/>
                </a:lnTo>
                <a:lnTo>
                  <a:pt x="367969" y="905196"/>
                </a:lnTo>
                <a:lnTo>
                  <a:pt x="347319" y="575364"/>
                </a:lnTo>
                <a:lnTo>
                  <a:pt x="840027" y="4022"/>
                </a:lnTo>
                <a:lnTo>
                  <a:pt x="840027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5" name="bk object 65"/>
          <p:cNvSpPr/>
          <p:nvPr/>
        </p:nvSpPr>
        <p:spPr>
          <a:xfrm>
            <a:off x="11814134" y="0"/>
            <a:ext cx="1881601" cy="2208530"/>
          </a:xfrm>
          <a:custGeom>
            <a:avLst/>
            <a:gdLst/>
            <a:ahLst/>
            <a:cxnLst/>
            <a:rect l="l" t="t" r="r" b="b"/>
            <a:pathLst>
              <a:path w="1369695" h="2208530">
                <a:moveTo>
                  <a:pt x="1369650" y="0"/>
                </a:moveTo>
                <a:lnTo>
                  <a:pt x="1355827" y="0"/>
                </a:lnTo>
                <a:lnTo>
                  <a:pt x="1240929" y="133244"/>
                </a:lnTo>
                <a:lnTo>
                  <a:pt x="1154861" y="152624"/>
                </a:lnTo>
                <a:lnTo>
                  <a:pt x="725195" y="650884"/>
                </a:lnTo>
                <a:lnTo>
                  <a:pt x="741705" y="748331"/>
                </a:lnTo>
                <a:lnTo>
                  <a:pt x="508736" y="1018498"/>
                </a:lnTo>
                <a:lnTo>
                  <a:pt x="553948" y="1705784"/>
                </a:lnTo>
                <a:lnTo>
                  <a:pt x="135026" y="2191584"/>
                </a:lnTo>
                <a:lnTo>
                  <a:pt x="0" y="2197896"/>
                </a:lnTo>
                <a:lnTo>
                  <a:pt x="482" y="2208348"/>
                </a:lnTo>
                <a:lnTo>
                  <a:pt x="140017" y="2201820"/>
                </a:lnTo>
                <a:lnTo>
                  <a:pt x="564680" y="1709378"/>
                </a:lnTo>
                <a:lnTo>
                  <a:pt x="519455" y="1022079"/>
                </a:lnTo>
                <a:lnTo>
                  <a:pt x="752843" y="751429"/>
                </a:lnTo>
                <a:lnTo>
                  <a:pt x="736345" y="653995"/>
                </a:lnTo>
                <a:lnTo>
                  <a:pt x="1160538" y="162086"/>
                </a:lnTo>
                <a:lnTo>
                  <a:pt x="1246593" y="142693"/>
                </a:lnTo>
                <a:lnTo>
                  <a:pt x="1369650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6" name="bk object 66"/>
          <p:cNvSpPr/>
          <p:nvPr/>
        </p:nvSpPr>
        <p:spPr>
          <a:xfrm>
            <a:off x="12687099" y="0"/>
            <a:ext cx="870579" cy="626110"/>
          </a:xfrm>
          <a:custGeom>
            <a:avLst/>
            <a:gdLst/>
            <a:ahLst/>
            <a:cxnLst/>
            <a:rect l="l" t="t" r="r" b="b"/>
            <a:pathLst>
              <a:path w="633729" h="626110">
                <a:moveTo>
                  <a:pt x="633647" y="0"/>
                </a:moveTo>
                <a:lnTo>
                  <a:pt x="626737" y="0"/>
                </a:lnTo>
                <a:lnTo>
                  <a:pt x="278625" y="403686"/>
                </a:lnTo>
                <a:lnTo>
                  <a:pt x="172059" y="422723"/>
                </a:lnTo>
                <a:lnTo>
                  <a:pt x="0" y="622253"/>
                </a:lnTo>
                <a:lnTo>
                  <a:pt x="3962" y="625682"/>
                </a:lnTo>
                <a:lnTo>
                  <a:pt x="174815" y="427549"/>
                </a:lnTo>
                <a:lnTo>
                  <a:pt x="281381" y="408512"/>
                </a:lnTo>
                <a:lnTo>
                  <a:pt x="633647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7" name="bk object 67"/>
          <p:cNvSpPr/>
          <p:nvPr/>
        </p:nvSpPr>
        <p:spPr>
          <a:xfrm>
            <a:off x="13276299" y="714779"/>
            <a:ext cx="444885" cy="1468755"/>
          </a:xfrm>
          <a:custGeom>
            <a:avLst/>
            <a:gdLst/>
            <a:ahLst/>
            <a:cxnLst/>
            <a:rect l="l" t="t" r="r" b="b"/>
            <a:pathLst>
              <a:path w="323850" h="1468755">
                <a:moveTo>
                  <a:pt x="321627" y="0"/>
                </a:moveTo>
                <a:lnTo>
                  <a:pt x="206375" y="133642"/>
                </a:lnTo>
                <a:lnTo>
                  <a:pt x="234657" y="390309"/>
                </a:lnTo>
                <a:lnTo>
                  <a:pt x="61493" y="591108"/>
                </a:lnTo>
                <a:lnTo>
                  <a:pt x="117944" y="1329702"/>
                </a:lnTo>
                <a:lnTo>
                  <a:pt x="0" y="1466481"/>
                </a:lnTo>
                <a:lnTo>
                  <a:pt x="1968" y="1468183"/>
                </a:lnTo>
                <a:lnTo>
                  <a:pt x="120637" y="1330579"/>
                </a:lnTo>
                <a:lnTo>
                  <a:pt x="64185" y="591985"/>
                </a:lnTo>
                <a:lnTo>
                  <a:pt x="237363" y="391160"/>
                </a:lnTo>
                <a:lnTo>
                  <a:pt x="209092" y="134493"/>
                </a:lnTo>
                <a:lnTo>
                  <a:pt x="323596" y="1701"/>
                </a:lnTo>
                <a:lnTo>
                  <a:pt x="321627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8" name="bk object 68"/>
          <p:cNvSpPr/>
          <p:nvPr/>
        </p:nvSpPr>
        <p:spPr>
          <a:xfrm>
            <a:off x="12202438" y="390836"/>
            <a:ext cx="1615543" cy="811530"/>
          </a:xfrm>
          <a:custGeom>
            <a:avLst/>
            <a:gdLst/>
            <a:ahLst/>
            <a:cxnLst/>
            <a:rect l="l" t="t" r="r" b="b"/>
            <a:pathLst>
              <a:path w="1176020" h="811530">
                <a:moveTo>
                  <a:pt x="1175742" y="0"/>
                </a:moveTo>
                <a:lnTo>
                  <a:pt x="1109840" y="4871"/>
                </a:lnTo>
                <a:lnTo>
                  <a:pt x="751649" y="420225"/>
                </a:lnTo>
                <a:lnTo>
                  <a:pt x="534352" y="426981"/>
                </a:lnTo>
                <a:lnTo>
                  <a:pt x="333603" y="659759"/>
                </a:lnTo>
                <a:lnTo>
                  <a:pt x="105740" y="674745"/>
                </a:lnTo>
                <a:lnTo>
                  <a:pt x="0" y="797364"/>
                </a:lnTo>
                <a:lnTo>
                  <a:pt x="15862" y="811042"/>
                </a:lnTo>
                <a:lnTo>
                  <a:pt x="115874" y="695053"/>
                </a:lnTo>
                <a:lnTo>
                  <a:pt x="343738" y="680079"/>
                </a:lnTo>
                <a:lnTo>
                  <a:pt x="544207" y="447619"/>
                </a:lnTo>
                <a:lnTo>
                  <a:pt x="761504" y="440862"/>
                </a:lnTo>
                <a:lnTo>
                  <a:pt x="1120025" y="25115"/>
                </a:lnTo>
                <a:lnTo>
                  <a:pt x="1175742" y="20991"/>
                </a:lnTo>
                <a:lnTo>
                  <a:pt x="1175742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69" name="bk object 69"/>
          <p:cNvSpPr/>
          <p:nvPr/>
        </p:nvSpPr>
        <p:spPr>
          <a:xfrm>
            <a:off x="13786302" y="1702534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47" y="507"/>
                </a:lnTo>
                <a:lnTo>
                  <a:pt x="0" y="9499"/>
                </a:lnTo>
                <a:lnTo>
                  <a:pt x="495" y="16306"/>
                </a:lnTo>
                <a:lnTo>
                  <a:pt x="9499" y="24053"/>
                </a:lnTo>
                <a:lnTo>
                  <a:pt x="16294" y="23558"/>
                </a:lnTo>
                <a:lnTo>
                  <a:pt x="24053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0" name="bk object 70"/>
          <p:cNvSpPr/>
          <p:nvPr/>
        </p:nvSpPr>
        <p:spPr>
          <a:xfrm>
            <a:off x="13257558" y="2173190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495"/>
                </a:lnTo>
                <a:lnTo>
                  <a:pt x="0" y="9499"/>
                </a:lnTo>
                <a:lnTo>
                  <a:pt x="508" y="16294"/>
                </a:lnTo>
                <a:lnTo>
                  <a:pt x="9499" y="24053"/>
                </a:lnTo>
                <a:lnTo>
                  <a:pt x="16294" y="23545"/>
                </a:lnTo>
                <a:lnTo>
                  <a:pt x="24066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1" name="bk object 71"/>
          <p:cNvSpPr/>
          <p:nvPr/>
        </p:nvSpPr>
        <p:spPr>
          <a:xfrm>
            <a:off x="12353272" y="2298969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495"/>
                </a:lnTo>
                <a:lnTo>
                  <a:pt x="0" y="9499"/>
                </a:lnTo>
                <a:lnTo>
                  <a:pt x="495" y="16294"/>
                </a:lnTo>
                <a:lnTo>
                  <a:pt x="9499" y="24053"/>
                </a:lnTo>
                <a:lnTo>
                  <a:pt x="16294" y="23545"/>
                </a:lnTo>
                <a:lnTo>
                  <a:pt x="24053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2" name="bk object 72"/>
          <p:cNvSpPr/>
          <p:nvPr/>
        </p:nvSpPr>
        <p:spPr>
          <a:xfrm>
            <a:off x="13463322" y="2319271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495"/>
                </a:lnTo>
                <a:lnTo>
                  <a:pt x="0" y="9499"/>
                </a:lnTo>
                <a:lnTo>
                  <a:pt x="495" y="16294"/>
                </a:lnTo>
                <a:lnTo>
                  <a:pt x="9499" y="24053"/>
                </a:lnTo>
                <a:lnTo>
                  <a:pt x="16294" y="23545"/>
                </a:lnTo>
                <a:lnTo>
                  <a:pt x="24066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3" name="bk object 73"/>
          <p:cNvSpPr/>
          <p:nvPr/>
        </p:nvSpPr>
        <p:spPr>
          <a:xfrm>
            <a:off x="12834345" y="2515278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47" y="507"/>
                </a:lnTo>
                <a:lnTo>
                  <a:pt x="0" y="9512"/>
                </a:lnTo>
                <a:lnTo>
                  <a:pt x="495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53" y="14554"/>
                </a:lnTo>
                <a:lnTo>
                  <a:pt x="23545" y="7772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4" name="bk object 74"/>
          <p:cNvSpPr/>
          <p:nvPr/>
        </p:nvSpPr>
        <p:spPr>
          <a:xfrm>
            <a:off x="12049321" y="2209628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47" y="507"/>
                </a:lnTo>
                <a:lnTo>
                  <a:pt x="0" y="9499"/>
                </a:lnTo>
                <a:lnTo>
                  <a:pt x="495" y="16306"/>
                </a:lnTo>
                <a:lnTo>
                  <a:pt x="9499" y="24053"/>
                </a:lnTo>
                <a:lnTo>
                  <a:pt x="16294" y="23558"/>
                </a:lnTo>
                <a:lnTo>
                  <a:pt x="24053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5" name="bk object 75"/>
          <p:cNvSpPr/>
          <p:nvPr/>
        </p:nvSpPr>
        <p:spPr>
          <a:xfrm>
            <a:off x="11585172" y="2040862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4" y="0"/>
                </a:moveTo>
                <a:lnTo>
                  <a:pt x="10019" y="1821"/>
                </a:lnTo>
                <a:lnTo>
                  <a:pt x="4335" y="6226"/>
                </a:lnTo>
                <a:lnTo>
                  <a:pt x="818" y="12497"/>
                </a:lnTo>
                <a:lnTo>
                  <a:pt x="0" y="19391"/>
                </a:lnTo>
                <a:lnTo>
                  <a:pt x="1822" y="26087"/>
                </a:lnTo>
                <a:lnTo>
                  <a:pt x="6227" y="31765"/>
                </a:lnTo>
                <a:lnTo>
                  <a:pt x="12493" y="35290"/>
                </a:lnTo>
                <a:lnTo>
                  <a:pt x="19386" y="36112"/>
                </a:lnTo>
                <a:lnTo>
                  <a:pt x="26082" y="34291"/>
                </a:lnTo>
                <a:lnTo>
                  <a:pt x="31754" y="29886"/>
                </a:lnTo>
                <a:lnTo>
                  <a:pt x="35286" y="23620"/>
                </a:lnTo>
                <a:lnTo>
                  <a:pt x="36110" y="16725"/>
                </a:lnTo>
                <a:lnTo>
                  <a:pt x="34287" y="10026"/>
                </a:lnTo>
                <a:lnTo>
                  <a:pt x="29875" y="4346"/>
                </a:lnTo>
                <a:lnTo>
                  <a:pt x="23605" y="821"/>
                </a:lnTo>
                <a:lnTo>
                  <a:pt x="1671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6" name="bk object 76"/>
          <p:cNvSpPr/>
          <p:nvPr/>
        </p:nvSpPr>
        <p:spPr>
          <a:xfrm>
            <a:off x="12177282" y="1186814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7" y="0"/>
                </a:moveTo>
                <a:lnTo>
                  <a:pt x="10023" y="1825"/>
                </a:lnTo>
                <a:lnTo>
                  <a:pt x="4344" y="6237"/>
                </a:lnTo>
                <a:lnTo>
                  <a:pt x="820" y="12501"/>
                </a:lnTo>
                <a:lnTo>
                  <a:pt x="0" y="19391"/>
                </a:lnTo>
                <a:lnTo>
                  <a:pt x="1825" y="26086"/>
                </a:lnTo>
                <a:lnTo>
                  <a:pt x="6237" y="31764"/>
                </a:lnTo>
                <a:lnTo>
                  <a:pt x="12495" y="35288"/>
                </a:lnTo>
                <a:lnTo>
                  <a:pt x="19386" y="36110"/>
                </a:lnTo>
                <a:lnTo>
                  <a:pt x="26084" y="34289"/>
                </a:lnTo>
                <a:lnTo>
                  <a:pt x="31764" y="29884"/>
                </a:lnTo>
                <a:lnTo>
                  <a:pt x="35288" y="23618"/>
                </a:lnTo>
                <a:lnTo>
                  <a:pt x="36109" y="16724"/>
                </a:lnTo>
                <a:lnTo>
                  <a:pt x="34284" y="10025"/>
                </a:lnTo>
                <a:lnTo>
                  <a:pt x="29871" y="4344"/>
                </a:lnTo>
                <a:lnTo>
                  <a:pt x="23608" y="820"/>
                </a:lnTo>
                <a:lnTo>
                  <a:pt x="16717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7" name="bk object 77"/>
          <p:cNvSpPr/>
          <p:nvPr/>
        </p:nvSpPr>
        <p:spPr>
          <a:xfrm>
            <a:off x="12290571" y="1755807"/>
            <a:ext cx="49722" cy="36195"/>
          </a:xfrm>
          <a:custGeom>
            <a:avLst/>
            <a:gdLst/>
            <a:ahLst/>
            <a:cxnLst/>
            <a:rect l="l" t="t" r="r" b="b"/>
            <a:pathLst>
              <a:path w="36195" h="36194">
                <a:moveTo>
                  <a:pt x="16714" y="0"/>
                </a:moveTo>
                <a:lnTo>
                  <a:pt x="10018" y="1825"/>
                </a:lnTo>
                <a:lnTo>
                  <a:pt x="4340" y="6232"/>
                </a:lnTo>
                <a:lnTo>
                  <a:pt x="817" y="12496"/>
                </a:lnTo>
                <a:lnTo>
                  <a:pt x="0" y="19386"/>
                </a:lnTo>
                <a:lnTo>
                  <a:pt x="1825" y="26081"/>
                </a:lnTo>
                <a:lnTo>
                  <a:pt x="6232" y="31759"/>
                </a:lnTo>
                <a:lnTo>
                  <a:pt x="12496" y="35289"/>
                </a:lnTo>
                <a:lnTo>
                  <a:pt x="19386" y="36110"/>
                </a:lnTo>
                <a:lnTo>
                  <a:pt x="26081" y="34286"/>
                </a:lnTo>
                <a:lnTo>
                  <a:pt x="31759" y="29879"/>
                </a:lnTo>
                <a:lnTo>
                  <a:pt x="35284" y="23614"/>
                </a:lnTo>
                <a:lnTo>
                  <a:pt x="36106" y="16719"/>
                </a:lnTo>
                <a:lnTo>
                  <a:pt x="34284" y="10020"/>
                </a:lnTo>
                <a:lnTo>
                  <a:pt x="29879" y="4340"/>
                </a:lnTo>
                <a:lnTo>
                  <a:pt x="23608" y="817"/>
                </a:lnTo>
                <a:lnTo>
                  <a:pt x="1671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8" name="bk object 78"/>
          <p:cNvSpPr/>
          <p:nvPr/>
        </p:nvSpPr>
        <p:spPr>
          <a:xfrm>
            <a:off x="11524717" y="2283639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66" y="0"/>
                </a:moveTo>
                <a:lnTo>
                  <a:pt x="7759" y="507"/>
                </a:lnTo>
                <a:lnTo>
                  <a:pt x="0" y="9512"/>
                </a:lnTo>
                <a:lnTo>
                  <a:pt x="507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66" y="14554"/>
                </a:lnTo>
                <a:lnTo>
                  <a:pt x="23558" y="7772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79" name="bk object 79"/>
          <p:cNvSpPr/>
          <p:nvPr/>
        </p:nvSpPr>
        <p:spPr>
          <a:xfrm>
            <a:off x="11214277" y="1960935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507"/>
                </a:lnTo>
                <a:lnTo>
                  <a:pt x="0" y="9512"/>
                </a:lnTo>
                <a:lnTo>
                  <a:pt x="508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66" y="14554"/>
                </a:lnTo>
                <a:lnTo>
                  <a:pt x="23545" y="7772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80" name="bk object 80"/>
          <p:cNvSpPr/>
          <p:nvPr/>
        </p:nvSpPr>
        <p:spPr>
          <a:xfrm>
            <a:off x="11787999" y="2190591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47" y="495"/>
                </a:lnTo>
                <a:lnTo>
                  <a:pt x="0" y="9499"/>
                </a:lnTo>
                <a:lnTo>
                  <a:pt x="495" y="16294"/>
                </a:lnTo>
                <a:lnTo>
                  <a:pt x="9499" y="24053"/>
                </a:lnTo>
                <a:lnTo>
                  <a:pt x="16294" y="23545"/>
                </a:lnTo>
                <a:lnTo>
                  <a:pt x="24053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81" name="bk object 81"/>
          <p:cNvSpPr/>
          <p:nvPr/>
        </p:nvSpPr>
        <p:spPr>
          <a:xfrm>
            <a:off x="11512264" y="1924610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66" y="0"/>
                </a:moveTo>
                <a:lnTo>
                  <a:pt x="7759" y="507"/>
                </a:lnTo>
                <a:lnTo>
                  <a:pt x="0" y="9512"/>
                </a:lnTo>
                <a:lnTo>
                  <a:pt x="507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66" y="14554"/>
                </a:lnTo>
                <a:lnTo>
                  <a:pt x="23558" y="7772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82" name="bk object 82"/>
          <p:cNvSpPr/>
          <p:nvPr/>
        </p:nvSpPr>
        <p:spPr>
          <a:xfrm>
            <a:off x="12640781" y="1809286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47" y="507"/>
                </a:lnTo>
                <a:lnTo>
                  <a:pt x="0" y="9499"/>
                </a:lnTo>
                <a:lnTo>
                  <a:pt x="495" y="16306"/>
                </a:lnTo>
                <a:lnTo>
                  <a:pt x="9499" y="24053"/>
                </a:lnTo>
                <a:lnTo>
                  <a:pt x="16294" y="23558"/>
                </a:lnTo>
                <a:lnTo>
                  <a:pt x="24053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83" name="bk object 83"/>
          <p:cNvSpPr/>
          <p:nvPr/>
        </p:nvSpPr>
        <p:spPr>
          <a:xfrm>
            <a:off x="13518675" y="1461096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507"/>
                </a:lnTo>
                <a:lnTo>
                  <a:pt x="0" y="9499"/>
                </a:lnTo>
                <a:lnTo>
                  <a:pt x="495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66" y="14554"/>
                </a:lnTo>
                <a:lnTo>
                  <a:pt x="23545" y="7772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84" name="bk object 84"/>
          <p:cNvSpPr/>
          <p:nvPr/>
        </p:nvSpPr>
        <p:spPr>
          <a:xfrm>
            <a:off x="13712903" y="696796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4554" y="0"/>
                </a:moveTo>
                <a:lnTo>
                  <a:pt x="7759" y="508"/>
                </a:lnTo>
                <a:lnTo>
                  <a:pt x="0" y="9499"/>
                </a:lnTo>
                <a:lnTo>
                  <a:pt x="508" y="16306"/>
                </a:lnTo>
                <a:lnTo>
                  <a:pt x="9499" y="24053"/>
                </a:lnTo>
                <a:lnTo>
                  <a:pt x="16294" y="23558"/>
                </a:lnTo>
                <a:lnTo>
                  <a:pt x="24066" y="14554"/>
                </a:lnTo>
                <a:lnTo>
                  <a:pt x="23545" y="7759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85" name="bk object 85"/>
          <p:cNvSpPr/>
          <p:nvPr/>
        </p:nvSpPr>
        <p:spPr>
          <a:xfrm>
            <a:off x="13241473" y="935603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30">
                <a:moveTo>
                  <a:pt x="14554" y="0"/>
                </a:moveTo>
                <a:lnTo>
                  <a:pt x="7759" y="508"/>
                </a:lnTo>
                <a:lnTo>
                  <a:pt x="0" y="9499"/>
                </a:lnTo>
                <a:lnTo>
                  <a:pt x="495" y="16306"/>
                </a:lnTo>
                <a:lnTo>
                  <a:pt x="9499" y="24066"/>
                </a:lnTo>
                <a:lnTo>
                  <a:pt x="16294" y="23558"/>
                </a:lnTo>
                <a:lnTo>
                  <a:pt x="24066" y="14554"/>
                </a:lnTo>
                <a:lnTo>
                  <a:pt x="23545" y="7772"/>
                </a:lnTo>
                <a:lnTo>
                  <a:pt x="14554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86" name="bk object 86"/>
          <p:cNvSpPr/>
          <p:nvPr/>
        </p:nvSpPr>
        <p:spPr>
          <a:xfrm>
            <a:off x="12665826" y="618940"/>
            <a:ext cx="33148" cy="24130"/>
          </a:xfrm>
          <a:custGeom>
            <a:avLst/>
            <a:gdLst/>
            <a:ahLst/>
            <a:cxnLst/>
            <a:rect l="l" t="t" r="r" b="b"/>
            <a:pathLst>
              <a:path w="24129" h="24129">
                <a:moveTo>
                  <a:pt x="14566" y="0"/>
                </a:moveTo>
                <a:lnTo>
                  <a:pt x="7759" y="508"/>
                </a:lnTo>
                <a:lnTo>
                  <a:pt x="0" y="9499"/>
                </a:lnTo>
                <a:lnTo>
                  <a:pt x="507" y="16306"/>
                </a:lnTo>
                <a:lnTo>
                  <a:pt x="9512" y="24053"/>
                </a:lnTo>
                <a:lnTo>
                  <a:pt x="16294" y="23558"/>
                </a:lnTo>
                <a:lnTo>
                  <a:pt x="24066" y="14554"/>
                </a:lnTo>
                <a:lnTo>
                  <a:pt x="23558" y="7759"/>
                </a:lnTo>
                <a:lnTo>
                  <a:pt x="14566" y="0"/>
                </a:lnTo>
                <a:close/>
              </a:path>
            </a:pathLst>
          </a:custGeom>
          <a:solidFill>
            <a:srgbClr val="3D9F36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4471" y="5810486"/>
            <a:ext cx="12368656" cy="680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1" i="0">
                <a:solidFill>
                  <a:schemeClr val="bg1"/>
                </a:solidFill>
                <a:latin typeface="Lucida Sans"/>
                <a:cs typeface="Lucida Sans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0880" y="1787652"/>
            <a:ext cx="124358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697984" y="7228332"/>
            <a:ext cx="44216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90880" y="7228332"/>
            <a:ext cx="31780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48672" y="7228332"/>
            <a:ext cx="31780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b="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s-CL" smtClean="0"/>
              <a:pPr/>
              <a:t>‹Nº›</a:t>
            </a:fld>
            <a:endParaRPr lang="es-CL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1" r:id="rId2"/>
    <p:sldLayoutId id="2147483662" r:id="rId3"/>
    <p:sldLayoutId id="2147483663" r:id="rId4"/>
    <p:sldLayoutId id="2147483666" r:id="rId5"/>
    <p:sldLayoutId id="2147483665" r:id="rId6"/>
  </p:sldLayoutIdLst>
  <p:txStyles>
    <p:titleStyle>
      <a:lvl1pPr>
        <a:defRPr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48" userDrawn="1">
          <p15:clr>
            <a:srgbClr val="F26B43"/>
          </p15:clr>
        </p15:guide>
        <p15:guide id="2" pos="43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7F113E0-56F6-0E5B-FFEE-AE19A56DE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Carga útil Store &amp; Forward	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58D76E35-C87A-F56A-16B2-DC946664E916}"/>
              </a:ext>
            </a:extLst>
          </p:cNvPr>
          <p:cNvSpPr txBox="1">
            <a:spLocks/>
          </p:cNvSpPr>
          <p:nvPr/>
        </p:nvSpPr>
        <p:spPr>
          <a:xfrm>
            <a:off x="203201" y="637028"/>
            <a:ext cx="5334000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300" b="1" i="0">
                <a:solidFill>
                  <a:schemeClr val="bg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s-CL" kern="0" spc="-16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PROYECTO BIFROST</a:t>
            </a:r>
            <a:endParaRPr lang="es-CL" kern="0" spc="-254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A8F5564E-A87D-26EF-E6B4-3A678A789215}"/>
              </a:ext>
            </a:extLst>
          </p:cNvPr>
          <p:cNvSpPr txBox="1">
            <a:spLocks/>
          </p:cNvSpPr>
          <p:nvPr/>
        </p:nvSpPr>
        <p:spPr>
          <a:xfrm>
            <a:off x="10109200" y="6858000"/>
            <a:ext cx="3352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300" b="1" i="0">
                <a:solidFill>
                  <a:schemeClr val="bg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s-CL" sz="3600" kern="0" spc="-16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16-Enero-2026</a:t>
            </a:r>
            <a:endParaRPr lang="es-CL" sz="3600" kern="0" spc="-254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D51BCB7-3A93-D4DC-F875-6D5291031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1" y="3140765"/>
            <a:ext cx="4572000" cy="257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15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7A3F6988-E08C-D809-FB9F-39962766A8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5589001"/>
              </p:ext>
            </p:extLst>
          </p:nvPr>
        </p:nvGraphicFramePr>
        <p:xfrm>
          <a:off x="724471" y="1281194"/>
          <a:ext cx="12380659" cy="4205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ítulo 2">
            <a:extLst>
              <a:ext uri="{FF2B5EF4-FFF2-40B4-BE49-F238E27FC236}">
                <a16:creationId xmlns:a16="http://schemas.microsoft.com/office/drawing/2014/main" id="{B84A55F4-43B8-641F-E2BB-CB28A86B1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Alcance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403481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2BB4731D-5249-212D-0CCC-AC76A1A02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638" y="3227388"/>
            <a:ext cx="11744325" cy="1107996"/>
          </a:xfrm>
        </p:spPr>
        <p:txBody>
          <a:bodyPr/>
          <a:lstStyle/>
          <a:p>
            <a:r>
              <a:rPr lang="es-CL" sz="7200" dirty="0"/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1427012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978339D-7E98-9704-BBDF-5A932B130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Contexto nacional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4E208632-593D-15E5-AD2D-4548ABD1F0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7620114"/>
              </p:ext>
            </p:extLst>
          </p:nvPr>
        </p:nvGraphicFramePr>
        <p:xfrm>
          <a:off x="724471" y="1317820"/>
          <a:ext cx="10134602" cy="4092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Gráfico 8">
            <a:extLst>
              <a:ext uri="{FF2B5EF4-FFF2-40B4-BE49-F238E27FC236}">
                <a16:creationId xmlns:a16="http://schemas.microsoft.com/office/drawing/2014/main" id="{333B7250-F5A7-AB00-36E9-A9EB36459E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66400" y="76200"/>
            <a:ext cx="2983927" cy="6488956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A0E53D8B-9F61-31E0-F18F-6FE53DCDC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328400" y="5269757"/>
            <a:ext cx="1295400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BBA7117-4B63-F715-3D14-FCDC49E57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58363" y="762000"/>
            <a:ext cx="673673" cy="6736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30387BF-576E-0D09-4C77-3B2115678CBA}"/>
              </a:ext>
            </a:extLst>
          </p:cNvPr>
          <p:cNvSpPr txBox="1"/>
          <p:nvPr/>
        </p:nvSpPr>
        <p:spPr>
          <a:xfrm>
            <a:off x="10642599" y="6641068"/>
            <a:ext cx="2831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Mapa de Chile continental</a:t>
            </a:r>
          </a:p>
        </p:txBody>
      </p:sp>
    </p:spTree>
    <p:extLst>
      <p:ext uri="{BB962C8B-B14F-4D97-AF65-F5344CB8AC3E}">
        <p14:creationId xmlns:p14="http://schemas.microsoft.com/office/powerpoint/2010/main" val="1784043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405A0FD-D8AD-3E23-0D79-C7AAC47F3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Alcance y Naturaleza del proyecto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82040C45-9A29-E18A-5894-E8F7EBE43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3166907"/>
              </p:ext>
            </p:extLst>
          </p:nvPr>
        </p:nvGraphicFramePr>
        <p:xfrm>
          <a:off x="724471" y="1317820"/>
          <a:ext cx="12380659" cy="4092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19536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3E921-075D-0DC5-06AE-93B6CAF1E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320" y="3227070"/>
            <a:ext cx="11744960" cy="2215991"/>
          </a:xfrm>
        </p:spPr>
        <p:txBody>
          <a:bodyPr/>
          <a:lstStyle/>
          <a:p>
            <a:r>
              <a:rPr lang="es-CL" sz="7200" dirty="0"/>
              <a:t>Descripción general del sistema</a:t>
            </a:r>
          </a:p>
        </p:txBody>
      </p:sp>
    </p:spTree>
    <p:extLst>
      <p:ext uri="{BB962C8B-B14F-4D97-AF65-F5344CB8AC3E}">
        <p14:creationId xmlns:p14="http://schemas.microsoft.com/office/powerpoint/2010/main" val="3782944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EC20C08-3F4F-7527-9C9C-169E8356C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Descripción general del sistema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D1DC633C-66F2-F338-3B28-6375A1C631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4149312"/>
              </p:ext>
            </p:extLst>
          </p:nvPr>
        </p:nvGraphicFramePr>
        <p:xfrm>
          <a:off x="724471" y="1371600"/>
          <a:ext cx="8698929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8" name="Picture 4" descr="Servicios Climáticos">
            <a:extLst>
              <a:ext uri="{FF2B5EF4-FFF2-40B4-BE49-F238E27FC236}">
                <a16:creationId xmlns:a16="http://schemas.microsoft.com/office/drawing/2014/main" id="{A32F0271-653D-351C-E136-071D753D2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5400" y="1961914"/>
            <a:ext cx="3067050" cy="39258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65641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4C793-E4F1-68EE-B93E-BAED076C1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320" y="3227070"/>
            <a:ext cx="11744960" cy="1107996"/>
          </a:xfrm>
        </p:spPr>
        <p:txBody>
          <a:bodyPr/>
          <a:lstStyle/>
          <a:p>
            <a:r>
              <a:rPr lang="es-CL" sz="7200" dirty="0"/>
              <a:t>Concepto de Operación</a:t>
            </a:r>
          </a:p>
        </p:txBody>
      </p:sp>
    </p:spTree>
    <p:extLst>
      <p:ext uri="{BB962C8B-B14F-4D97-AF65-F5344CB8AC3E}">
        <p14:creationId xmlns:p14="http://schemas.microsoft.com/office/powerpoint/2010/main" val="1722131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4242A567-FB79-4828-1700-287966D152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6257747"/>
              </p:ext>
            </p:extLst>
          </p:nvPr>
        </p:nvGraphicFramePr>
        <p:xfrm>
          <a:off x="724471" y="1281194"/>
          <a:ext cx="12380659" cy="5576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16435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C82AD-88B4-9543-DAE7-B8C5C5F7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92BA750E-29FD-600D-3505-D34713C49A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6805930"/>
              </p:ext>
            </p:extLst>
          </p:nvPr>
        </p:nvGraphicFramePr>
        <p:xfrm>
          <a:off x="724471" y="1281194"/>
          <a:ext cx="12380659" cy="5576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12156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ECE1C3-4B3B-1628-EEFB-AA092E2F7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320" y="3227070"/>
            <a:ext cx="11744960" cy="2215991"/>
          </a:xfrm>
        </p:spPr>
        <p:txBody>
          <a:bodyPr/>
          <a:lstStyle/>
          <a:p>
            <a:r>
              <a:rPr lang="es-CL" sz="7200" dirty="0"/>
              <a:t>Arquitectura funcional del sistema</a:t>
            </a:r>
          </a:p>
        </p:txBody>
      </p:sp>
    </p:spTree>
    <p:extLst>
      <p:ext uri="{BB962C8B-B14F-4D97-AF65-F5344CB8AC3E}">
        <p14:creationId xmlns:p14="http://schemas.microsoft.com/office/powerpoint/2010/main" val="2485867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AE3D346-5A6F-43C3-7075-1EC4ED4C90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5769599"/>
              </p:ext>
            </p:extLst>
          </p:nvPr>
        </p:nvGraphicFramePr>
        <p:xfrm>
          <a:off x="724471" y="1281194"/>
          <a:ext cx="12380659" cy="5576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37071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FEB30-9202-32F0-5642-8464E8456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320" y="3227070"/>
            <a:ext cx="11744960" cy="2215991"/>
          </a:xfrm>
        </p:spPr>
        <p:txBody>
          <a:bodyPr/>
          <a:lstStyle/>
          <a:p>
            <a:r>
              <a:rPr lang="es-CL" sz="7200" dirty="0"/>
              <a:t>Restricciones del sistema</a:t>
            </a:r>
          </a:p>
        </p:txBody>
      </p:sp>
    </p:spTree>
    <p:extLst>
      <p:ext uri="{BB962C8B-B14F-4D97-AF65-F5344CB8AC3E}">
        <p14:creationId xmlns:p14="http://schemas.microsoft.com/office/powerpoint/2010/main" val="271759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9784E167-C141-5596-45C5-4ECDF128C6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2806100"/>
              </p:ext>
            </p:extLst>
          </p:nvPr>
        </p:nvGraphicFramePr>
        <p:xfrm>
          <a:off x="723901" y="1281113"/>
          <a:ext cx="6184900" cy="52100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170" name="Picture 2" descr="GOMspace | 12U">
            <a:extLst>
              <a:ext uri="{FF2B5EF4-FFF2-40B4-BE49-F238E27FC236}">
                <a16:creationId xmlns:a16="http://schemas.microsoft.com/office/drawing/2014/main" id="{5931C049-AF48-0AFB-78ED-33E4A86F1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00" y="2337784"/>
            <a:ext cx="5626101" cy="25387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B316081-330D-63E5-AF33-67BAFD207265}"/>
              </a:ext>
            </a:extLst>
          </p:cNvPr>
          <p:cNvSpPr txBox="1"/>
          <p:nvPr/>
        </p:nvSpPr>
        <p:spPr>
          <a:xfrm>
            <a:off x="9378950" y="50292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CubeSat 12U, GOMspace</a:t>
            </a:r>
          </a:p>
        </p:txBody>
      </p:sp>
    </p:spTree>
    <p:extLst>
      <p:ext uri="{BB962C8B-B14F-4D97-AF65-F5344CB8AC3E}">
        <p14:creationId xmlns:p14="http://schemas.microsoft.com/office/powerpoint/2010/main" val="2326900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F0360-6334-42B5-BBFB-0A74FFF27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6320" y="3227070"/>
            <a:ext cx="11744960" cy="1107996"/>
          </a:xfrm>
        </p:spPr>
        <p:txBody>
          <a:bodyPr/>
          <a:lstStyle/>
          <a:p>
            <a:r>
              <a:rPr lang="es-CL" sz="7200" dirty="0"/>
              <a:t>Pasos futuros</a:t>
            </a:r>
          </a:p>
        </p:txBody>
      </p:sp>
    </p:spTree>
    <p:extLst>
      <p:ext uri="{BB962C8B-B14F-4D97-AF65-F5344CB8AC3E}">
        <p14:creationId xmlns:p14="http://schemas.microsoft.com/office/powerpoint/2010/main" val="2837130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0B65D1BD-AA6E-D60D-717A-C2E7A7F9B2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8076896"/>
              </p:ext>
            </p:extLst>
          </p:nvPr>
        </p:nvGraphicFramePr>
        <p:xfrm>
          <a:off x="254000" y="1295400"/>
          <a:ext cx="13309600" cy="556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935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3C3E3-4234-76B1-09CE-197CB751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5DADEB7-8DB3-3328-5638-45B7A505A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Carga útil Store &amp; Forward	</a:t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452F6026-7C9B-DC81-1513-7DD3888A046F}"/>
              </a:ext>
            </a:extLst>
          </p:cNvPr>
          <p:cNvSpPr txBox="1">
            <a:spLocks/>
          </p:cNvSpPr>
          <p:nvPr/>
        </p:nvSpPr>
        <p:spPr>
          <a:xfrm>
            <a:off x="203201" y="637028"/>
            <a:ext cx="5334000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300" b="1" i="0">
                <a:solidFill>
                  <a:schemeClr val="bg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s-CL" kern="0" spc="-16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PROYECTO BIFROST</a:t>
            </a:r>
            <a:endParaRPr lang="es-CL" kern="0" spc="-254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E385A9D2-481B-5BBA-C926-BE778A3576FC}"/>
              </a:ext>
            </a:extLst>
          </p:cNvPr>
          <p:cNvSpPr txBox="1">
            <a:spLocks/>
          </p:cNvSpPr>
          <p:nvPr/>
        </p:nvSpPr>
        <p:spPr>
          <a:xfrm>
            <a:off x="10109200" y="6858000"/>
            <a:ext cx="3352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300" b="1" i="0">
                <a:solidFill>
                  <a:schemeClr val="bg1"/>
                </a:solidFill>
                <a:latin typeface="Lucida Sans"/>
                <a:ea typeface="+mj-ea"/>
                <a:cs typeface="Lucida Sans"/>
              </a:defRPr>
            </a:lvl1pPr>
          </a:lstStyle>
          <a:p>
            <a:pPr marL="12700" algn="r">
              <a:spcBef>
                <a:spcPts val="100"/>
              </a:spcBef>
            </a:pPr>
            <a:r>
              <a:rPr lang="es-CL" sz="3600" kern="0" spc="-16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16-Enero-2026</a:t>
            </a:r>
            <a:endParaRPr lang="es-CL" sz="3600" kern="0" spc="-254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8A24C18-54BF-A034-DD33-2065A4403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1" y="3140765"/>
            <a:ext cx="4572000" cy="257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059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3F2C76B7-697F-70FB-CB5A-7E93155929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2529987"/>
              </p:ext>
            </p:extLst>
          </p:nvPr>
        </p:nvGraphicFramePr>
        <p:xfrm>
          <a:off x="5080" y="1295400"/>
          <a:ext cx="13817600" cy="556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0813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1F580-8B9B-255E-9424-D345135E93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Requerimientos de usuario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BAB3A4-CC83-204D-DA5A-542CE7E122F0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54231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A38CA4A-600B-7D8F-1C24-3AFA37598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536401"/>
              </p:ext>
            </p:extLst>
          </p:nvPr>
        </p:nvGraphicFramePr>
        <p:xfrm>
          <a:off x="584200" y="1579562"/>
          <a:ext cx="12368656" cy="46132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263">
                  <a:extLst>
                    <a:ext uri="{9D8B030D-6E8A-4147-A177-3AD203B41FA5}">
                      <a16:colId xmlns:a16="http://schemas.microsoft.com/office/drawing/2014/main" val="721089563"/>
                    </a:ext>
                  </a:extLst>
                </a:gridCol>
                <a:gridCol w="11104393">
                  <a:extLst>
                    <a:ext uri="{9D8B030D-6E8A-4147-A177-3AD203B41FA5}">
                      <a16:colId xmlns:a16="http://schemas.microsoft.com/office/drawing/2014/main" val="1865188384"/>
                    </a:ext>
                  </a:extLst>
                </a:gridCol>
              </a:tblGrid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UR-01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proveer un servicio Store &amp; Forward satelital para transmisión de datos.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42369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UR-02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integrarse de forma genérica en un satélite CubeSat clase 12U en órbita LEO.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025146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UR-03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cubrir el territorio chileno continental, zonas extremas, territorio insular y territorio antártico.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658610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UR-10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operar de forma sostenida durante la vida útil del satélite.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329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604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3FF8C69-24D9-1D17-2283-E4B7095F3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EF8A476-9222-A4FF-A2CA-FA2AF39E4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260744"/>
              </p:ext>
            </p:extLst>
          </p:nvPr>
        </p:nvGraphicFramePr>
        <p:xfrm>
          <a:off x="584200" y="1579562"/>
          <a:ext cx="12368656" cy="46132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263">
                  <a:extLst>
                    <a:ext uri="{9D8B030D-6E8A-4147-A177-3AD203B41FA5}">
                      <a16:colId xmlns:a16="http://schemas.microsoft.com/office/drawing/2014/main" val="721089563"/>
                    </a:ext>
                  </a:extLst>
                </a:gridCol>
                <a:gridCol w="11104393">
                  <a:extLst>
                    <a:ext uri="{9D8B030D-6E8A-4147-A177-3AD203B41FA5}">
                      <a16:colId xmlns:a16="http://schemas.microsoft.com/office/drawing/2014/main" val="1865188384"/>
                    </a:ext>
                  </a:extLst>
                </a:gridCol>
              </a:tblGrid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UR-04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ser capaz de almacenar y reenviar datos a estaciones terrenas.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42369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UR-05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permitir una comunicación bidireccional con estaciones terrenas.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025146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UR-06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ser compatible con estaciones meteorológicas y sismológicas remotas existentes.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658610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UR-09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garantizar la integridad de los datos almacenados a bordo.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329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685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114A213-2DF6-4500-9DBE-1B7884423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3DDEF1F-2580-694F-85C0-CF79BF6A8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261410"/>
              </p:ext>
            </p:extLst>
          </p:nvPr>
        </p:nvGraphicFramePr>
        <p:xfrm>
          <a:off x="584200" y="1579562"/>
          <a:ext cx="12368656" cy="46132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263">
                  <a:extLst>
                    <a:ext uri="{9D8B030D-6E8A-4147-A177-3AD203B41FA5}">
                      <a16:colId xmlns:a16="http://schemas.microsoft.com/office/drawing/2014/main" val="721089563"/>
                    </a:ext>
                  </a:extLst>
                </a:gridCol>
                <a:gridCol w="11104393">
                  <a:extLst>
                    <a:ext uri="{9D8B030D-6E8A-4147-A177-3AD203B41FA5}">
                      <a16:colId xmlns:a16="http://schemas.microsoft.com/office/drawing/2014/main" val="1865188384"/>
                    </a:ext>
                  </a:extLst>
                </a:gridCol>
              </a:tblGrid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UR-07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ser de carácter experimental, con proyección a futuras aplicaciones comerciales.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42369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UR-08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presentar una arquitectura modular, reutilizable y escalable.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025146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UR-11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ser validado mediante pruebas funcionales en tierra y demostración en órbita.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658610"/>
                  </a:ext>
                </a:extLst>
              </a:tr>
              <a:tr h="11533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UR-12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utilizar componentes de bajo costo, tales como componentes COTS.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8" marR="798" marT="798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329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297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413B8AB-8A5C-2C93-FB0D-7F36BE58AF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Requerimientos de sistema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FF9B92BB-D30E-7A2D-F23F-4FD002AEABE1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5186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157D85-C858-9A25-7D6E-7D2B8CE8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1B34E70-5446-BC5D-7AC2-DD789E145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8302472"/>
              </p:ext>
            </p:extLst>
          </p:nvPr>
        </p:nvGraphicFramePr>
        <p:xfrm>
          <a:off x="584200" y="1524000"/>
          <a:ext cx="12368656" cy="5049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263">
                  <a:extLst>
                    <a:ext uri="{9D8B030D-6E8A-4147-A177-3AD203B41FA5}">
                      <a16:colId xmlns:a16="http://schemas.microsoft.com/office/drawing/2014/main" val="721089563"/>
                    </a:ext>
                  </a:extLst>
                </a:gridCol>
                <a:gridCol w="11104393">
                  <a:extLst>
                    <a:ext uri="{9D8B030D-6E8A-4147-A177-3AD203B41FA5}">
                      <a16:colId xmlns:a16="http://schemas.microsoft.com/office/drawing/2014/main" val="1865188384"/>
                    </a:ext>
                  </a:extLst>
                </a:gridCol>
              </a:tblGrid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SR-02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transmitir en una banda permitida por la SUBTEL e ITU. (Banda S)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extLst>
                  <a:ext uri="{0D108BD9-81ED-4DB2-BD59-A6C34878D82A}">
                    <a16:rowId xmlns:a16="http://schemas.microsoft.com/office/drawing/2014/main" val="1440442369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SR-03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soportar comunicación half-duplex o full-duplex con estaciones terrenas.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extLst>
                  <a:ext uri="{0D108BD9-81ED-4DB2-BD59-A6C34878D82A}">
                    <a16:rowId xmlns:a16="http://schemas.microsoft.com/office/drawing/2014/main" val="3238025146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SR-04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utilizar modulación digital robusta (BPSK o QPSK) con una tasa de transmisión acorde al formato de datos.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extLst>
                  <a:ext uri="{0D108BD9-81ED-4DB2-BD59-A6C34878D82A}">
                    <a16:rowId xmlns:a16="http://schemas.microsoft.com/office/drawing/2014/main" val="4130658610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SR-07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recibir en una banda ancha en el espectro UHF. (430, 868, 928, 1620 MHz)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extLst>
                  <a:ext uri="{0D108BD9-81ED-4DB2-BD59-A6C34878D82A}">
                    <a16:rowId xmlns:a16="http://schemas.microsoft.com/office/drawing/2014/main" val="3478329105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SR-10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ser resiliente a EMI y estar encapsulado en una jaula de Faraday.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/>
                </a:tc>
                <a:extLst>
                  <a:ext uri="{0D108BD9-81ED-4DB2-BD59-A6C34878D82A}">
                    <a16:rowId xmlns:a16="http://schemas.microsoft.com/office/drawing/2014/main" val="384666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7429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1CCD2F-E61D-7206-DC84-4083EA2EC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13D3DD1-EFC4-99C6-D554-C4AB800E9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776300"/>
              </p:ext>
            </p:extLst>
          </p:nvPr>
        </p:nvGraphicFramePr>
        <p:xfrm>
          <a:off x="584200" y="1524000"/>
          <a:ext cx="12368656" cy="5049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263">
                  <a:extLst>
                    <a:ext uri="{9D8B030D-6E8A-4147-A177-3AD203B41FA5}">
                      <a16:colId xmlns:a16="http://schemas.microsoft.com/office/drawing/2014/main" val="721089563"/>
                    </a:ext>
                  </a:extLst>
                </a:gridCol>
                <a:gridCol w="11104393">
                  <a:extLst>
                    <a:ext uri="{9D8B030D-6E8A-4147-A177-3AD203B41FA5}">
                      <a16:colId xmlns:a16="http://schemas.microsoft.com/office/drawing/2014/main" val="1865188384"/>
                    </a:ext>
                  </a:extLst>
                </a:gridCol>
              </a:tblGrid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SR-01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implementar recepción, almacenamiento no volátil y reenvío de datos.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42369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SR-05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sobrescribir datos antiguos al alcanzar capacidad máxima.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025146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SR-11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implementar mecanismos de integridad de datos y control de acceso.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658610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SR-12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diseñarse de forma modular, escalable y su firmware debe ser actualizable.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329105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SR-13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ser completamente verificable en tierra y en órbita.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66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3260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2459038-850A-7524-6D7E-E75B7D31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1C6760B-FCED-09C2-5457-70CE485B6E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09832"/>
              </p:ext>
            </p:extLst>
          </p:nvPr>
        </p:nvGraphicFramePr>
        <p:xfrm>
          <a:off x="584200" y="1524000"/>
          <a:ext cx="12368656" cy="5049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4263">
                  <a:extLst>
                    <a:ext uri="{9D8B030D-6E8A-4147-A177-3AD203B41FA5}">
                      <a16:colId xmlns:a16="http://schemas.microsoft.com/office/drawing/2014/main" val="721089563"/>
                    </a:ext>
                  </a:extLst>
                </a:gridCol>
                <a:gridCol w="11104393">
                  <a:extLst>
                    <a:ext uri="{9D8B030D-6E8A-4147-A177-3AD203B41FA5}">
                      <a16:colId xmlns:a16="http://schemas.microsoft.com/office/drawing/2014/main" val="1865188384"/>
                    </a:ext>
                  </a:extLst>
                </a:gridCol>
              </a:tblGrid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SR-06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comunicarse con el OBC mediante una única interfaz (I2C) y reportar su estado periódicamente.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442369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SR-08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consumir un máximo de 10 W en operación nominal.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025146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SR-09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escuchar activamente y transmitir cuando el OBC lo ordene. (SDR)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658610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SR-14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tener dimensiones máximas 20 cm x 20 cm x 10 cm.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329105"/>
                  </a:ext>
                </a:extLst>
              </a:tr>
              <a:tr h="10099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2800" u="none" strike="noStrike" dirty="0">
                          <a:effectLst/>
                        </a:rPr>
                        <a:t>SR-15</a:t>
                      </a:r>
                      <a:endParaRPr lang="es-CL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2800" u="none" strike="noStrike" dirty="0">
                          <a:effectLst/>
                        </a:rPr>
                        <a:t>El sistema debe tener masa de 3 kg.</a:t>
                      </a:r>
                      <a:endParaRPr lang="es-MX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" marR="604" marT="604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66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50011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93818-09C9-1EB9-C5B2-B42CD34F3A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Matriz de trazabilidad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4B463F-8B02-B437-D706-159BA3A549D0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2054676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DF09A802-CE3B-39E0-442C-0AED8C200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356207"/>
              </p:ext>
            </p:extLst>
          </p:nvPr>
        </p:nvGraphicFramePr>
        <p:xfrm>
          <a:off x="1041520" y="1371600"/>
          <a:ext cx="11734688" cy="5486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5916">
                  <a:extLst>
                    <a:ext uri="{9D8B030D-6E8A-4147-A177-3AD203B41FA5}">
                      <a16:colId xmlns:a16="http://schemas.microsoft.com/office/drawing/2014/main" val="468506068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324379202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1649580781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823585300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1588015991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1814597507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2331177364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2109413428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4004001801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1175067244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3257982114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3720562576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1152920361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948631385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1339633521"/>
                    </a:ext>
                  </a:extLst>
                </a:gridCol>
                <a:gridCol w="599327">
                  <a:extLst>
                    <a:ext uri="{9D8B030D-6E8A-4147-A177-3AD203B41FA5}">
                      <a16:colId xmlns:a16="http://schemas.microsoft.com/office/drawing/2014/main" val="4224108887"/>
                    </a:ext>
                  </a:extLst>
                </a:gridCol>
                <a:gridCol w="1768867">
                  <a:extLst>
                    <a:ext uri="{9D8B030D-6E8A-4147-A177-3AD203B41FA5}">
                      <a16:colId xmlns:a16="http://schemas.microsoft.com/office/drawing/2014/main" val="2732752760"/>
                    </a:ext>
                  </a:extLst>
                </a:gridCol>
              </a:tblGrid>
              <a:tr h="63349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SR-01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SR-02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SR-03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SR-04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SR-05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SR-06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SR-07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SR-08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SR-09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SR-10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SR-11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SR-12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SR-13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SR-14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SR-15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vert="vert2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Cobertura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803639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UR-01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3283703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UR-02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691848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UR-03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341590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UR-04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468801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UR-05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306592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UR-06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103191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UR-07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196602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UR-08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324916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UR-09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450139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UR-10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312274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UR-11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417683"/>
                  </a:ext>
                </a:extLst>
              </a:tr>
              <a:tr h="4044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UR-12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X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 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1800" u="none" strike="noStrike" dirty="0">
                          <a:effectLst/>
                        </a:rPr>
                        <a:t>Cubierto</a:t>
                      </a:r>
                      <a:endParaRPr lang="es-CL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1" marR="681" marT="681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340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0834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A914A7EB-2031-E96B-7C21-EF790E910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8800" y="1169400"/>
            <a:ext cx="7620000" cy="54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534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17227</TotalTime>
  <Words>1610</Words>
  <Application>Microsoft Office PowerPoint</Application>
  <PresentationFormat>Personalizado</PresentationFormat>
  <Paragraphs>397</Paragraphs>
  <Slides>29</Slides>
  <Notes>10</Notes>
  <HiddenSlides>11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3" baseType="lpstr">
      <vt:lpstr>Calibri</vt:lpstr>
      <vt:lpstr>Lato</vt:lpstr>
      <vt:lpstr>Lucida Sans</vt:lpstr>
      <vt:lpstr>Office Theme</vt:lpstr>
      <vt:lpstr>Carga útil Store &amp; Forward </vt:lpstr>
      <vt:lpstr>Alcance de la presentación</vt:lpstr>
      <vt:lpstr>Introducción</vt:lpstr>
      <vt:lpstr>Contexto nacional</vt:lpstr>
      <vt:lpstr>Alcance y Naturaleza del proyecto</vt:lpstr>
      <vt:lpstr>Descripción general del sistema</vt:lpstr>
      <vt:lpstr>Descripción general del sistema</vt:lpstr>
      <vt:lpstr>Concepto de Operación</vt:lpstr>
      <vt:lpstr>Presentación de PowerPoint</vt:lpstr>
      <vt:lpstr>Presentación de PowerPoint</vt:lpstr>
      <vt:lpstr>Arquitectura funcional del sistema</vt:lpstr>
      <vt:lpstr>Presentación de PowerPoint</vt:lpstr>
      <vt:lpstr>Restricciones del sistema</vt:lpstr>
      <vt:lpstr>Presentación de PowerPoint</vt:lpstr>
      <vt:lpstr>Pasos futuros</vt:lpstr>
      <vt:lpstr>Presentación de PowerPoint</vt:lpstr>
      <vt:lpstr>Carga útil Store &amp; Forward </vt:lpstr>
      <vt:lpstr>Presentación de PowerPoint</vt:lpstr>
      <vt:lpstr>Requerimientos de usuario</vt:lpstr>
      <vt:lpstr>Presentación de PowerPoint</vt:lpstr>
      <vt:lpstr>Presentación de PowerPoint</vt:lpstr>
      <vt:lpstr>Presentación de PowerPoint</vt:lpstr>
      <vt:lpstr>Requerimientos de sistema</vt:lpstr>
      <vt:lpstr>Presentación de PowerPoint</vt:lpstr>
      <vt:lpstr>Presentación de PowerPoint</vt:lpstr>
      <vt:lpstr>Presentación de PowerPoint</vt:lpstr>
      <vt:lpstr>Matriz de trazabilidad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DTS 2020</dc:title>
  <dc:creator>Patricia Espinosa</dc:creator>
  <cp:lastModifiedBy>Practico IDI 2</cp:lastModifiedBy>
  <cp:revision>452</cp:revision>
  <dcterms:created xsi:type="dcterms:W3CDTF">2020-10-22T13:16:39Z</dcterms:created>
  <dcterms:modified xsi:type="dcterms:W3CDTF">2026-01-26T13:38:55Z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2020-10-22T00:00:00Z</vt:filetime>
  </property>
  <property fmtid="{D5CDD505-2E9C-101B-9397-08002B2CF9AE}" pid="3" name="Creator">
    <vt:lpwstr>Adobe Illustrator 25.0 (Windows)</vt:lpwstr>
  </property>
  <property fmtid="{D5CDD505-2E9C-101B-9397-08002B2CF9AE}" pid="4" name="LastSaved">
    <vt:filetime>2020-10-22T00:00:00Z</vt:filetime>
  </property>
</Properties>
</file>